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82" r:id="rId20"/>
    <p:sldId id="274" r:id="rId21"/>
    <p:sldId id="275" r:id="rId22"/>
    <p:sldId id="276" r:id="rId23"/>
    <p:sldId id="277" r:id="rId24"/>
    <p:sldId id="278" r:id="rId25"/>
    <p:sldId id="283" r:id="rId26"/>
    <p:sldId id="279" r:id="rId27"/>
    <p:sldId id="280" r:id="rId28"/>
    <p:sldId id="281" r:id="rId29"/>
    <p:sldId id="284" r:id="rId30"/>
    <p:sldId id="285" r:id="rId31"/>
    <p:sldId id="286" r:id="rId32"/>
    <p:sldId id="287" r:id="rId33"/>
    <p:sldId id="288" r:id="rId34"/>
    <p:sldId id="289" r:id="rId35"/>
    <p:sldId id="290" r:id="rId36"/>
    <p:sldId id="293" r:id="rId37"/>
    <p:sldId id="294" r:id="rId38"/>
    <p:sldId id="292" r:id="rId39"/>
    <p:sldId id="295" r:id="rId40"/>
    <p:sldId id="296" r:id="rId41"/>
    <p:sldId id="291" r:id="rId42"/>
    <p:sldId id="297" r:id="rId43"/>
    <p:sldId id="298" r:id="rId44"/>
    <p:sldId id="301" r:id="rId45"/>
    <p:sldId id="299" r:id="rId46"/>
    <p:sldId id="300" r:id="rId47"/>
    <p:sldId id="302" r:id="rId48"/>
    <p:sldId id="303" r:id="rId49"/>
    <p:sldId id="304" r:id="rId50"/>
    <p:sldId id="305" r:id="rId51"/>
    <p:sldId id="306" r:id="rId52"/>
    <p:sldId id="307" r:id="rId53"/>
    <p:sldId id="308" r:id="rId54"/>
    <p:sldId id="309" r:id="rId55"/>
    <p:sldId id="311" r:id="rId56"/>
    <p:sldId id="310" r:id="rId57"/>
    <p:sldId id="312" r:id="rId58"/>
    <p:sldId id="313" r:id="rId59"/>
    <p:sldId id="315" r:id="rId60"/>
    <p:sldId id="314"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652" autoAdjust="0"/>
    <p:restoredTop sz="94660"/>
  </p:normalViewPr>
  <p:slideViewPr>
    <p:cSldViewPr snapToGrid="0">
      <p:cViewPr varScale="1">
        <p:scale>
          <a:sx n="78" d="100"/>
          <a:sy n="78" d="100"/>
        </p:scale>
        <p:origin x="71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A7EA81-3B48-48FD-A44D-D3B6722E6A2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7B8BA40A-0587-40F9-A426-54003E59C854}">
      <dgm:prSet phldrT="[Text]"/>
      <dgm:spPr/>
      <dgm:t>
        <a:bodyPr/>
        <a:lstStyle/>
        <a:p>
          <a:r>
            <a:rPr lang="en-US" dirty="0"/>
            <a:t>Memory Allocation</a:t>
          </a:r>
          <a:endParaRPr lang="en-IN" dirty="0"/>
        </a:p>
      </dgm:t>
    </dgm:pt>
    <dgm:pt modelId="{ED76BC26-89E9-42E5-80FD-FD6CD220014B}" type="parTrans" cxnId="{E64F675E-E21A-4269-9D4E-97A0E13DDC96}">
      <dgm:prSet/>
      <dgm:spPr/>
      <dgm:t>
        <a:bodyPr/>
        <a:lstStyle/>
        <a:p>
          <a:endParaRPr lang="en-IN"/>
        </a:p>
      </dgm:t>
    </dgm:pt>
    <dgm:pt modelId="{A7E45090-6CEB-428B-8E13-6099987BD3E0}" type="sibTrans" cxnId="{E64F675E-E21A-4269-9D4E-97A0E13DDC96}">
      <dgm:prSet/>
      <dgm:spPr/>
      <dgm:t>
        <a:bodyPr/>
        <a:lstStyle/>
        <a:p>
          <a:endParaRPr lang="en-IN"/>
        </a:p>
      </dgm:t>
    </dgm:pt>
    <dgm:pt modelId="{D91E6285-6740-43FB-9265-BDAE4C6949D0}">
      <dgm:prSet phldrT="[Text]"/>
      <dgm:spPr/>
      <dgm:t>
        <a:bodyPr/>
        <a:lstStyle/>
        <a:p>
          <a:r>
            <a:rPr lang="en-US" dirty="0"/>
            <a:t>Contiguous Memory Allocation</a:t>
          </a:r>
          <a:endParaRPr lang="en-IN" dirty="0"/>
        </a:p>
      </dgm:t>
    </dgm:pt>
    <dgm:pt modelId="{67DFA8C1-C1E6-462F-88BD-201F378AFFD5}" type="parTrans" cxnId="{EB95C572-38E0-4F24-9105-DFF9FB42B98E}">
      <dgm:prSet/>
      <dgm:spPr/>
      <dgm:t>
        <a:bodyPr/>
        <a:lstStyle/>
        <a:p>
          <a:endParaRPr lang="en-IN"/>
        </a:p>
      </dgm:t>
    </dgm:pt>
    <dgm:pt modelId="{9EB22472-2510-4EB0-B0E1-0445C9E427BB}" type="sibTrans" cxnId="{EB95C572-38E0-4F24-9105-DFF9FB42B98E}">
      <dgm:prSet/>
      <dgm:spPr/>
      <dgm:t>
        <a:bodyPr/>
        <a:lstStyle/>
        <a:p>
          <a:endParaRPr lang="en-IN"/>
        </a:p>
      </dgm:t>
    </dgm:pt>
    <dgm:pt modelId="{A5C9EFB8-3BB2-4E43-AB8E-DC9DEC8611C4}">
      <dgm:prSet phldrT="[Text]"/>
      <dgm:spPr/>
      <dgm:t>
        <a:bodyPr/>
        <a:lstStyle/>
        <a:p>
          <a:r>
            <a:rPr lang="en-US" dirty="0"/>
            <a:t>Fixed or Static Partition/Allocation</a:t>
          </a:r>
          <a:endParaRPr lang="en-IN" dirty="0"/>
        </a:p>
      </dgm:t>
    </dgm:pt>
    <dgm:pt modelId="{02DACC51-BDE1-400C-BE06-65F7D3A3ED6F}" type="parTrans" cxnId="{53BCE94F-50CD-4D29-9F58-FA37C548F41C}">
      <dgm:prSet/>
      <dgm:spPr/>
      <dgm:t>
        <a:bodyPr/>
        <a:lstStyle/>
        <a:p>
          <a:endParaRPr lang="en-IN"/>
        </a:p>
      </dgm:t>
    </dgm:pt>
    <dgm:pt modelId="{25D318A8-C387-4BBD-A071-931C79660061}" type="sibTrans" cxnId="{53BCE94F-50CD-4D29-9F58-FA37C548F41C}">
      <dgm:prSet/>
      <dgm:spPr/>
      <dgm:t>
        <a:bodyPr/>
        <a:lstStyle/>
        <a:p>
          <a:endParaRPr lang="en-IN"/>
        </a:p>
      </dgm:t>
    </dgm:pt>
    <dgm:pt modelId="{348D6E98-78F0-48CA-8386-B793C8E16E63}">
      <dgm:prSet phldrT="[Text]"/>
      <dgm:spPr/>
      <dgm:t>
        <a:bodyPr/>
        <a:lstStyle/>
        <a:p>
          <a:r>
            <a:rPr lang="en-US" dirty="0"/>
            <a:t>Dynamic or Variable Partition/Allocation</a:t>
          </a:r>
          <a:endParaRPr lang="en-IN" dirty="0"/>
        </a:p>
      </dgm:t>
    </dgm:pt>
    <dgm:pt modelId="{150EEA24-902B-4A4B-A9E1-F00E5ED25B61}" type="parTrans" cxnId="{2CB58528-E562-415E-81AC-34A98D2C4ED3}">
      <dgm:prSet/>
      <dgm:spPr/>
      <dgm:t>
        <a:bodyPr/>
        <a:lstStyle/>
        <a:p>
          <a:endParaRPr lang="en-IN"/>
        </a:p>
      </dgm:t>
    </dgm:pt>
    <dgm:pt modelId="{C73A99D8-37B0-42CA-BD67-92F1F512B976}" type="sibTrans" cxnId="{2CB58528-E562-415E-81AC-34A98D2C4ED3}">
      <dgm:prSet/>
      <dgm:spPr/>
      <dgm:t>
        <a:bodyPr/>
        <a:lstStyle/>
        <a:p>
          <a:endParaRPr lang="en-IN"/>
        </a:p>
      </dgm:t>
    </dgm:pt>
    <dgm:pt modelId="{09B316E8-5684-4C50-965E-4870A089CD7B}">
      <dgm:prSet phldrT="[Text]"/>
      <dgm:spPr/>
      <dgm:t>
        <a:bodyPr/>
        <a:lstStyle/>
        <a:p>
          <a:r>
            <a:rPr lang="en-US" dirty="0"/>
            <a:t>Non Contiguous Memory Allocation</a:t>
          </a:r>
          <a:endParaRPr lang="en-IN" dirty="0"/>
        </a:p>
      </dgm:t>
    </dgm:pt>
    <dgm:pt modelId="{5A0BFB9F-53D7-401C-809C-C7F29CBC8A6B}" type="parTrans" cxnId="{87340626-C600-497B-9E9F-85F5DB7E9B46}">
      <dgm:prSet/>
      <dgm:spPr/>
      <dgm:t>
        <a:bodyPr/>
        <a:lstStyle/>
        <a:p>
          <a:endParaRPr lang="en-IN"/>
        </a:p>
      </dgm:t>
    </dgm:pt>
    <dgm:pt modelId="{29A289A5-7506-451E-9BB6-1E4E6392EA92}" type="sibTrans" cxnId="{87340626-C600-497B-9E9F-85F5DB7E9B46}">
      <dgm:prSet/>
      <dgm:spPr/>
      <dgm:t>
        <a:bodyPr/>
        <a:lstStyle/>
        <a:p>
          <a:endParaRPr lang="en-IN"/>
        </a:p>
      </dgm:t>
    </dgm:pt>
    <dgm:pt modelId="{D0B88450-73E5-4CBA-8CB1-8D83E09F368E}" type="pres">
      <dgm:prSet presAssocID="{F8A7EA81-3B48-48FD-A44D-D3B6722E6A23}" presName="hierChild1" presStyleCnt="0">
        <dgm:presLayoutVars>
          <dgm:chPref val="1"/>
          <dgm:dir/>
          <dgm:animOne val="branch"/>
          <dgm:animLvl val="lvl"/>
          <dgm:resizeHandles/>
        </dgm:presLayoutVars>
      </dgm:prSet>
      <dgm:spPr/>
    </dgm:pt>
    <dgm:pt modelId="{484A32CB-B17E-4124-9739-622D454CB339}" type="pres">
      <dgm:prSet presAssocID="{7B8BA40A-0587-40F9-A426-54003E59C854}" presName="hierRoot1" presStyleCnt="0"/>
      <dgm:spPr/>
    </dgm:pt>
    <dgm:pt modelId="{80E5E154-89CF-40F0-885C-F43FF05F5E8A}" type="pres">
      <dgm:prSet presAssocID="{7B8BA40A-0587-40F9-A426-54003E59C854}" presName="composite" presStyleCnt="0"/>
      <dgm:spPr/>
    </dgm:pt>
    <dgm:pt modelId="{46FF6228-8E87-4130-B995-1D742B3ABD5A}" type="pres">
      <dgm:prSet presAssocID="{7B8BA40A-0587-40F9-A426-54003E59C854}" presName="background" presStyleLbl="node0" presStyleIdx="0" presStyleCnt="1"/>
      <dgm:spPr/>
    </dgm:pt>
    <dgm:pt modelId="{9CC573FD-46C5-4C44-A15B-64F9BD661BB9}" type="pres">
      <dgm:prSet presAssocID="{7B8BA40A-0587-40F9-A426-54003E59C854}" presName="text" presStyleLbl="fgAcc0" presStyleIdx="0" presStyleCnt="1">
        <dgm:presLayoutVars>
          <dgm:chPref val="3"/>
        </dgm:presLayoutVars>
      </dgm:prSet>
      <dgm:spPr/>
    </dgm:pt>
    <dgm:pt modelId="{E00DDE34-C6A6-4D40-A31E-B6AF3BFDDE1E}" type="pres">
      <dgm:prSet presAssocID="{7B8BA40A-0587-40F9-A426-54003E59C854}" presName="hierChild2" presStyleCnt="0"/>
      <dgm:spPr/>
    </dgm:pt>
    <dgm:pt modelId="{797D551C-AFCB-47C9-8861-0421BA63FB0D}" type="pres">
      <dgm:prSet presAssocID="{67DFA8C1-C1E6-462F-88BD-201F378AFFD5}" presName="Name10" presStyleLbl="parChTrans1D2" presStyleIdx="0" presStyleCnt="2"/>
      <dgm:spPr/>
    </dgm:pt>
    <dgm:pt modelId="{93F66BC1-2487-4AD4-9057-3B39784C90FD}" type="pres">
      <dgm:prSet presAssocID="{D91E6285-6740-43FB-9265-BDAE4C6949D0}" presName="hierRoot2" presStyleCnt="0"/>
      <dgm:spPr/>
    </dgm:pt>
    <dgm:pt modelId="{17D2F515-D89C-4DA0-9C66-0C00EF8698A6}" type="pres">
      <dgm:prSet presAssocID="{D91E6285-6740-43FB-9265-BDAE4C6949D0}" presName="composite2" presStyleCnt="0"/>
      <dgm:spPr/>
    </dgm:pt>
    <dgm:pt modelId="{4B57160E-A356-4A24-85D2-126E1564C81E}" type="pres">
      <dgm:prSet presAssocID="{D91E6285-6740-43FB-9265-BDAE4C6949D0}" presName="background2" presStyleLbl="node2" presStyleIdx="0" presStyleCnt="2"/>
      <dgm:spPr/>
    </dgm:pt>
    <dgm:pt modelId="{23DB67F0-060E-4571-A6C8-FAEE8A5C5CB5}" type="pres">
      <dgm:prSet presAssocID="{D91E6285-6740-43FB-9265-BDAE4C6949D0}" presName="text2" presStyleLbl="fgAcc2" presStyleIdx="0" presStyleCnt="2">
        <dgm:presLayoutVars>
          <dgm:chPref val="3"/>
        </dgm:presLayoutVars>
      </dgm:prSet>
      <dgm:spPr/>
    </dgm:pt>
    <dgm:pt modelId="{2D850798-AAE1-40C2-AAF4-D56211839E86}" type="pres">
      <dgm:prSet presAssocID="{D91E6285-6740-43FB-9265-BDAE4C6949D0}" presName="hierChild3" presStyleCnt="0"/>
      <dgm:spPr/>
    </dgm:pt>
    <dgm:pt modelId="{8C6CE70B-86F4-43EB-9637-568ECF1D9264}" type="pres">
      <dgm:prSet presAssocID="{02DACC51-BDE1-400C-BE06-65F7D3A3ED6F}" presName="Name17" presStyleLbl="parChTrans1D3" presStyleIdx="0" presStyleCnt="2"/>
      <dgm:spPr/>
    </dgm:pt>
    <dgm:pt modelId="{883C6A47-72AF-4AB5-A870-E284E719EB1A}" type="pres">
      <dgm:prSet presAssocID="{A5C9EFB8-3BB2-4E43-AB8E-DC9DEC8611C4}" presName="hierRoot3" presStyleCnt="0"/>
      <dgm:spPr/>
    </dgm:pt>
    <dgm:pt modelId="{333AAF29-4763-45F4-BF84-A580AF034BD5}" type="pres">
      <dgm:prSet presAssocID="{A5C9EFB8-3BB2-4E43-AB8E-DC9DEC8611C4}" presName="composite3" presStyleCnt="0"/>
      <dgm:spPr/>
    </dgm:pt>
    <dgm:pt modelId="{B32B789E-7FED-4637-BD62-D1111B9E0484}" type="pres">
      <dgm:prSet presAssocID="{A5C9EFB8-3BB2-4E43-AB8E-DC9DEC8611C4}" presName="background3" presStyleLbl="node3" presStyleIdx="0" presStyleCnt="2"/>
      <dgm:spPr/>
    </dgm:pt>
    <dgm:pt modelId="{9AB59E90-ACF9-4CB1-8B1C-FF8920B036F5}" type="pres">
      <dgm:prSet presAssocID="{A5C9EFB8-3BB2-4E43-AB8E-DC9DEC8611C4}" presName="text3" presStyleLbl="fgAcc3" presStyleIdx="0" presStyleCnt="2">
        <dgm:presLayoutVars>
          <dgm:chPref val="3"/>
        </dgm:presLayoutVars>
      </dgm:prSet>
      <dgm:spPr/>
    </dgm:pt>
    <dgm:pt modelId="{E627152C-7BC9-428D-91A0-7BB44080E90C}" type="pres">
      <dgm:prSet presAssocID="{A5C9EFB8-3BB2-4E43-AB8E-DC9DEC8611C4}" presName="hierChild4" presStyleCnt="0"/>
      <dgm:spPr/>
    </dgm:pt>
    <dgm:pt modelId="{34D66443-FDA0-42C6-A1AA-F32B9B179DB1}" type="pres">
      <dgm:prSet presAssocID="{150EEA24-902B-4A4B-A9E1-F00E5ED25B61}" presName="Name17" presStyleLbl="parChTrans1D3" presStyleIdx="1" presStyleCnt="2"/>
      <dgm:spPr/>
    </dgm:pt>
    <dgm:pt modelId="{16D494F7-DD73-4890-80AE-CCDFBB159AB1}" type="pres">
      <dgm:prSet presAssocID="{348D6E98-78F0-48CA-8386-B793C8E16E63}" presName="hierRoot3" presStyleCnt="0"/>
      <dgm:spPr/>
    </dgm:pt>
    <dgm:pt modelId="{E8D6F3F6-3838-4A8E-A76C-DD98F5F37773}" type="pres">
      <dgm:prSet presAssocID="{348D6E98-78F0-48CA-8386-B793C8E16E63}" presName="composite3" presStyleCnt="0"/>
      <dgm:spPr/>
    </dgm:pt>
    <dgm:pt modelId="{B0DA5787-5871-4CB5-964F-2B01F14FA00C}" type="pres">
      <dgm:prSet presAssocID="{348D6E98-78F0-48CA-8386-B793C8E16E63}" presName="background3" presStyleLbl="node3" presStyleIdx="1" presStyleCnt="2"/>
      <dgm:spPr/>
    </dgm:pt>
    <dgm:pt modelId="{385A0E40-55FA-42E5-A859-4FF9AE4DA728}" type="pres">
      <dgm:prSet presAssocID="{348D6E98-78F0-48CA-8386-B793C8E16E63}" presName="text3" presStyleLbl="fgAcc3" presStyleIdx="1" presStyleCnt="2">
        <dgm:presLayoutVars>
          <dgm:chPref val="3"/>
        </dgm:presLayoutVars>
      </dgm:prSet>
      <dgm:spPr/>
    </dgm:pt>
    <dgm:pt modelId="{3BC1A240-698D-4E4F-B0DA-2B2DE172EB81}" type="pres">
      <dgm:prSet presAssocID="{348D6E98-78F0-48CA-8386-B793C8E16E63}" presName="hierChild4" presStyleCnt="0"/>
      <dgm:spPr/>
    </dgm:pt>
    <dgm:pt modelId="{10C81DEC-856E-4CFF-A141-00FE2772ACEB}" type="pres">
      <dgm:prSet presAssocID="{5A0BFB9F-53D7-401C-809C-C7F29CBC8A6B}" presName="Name10" presStyleLbl="parChTrans1D2" presStyleIdx="1" presStyleCnt="2"/>
      <dgm:spPr/>
    </dgm:pt>
    <dgm:pt modelId="{EBE8CEAF-2195-4876-A437-7762CB3943D2}" type="pres">
      <dgm:prSet presAssocID="{09B316E8-5684-4C50-965E-4870A089CD7B}" presName="hierRoot2" presStyleCnt="0"/>
      <dgm:spPr/>
    </dgm:pt>
    <dgm:pt modelId="{36E6431A-8752-4842-8CC2-567F38961ED8}" type="pres">
      <dgm:prSet presAssocID="{09B316E8-5684-4C50-965E-4870A089CD7B}" presName="composite2" presStyleCnt="0"/>
      <dgm:spPr/>
    </dgm:pt>
    <dgm:pt modelId="{EB6C6DFF-1EE9-44FD-8FBC-0DD05B4DE25B}" type="pres">
      <dgm:prSet presAssocID="{09B316E8-5684-4C50-965E-4870A089CD7B}" presName="background2" presStyleLbl="node2" presStyleIdx="1" presStyleCnt="2"/>
      <dgm:spPr/>
    </dgm:pt>
    <dgm:pt modelId="{E9467996-E7B3-4B2E-81F5-ACBA825B5B32}" type="pres">
      <dgm:prSet presAssocID="{09B316E8-5684-4C50-965E-4870A089CD7B}" presName="text2" presStyleLbl="fgAcc2" presStyleIdx="1" presStyleCnt="2">
        <dgm:presLayoutVars>
          <dgm:chPref val="3"/>
        </dgm:presLayoutVars>
      </dgm:prSet>
      <dgm:spPr/>
    </dgm:pt>
    <dgm:pt modelId="{4867EBA8-4648-41E0-999D-A815CCD3CC2B}" type="pres">
      <dgm:prSet presAssocID="{09B316E8-5684-4C50-965E-4870A089CD7B}" presName="hierChild3" presStyleCnt="0"/>
      <dgm:spPr/>
    </dgm:pt>
  </dgm:ptLst>
  <dgm:cxnLst>
    <dgm:cxn modelId="{87340626-C600-497B-9E9F-85F5DB7E9B46}" srcId="{7B8BA40A-0587-40F9-A426-54003E59C854}" destId="{09B316E8-5684-4C50-965E-4870A089CD7B}" srcOrd="1" destOrd="0" parTransId="{5A0BFB9F-53D7-401C-809C-C7F29CBC8A6B}" sibTransId="{29A289A5-7506-451E-9BB6-1E4E6392EA92}"/>
    <dgm:cxn modelId="{2CB58528-E562-415E-81AC-34A98D2C4ED3}" srcId="{D91E6285-6740-43FB-9265-BDAE4C6949D0}" destId="{348D6E98-78F0-48CA-8386-B793C8E16E63}" srcOrd="1" destOrd="0" parTransId="{150EEA24-902B-4A4B-A9E1-F00E5ED25B61}" sibTransId="{C73A99D8-37B0-42CA-BD67-92F1F512B976}"/>
    <dgm:cxn modelId="{3AEDE837-7EBA-4FBA-B7C8-8194BF558CD0}" type="presOf" srcId="{D91E6285-6740-43FB-9265-BDAE4C6949D0}" destId="{23DB67F0-060E-4571-A6C8-FAEE8A5C5CB5}" srcOrd="0" destOrd="0" presId="urn:microsoft.com/office/officeart/2005/8/layout/hierarchy1"/>
    <dgm:cxn modelId="{E64F675E-E21A-4269-9D4E-97A0E13DDC96}" srcId="{F8A7EA81-3B48-48FD-A44D-D3B6722E6A23}" destId="{7B8BA40A-0587-40F9-A426-54003E59C854}" srcOrd="0" destOrd="0" parTransId="{ED76BC26-89E9-42E5-80FD-FD6CD220014B}" sibTransId="{A7E45090-6CEB-428B-8E13-6099987BD3E0}"/>
    <dgm:cxn modelId="{53BCE94F-50CD-4D29-9F58-FA37C548F41C}" srcId="{D91E6285-6740-43FB-9265-BDAE4C6949D0}" destId="{A5C9EFB8-3BB2-4E43-AB8E-DC9DEC8611C4}" srcOrd="0" destOrd="0" parTransId="{02DACC51-BDE1-400C-BE06-65F7D3A3ED6F}" sibTransId="{25D318A8-C387-4BBD-A071-931C79660061}"/>
    <dgm:cxn modelId="{EB95C572-38E0-4F24-9105-DFF9FB42B98E}" srcId="{7B8BA40A-0587-40F9-A426-54003E59C854}" destId="{D91E6285-6740-43FB-9265-BDAE4C6949D0}" srcOrd="0" destOrd="0" parTransId="{67DFA8C1-C1E6-462F-88BD-201F378AFFD5}" sibTransId="{9EB22472-2510-4EB0-B0E1-0445C9E427BB}"/>
    <dgm:cxn modelId="{1CA3AE86-40D0-45F8-B6FE-5F4C2D4F65F0}" type="presOf" srcId="{09B316E8-5684-4C50-965E-4870A089CD7B}" destId="{E9467996-E7B3-4B2E-81F5-ACBA825B5B32}" srcOrd="0" destOrd="0" presId="urn:microsoft.com/office/officeart/2005/8/layout/hierarchy1"/>
    <dgm:cxn modelId="{BD6ABB95-5787-4256-904B-B56FD17E8E98}" type="presOf" srcId="{150EEA24-902B-4A4B-A9E1-F00E5ED25B61}" destId="{34D66443-FDA0-42C6-A1AA-F32B9B179DB1}" srcOrd="0" destOrd="0" presId="urn:microsoft.com/office/officeart/2005/8/layout/hierarchy1"/>
    <dgm:cxn modelId="{07F1A999-3631-4B8D-9067-6DBE33E15381}" type="presOf" srcId="{A5C9EFB8-3BB2-4E43-AB8E-DC9DEC8611C4}" destId="{9AB59E90-ACF9-4CB1-8B1C-FF8920B036F5}" srcOrd="0" destOrd="0" presId="urn:microsoft.com/office/officeart/2005/8/layout/hierarchy1"/>
    <dgm:cxn modelId="{B9EBCFA2-96BF-4CE1-BD5B-4278730D591D}" type="presOf" srcId="{67DFA8C1-C1E6-462F-88BD-201F378AFFD5}" destId="{797D551C-AFCB-47C9-8861-0421BA63FB0D}" srcOrd="0" destOrd="0" presId="urn:microsoft.com/office/officeart/2005/8/layout/hierarchy1"/>
    <dgm:cxn modelId="{E716F8D9-71EC-47B6-A993-F625B2E3420B}" type="presOf" srcId="{5A0BFB9F-53D7-401C-809C-C7F29CBC8A6B}" destId="{10C81DEC-856E-4CFF-A141-00FE2772ACEB}" srcOrd="0" destOrd="0" presId="urn:microsoft.com/office/officeart/2005/8/layout/hierarchy1"/>
    <dgm:cxn modelId="{A3FB49DC-5423-4E55-BFB1-DED491193C18}" type="presOf" srcId="{F8A7EA81-3B48-48FD-A44D-D3B6722E6A23}" destId="{D0B88450-73E5-4CBA-8CB1-8D83E09F368E}" srcOrd="0" destOrd="0" presId="urn:microsoft.com/office/officeart/2005/8/layout/hierarchy1"/>
    <dgm:cxn modelId="{A84077E2-6FF1-4750-A068-0F2C328369AF}" type="presOf" srcId="{348D6E98-78F0-48CA-8386-B793C8E16E63}" destId="{385A0E40-55FA-42E5-A859-4FF9AE4DA728}" srcOrd="0" destOrd="0" presId="urn:microsoft.com/office/officeart/2005/8/layout/hierarchy1"/>
    <dgm:cxn modelId="{A111A4EC-BE62-4D17-B593-6B3F9E89EDDC}" type="presOf" srcId="{02DACC51-BDE1-400C-BE06-65F7D3A3ED6F}" destId="{8C6CE70B-86F4-43EB-9637-568ECF1D9264}" srcOrd="0" destOrd="0" presId="urn:microsoft.com/office/officeart/2005/8/layout/hierarchy1"/>
    <dgm:cxn modelId="{7C1753F7-0ED5-4CE9-B7F3-F624F43F8231}" type="presOf" srcId="{7B8BA40A-0587-40F9-A426-54003E59C854}" destId="{9CC573FD-46C5-4C44-A15B-64F9BD661BB9}" srcOrd="0" destOrd="0" presId="urn:microsoft.com/office/officeart/2005/8/layout/hierarchy1"/>
    <dgm:cxn modelId="{CCD6D9B8-FF31-43E7-ADEF-10013456AA5E}" type="presParOf" srcId="{D0B88450-73E5-4CBA-8CB1-8D83E09F368E}" destId="{484A32CB-B17E-4124-9739-622D454CB339}" srcOrd="0" destOrd="0" presId="urn:microsoft.com/office/officeart/2005/8/layout/hierarchy1"/>
    <dgm:cxn modelId="{38C063F9-B44C-429D-B390-9387B5032CE6}" type="presParOf" srcId="{484A32CB-B17E-4124-9739-622D454CB339}" destId="{80E5E154-89CF-40F0-885C-F43FF05F5E8A}" srcOrd="0" destOrd="0" presId="urn:microsoft.com/office/officeart/2005/8/layout/hierarchy1"/>
    <dgm:cxn modelId="{7B3DA61B-D47F-4B85-9BF5-C68201E4A056}" type="presParOf" srcId="{80E5E154-89CF-40F0-885C-F43FF05F5E8A}" destId="{46FF6228-8E87-4130-B995-1D742B3ABD5A}" srcOrd="0" destOrd="0" presId="urn:microsoft.com/office/officeart/2005/8/layout/hierarchy1"/>
    <dgm:cxn modelId="{296B2669-C1C8-4626-BC78-D97DAD4CDDAD}" type="presParOf" srcId="{80E5E154-89CF-40F0-885C-F43FF05F5E8A}" destId="{9CC573FD-46C5-4C44-A15B-64F9BD661BB9}" srcOrd="1" destOrd="0" presId="urn:microsoft.com/office/officeart/2005/8/layout/hierarchy1"/>
    <dgm:cxn modelId="{F1A96706-DFF0-406F-8064-A63903D082BA}" type="presParOf" srcId="{484A32CB-B17E-4124-9739-622D454CB339}" destId="{E00DDE34-C6A6-4D40-A31E-B6AF3BFDDE1E}" srcOrd="1" destOrd="0" presId="urn:microsoft.com/office/officeart/2005/8/layout/hierarchy1"/>
    <dgm:cxn modelId="{FCCF33EE-7754-40CC-B6B8-1453E6B3FB72}" type="presParOf" srcId="{E00DDE34-C6A6-4D40-A31E-B6AF3BFDDE1E}" destId="{797D551C-AFCB-47C9-8861-0421BA63FB0D}" srcOrd="0" destOrd="0" presId="urn:microsoft.com/office/officeart/2005/8/layout/hierarchy1"/>
    <dgm:cxn modelId="{AD3C0AB9-C135-4CF4-B612-469DB2DE960E}" type="presParOf" srcId="{E00DDE34-C6A6-4D40-A31E-B6AF3BFDDE1E}" destId="{93F66BC1-2487-4AD4-9057-3B39784C90FD}" srcOrd="1" destOrd="0" presId="urn:microsoft.com/office/officeart/2005/8/layout/hierarchy1"/>
    <dgm:cxn modelId="{8A9B1F32-571C-4D82-83D7-61BA4D3ABEA6}" type="presParOf" srcId="{93F66BC1-2487-4AD4-9057-3B39784C90FD}" destId="{17D2F515-D89C-4DA0-9C66-0C00EF8698A6}" srcOrd="0" destOrd="0" presId="urn:microsoft.com/office/officeart/2005/8/layout/hierarchy1"/>
    <dgm:cxn modelId="{7863FF1A-6DEF-48FA-862E-24C7DCD4B124}" type="presParOf" srcId="{17D2F515-D89C-4DA0-9C66-0C00EF8698A6}" destId="{4B57160E-A356-4A24-85D2-126E1564C81E}" srcOrd="0" destOrd="0" presId="urn:microsoft.com/office/officeart/2005/8/layout/hierarchy1"/>
    <dgm:cxn modelId="{16903789-907C-4826-AE11-3CDAF1278A99}" type="presParOf" srcId="{17D2F515-D89C-4DA0-9C66-0C00EF8698A6}" destId="{23DB67F0-060E-4571-A6C8-FAEE8A5C5CB5}" srcOrd="1" destOrd="0" presId="urn:microsoft.com/office/officeart/2005/8/layout/hierarchy1"/>
    <dgm:cxn modelId="{021E44BE-1F4A-41EB-973E-11879FCFF60D}" type="presParOf" srcId="{93F66BC1-2487-4AD4-9057-3B39784C90FD}" destId="{2D850798-AAE1-40C2-AAF4-D56211839E86}" srcOrd="1" destOrd="0" presId="urn:microsoft.com/office/officeart/2005/8/layout/hierarchy1"/>
    <dgm:cxn modelId="{34C8C4C6-8203-48CE-9381-43FD710FA0F2}" type="presParOf" srcId="{2D850798-AAE1-40C2-AAF4-D56211839E86}" destId="{8C6CE70B-86F4-43EB-9637-568ECF1D9264}" srcOrd="0" destOrd="0" presId="urn:microsoft.com/office/officeart/2005/8/layout/hierarchy1"/>
    <dgm:cxn modelId="{86A92139-5C3D-4F32-89C3-49A02C75CB99}" type="presParOf" srcId="{2D850798-AAE1-40C2-AAF4-D56211839E86}" destId="{883C6A47-72AF-4AB5-A870-E284E719EB1A}" srcOrd="1" destOrd="0" presId="urn:microsoft.com/office/officeart/2005/8/layout/hierarchy1"/>
    <dgm:cxn modelId="{D9C4563C-8FFA-41A8-81AE-EC32D0648494}" type="presParOf" srcId="{883C6A47-72AF-4AB5-A870-E284E719EB1A}" destId="{333AAF29-4763-45F4-BF84-A580AF034BD5}" srcOrd="0" destOrd="0" presId="urn:microsoft.com/office/officeart/2005/8/layout/hierarchy1"/>
    <dgm:cxn modelId="{076A054E-9E3D-46C7-9C40-B8FA3DAA98FE}" type="presParOf" srcId="{333AAF29-4763-45F4-BF84-A580AF034BD5}" destId="{B32B789E-7FED-4637-BD62-D1111B9E0484}" srcOrd="0" destOrd="0" presId="urn:microsoft.com/office/officeart/2005/8/layout/hierarchy1"/>
    <dgm:cxn modelId="{C99F8275-FAE2-426D-9933-DBF4D4256AB6}" type="presParOf" srcId="{333AAF29-4763-45F4-BF84-A580AF034BD5}" destId="{9AB59E90-ACF9-4CB1-8B1C-FF8920B036F5}" srcOrd="1" destOrd="0" presId="urn:microsoft.com/office/officeart/2005/8/layout/hierarchy1"/>
    <dgm:cxn modelId="{22D6CB8B-1A0F-47B8-BE42-6964CDDEA013}" type="presParOf" srcId="{883C6A47-72AF-4AB5-A870-E284E719EB1A}" destId="{E627152C-7BC9-428D-91A0-7BB44080E90C}" srcOrd="1" destOrd="0" presId="urn:microsoft.com/office/officeart/2005/8/layout/hierarchy1"/>
    <dgm:cxn modelId="{D94BFB80-DE83-4847-BE2A-16EBD82B1A96}" type="presParOf" srcId="{2D850798-AAE1-40C2-AAF4-D56211839E86}" destId="{34D66443-FDA0-42C6-A1AA-F32B9B179DB1}" srcOrd="2" destOrd="0" presId="urn:microsoft.com/office/officeart/2005/8/layout/hierarchy1"/>
    <dgm:cxn modelId="{9C6C4E99-2489-43FC-AC66-93129E37A78A}" type="presParOf" srcId="{2D850798-AAE1-40C2-AAF4-D56211839E86}" destId="{16D494F7-DD73-4890-80AE-CCDFBB159AB1}" srcOrd="3" destOrd="0" presId="urn:microsoft.com/office/officeart/2005/8/layout/hierarchy1"/>
    <dgm:cxn modelId="{F8A1204E-034D-4BE1-86C0-9CE3C6D9758A}" type="presParOf" srcId="{16D494F7-DD73-4890-80AE-CCDFBB159AB1}" destId="{E8D6F3F6-3838-4A8E-A76C-DD98F5F37773}" srcOrd="0" destOrd="0" presId="urn:microsoft.com/office/officeart/2005/8/layout/hierarchy1"/>
    <dgm:cxn modelId="{FC6601B2-5B13-4D09-B6C0-FF759493770C}" type="presParOf" srcId="{E8D6F3F6-3838-4A8E-A76C-DD98F5F37773}" destId="{B0DA5787-5871-4CB5-964F-2B01F14FA00C}" srcOrd="0" destOrd="0" presId="urn:microsoft.com/office/officeart/2005/8/layout/hierarchy1"/>
    <dgm:cxn modelId="{E603F59E-7C34-404F-853E-6BBC3B0F5F9C}" type="presParOf" srcId="{E8D6F3F6-3838-4A8E-A76C-DD98F5F37773}" destId="{385A0E40-55FA-42E5-A859-4FF9AE4DA728}" srcOrd="1" destOrd="0" presId="urn:microsoft.com/office/officeart/2005/8/layout/hierarchy1"/>
    <dgm:cxn modelId="{E1E2BDB9-861B-4FD0-A93C-A8DA6B523FE3}" type="presParOf" srcId="{16D494F7-DD73-4890-80AE-CCDFBB159AB1}" destId="{3BC1A240-698D-4E4F-B0DA-2B2DE172EB81}" srcOrd="1" destOrd="0" presId="urn:microsoft.com/office/officeart/2005/8/layout/hierarchy1"/>
    <dgm:cxn modelId="{6A65C95D-CD14-4F6D-A8CB-CBD92E971D25}" type="presParOf" srcId="{E00DDE34-C6A6-4D40-A31E-B6AF3BFDDE1E}" destId="{10C81DEC-856E-4CFF-A141-00FE2772ACEB}" srcOrd="2" destOrd="0" presId="urn:microsoft.com/office/officeart/2005/8/layout/hierarchy1"/>
    <dgm:cxn modelId="{496D5FAE-52F5-4E54-8217-F4A2E6DB90F2}" type="presParOf" srcId="{E00DDE34-C6A6-4D40-A31E-B6AF3BFDDE1E}" destId="{EBE8CEAF-2195-4876-A437-7762CB3943D2}" srcOrd="3" destOrd="0" presId="urn:microsoft.com/office/officeart/2005/8/layout/hierarchy1"/>
    <dgm:cxn modelId="{22449EC4-BFA8-4529-8E6F-4CEEBD9B9324}" type="presParOf" srcId="{EBE8CEAF-2195-4876-A437-7762CB3943D2}" destId="{36E6431A-8752-4842-8CC2-567F38961ED8}" srcOrd="0" destOrd="0" presId="urn:microsoft.com/office/officeart/2005/8/layout/hierarchy1"/>
    <dgm:cxn modelId="{416686B4-D816-486E-AF8F-7DEBC8E3FA1D}" type="presParOf" srcId="{36E6431A-8752-4842-8CC2-567F38961ED8}" destId="{EB6C6DFF-1EE9-44FD-8FBC-0DD05B4DE25B}" srcOrd="0" destOrd="0" presId="urn:microsoft.com/office/officeart/2005/8/layout/hierarchy1"/>
    <dgm:cxn modelId="{E33E58F6-AEB9-4F5D-8A22-EA7A829379D8}" type="presParOf" srcId="{36E6431A-8752-4842-8CC2-567F38961ED8}" destId="{E9467996-E7B3-4B2E-81F5-ACBA825B5B32}" srcOrd="1" destOrd="0" presId="urn:microsoft.com/office/officeart/2005/8/layout/hierarchy1"/>
    <dgm:cxn modelId="{10EA3A45-888A-4114-B8A9-CE1E8098B26D}" type="presParOf" srcId="{EBE8CEAF-2195-4876-A437-7762CB3943D2}" destId="{4867EBA8-4648-41E0-999D-A815CCD3CC2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8A7EA81-3B48-48FD-A44D-D3B6722E6A23}"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7B8BA40A-0587-40F9-A426-54003E59C854}">
      <dgm:prSet phldrT="[Text]"/>
      <dgm:spPr/>
      <dgm:t>
        <a:bodyPr/>
        <a:lstStyle/>
        <a:p>
          <a:r>
            <a:rPr lang="en-US" dirty="0"/>
            <a:t>Memory Allocation</a:t>
          </a:r>
          <a:endParaRPr lang="en-IN" dirty="0"/>
        </a:p>
      </dgm:t>
    </dgm:pt>
    <dgm:pt modelId="{ED76BC26-89E9-42E5-80FD-FD6CD220014B}" type="parTrans" cxnId="{E64F675E-E21A-4269-9D4E-97A0E13DDC96}">
      <dgm:prSet/>
      <dgm:spPr/>
      <dgm:t>
        <a:bodyPr/>
        <a:lstStyle/>
        <a:p>
          <a:endParaRPr lang="en-IN"/>
        </a:p>
      </dgm:t>
    </dgm:pt>
    <dgm:pt modelId="{A7E45090-6CEB-428B-8E13-6099987BD3E0}" type="sibTrans" cxnId="{E64F675E-E21A-4269-9D4E-97A0E13DDC96}">
      <dgm:prSet/>
      <dgm:spPr/>
      <dgm:t>
        <a:bodyPr/>
        <a:lstStyle/>
        <a:p>
          <a:endParaRPr lang="en-IN"/>
        </a:p>
      </dgm:t>
    </dgm:pt>
    <dgm:pt modelId="{D91E6285-6740-43FB-9265-BDAE4C6949D0}">
      <dgm:prSet phldrT="[Text]"/>
      <dgm:spPr/>
      <dgm:t>
        <a:bodyPr/>
        <a:lstStyle/>
        <a:p>
          <a:r>
            <a:rPr lang="en-US" dirty="0"/>
            <a:t>Contiguous Memory Allocation</a:t>
          </a:r>
          <a:endParaRPr lang="en-IN" dirty="0"/>
        </a:p>
      </dgm:t>
    </dgm:pt>
    <dgm:pt modelId="{67DFA8C1-C1E6-462F-88BD-201F378AFFD5}" type="parTrans" cxnId="{EB95C572-38E0-4F24-9105-DFF9FB42B98E}">
      <dgm:prSet/>
      <dgm:spPr/>
      <dgm:t>
        <a:bodyPr/>
        <a:lstStyle/>
        <a:p>
          <a:endParaRPr lang="en-IN"/>
        </a:p>
      </dgm:t>
    </dgm:pt>
    <dgm:pt modelId="{9EB22472-2510-4EB0-B0E1-0445C9E427BB}" type="sibTrans" cxnId="{EB95C572-38E0-4F24-9105-DFF9FB42B98E}">
      <dgm:prSet/>
      <dgm:spPr/>
      <dgm:t>
        <a:bodyPr/>
        <a:lstStyle/>
        <a:p>
          <a:endParaRPr lang="en-IN"/>
        </a:p>
      </dgm:t>
    </dgm:pt>
    <dgm:pt modelId="{A5C9EFB8-3BB2-4E43-AB8E-DC9DEC8611C4}">
      <dgm:prSet phldrT="[Text]"/>
      <dgm:spPr/>
      <dgm:t>
        <a:bodyPr/>
        <a:lstStyle/>
        <a:p>
          <a:r>
            <a:rPr lang="en-US" dirty="0"/>
            <a:t>Fixed or Static Partition/Allocation</a:t>
          </a:r>
          <a:endParaRPr lang="en-IN" dirty="0"/>
        </a:p>
      </dgm:t>
    </dgm:pt>
    <dgm:pt modelId="{02DACC51-BDE1-400C-BE06-65F7D3A3ED6F}" type="parTrans" cxnId="{53BCE94F-50CD-4D29-9F58-FA37C548F41C}">
      <dgm:prSet/>
      <dgm:spPr/>
      <dgm:t>
        <a:bodyPr/>
        <a:lstStyle/>
        <a:p>
          <a:endParaRPr lang="en-IN"/>
        </a:p>
      </dgm:t>
    </dgm:pt>
    <dgm:pt modelId="{25D318A8-C387-4BBD-A071-931C79660061}" type="sibTrans" cxnId="{53BCE94F-50CD-4D29-9F58-FA37C548F41C}">
      <dgm:prSet/>
      <dgm:spPr/>
      <dgm:t>
        <a:bodyPr/>
        <a:lstStyle/>
        <a:p>
          <a:endParaRPr lang="en-IN"/>
        </a:p>
      </dgm:t>
    </dgm:pt>
    <dgm:pt modelId="{348D6E98-78F0-48CA-8386-B793C8E16E63}">
      <dgm:prSet phldrT="[Text]"/>
      <dgm:spPr/>
      <dgm:t>
        <a:bodyPr/>
        <a:lstStyle/>
        <a:p>
          <a:r>
            <a:rPr lang="en-US" dirty="0"/>
            <a:t>Dynamic or Variable Partition</a:t>
          </a:r>
          <a:r>
            <a:rPr lang="en-US"/>
            <a:t>/Allocation</a:t>
          </a:r>
          <a:endParaRPr lang="en-IN" dirty="0"/>
        </a:p>
      </dgm:t>
    </dgm:pt>
    <dgm:pt modelId="{150EEA24-902B-4A4B-A9E1-F00E5ED25B61}" type="parTrans" cxnId="{2CB58528-E562-415E-81AC-34A98D2C4ED3}">
      <dgm:prSet/>
      <dgm:spPr/>
      <dgm:t>
        <a:bodyPr/>
        <a:lstStyle/>
        <a:p>
          <a:endParaRPr lang="en-IN"/>
        </a:p>
      </dgm:t>
    </dgm:pt>
    <dgm:pt modelId="{C73A99D8-37B0-42CA-BD67-92F1F512B976}" type="sibTrans" cxnId="{2CB58528-E562-415E-81AC-34A98D2C4ED3}">
      <dgm:prSet/>
      <dgm:spPr/>
      <dgm:t>
        <a:bodyPr/>
        <a:lstStyle/>
        <a:p>
          <a:endParaRPr lang="en-IN"/>
        </a:p>
      </dgm:t>
    </dgm:pt>
    <dgm:pt modelId="{09B316E8-5684-4C50-965E-4870A089CD7B}">
      <dgm:prSet phldrT="[Text]"/>
      <dgm:spPr/>
      <dgm:t>
        <a:bodyPr/>
        <a:lstStyle/>
        <a:p>
          <a:r>
            <a:rPr lang="en-US" dirty="0"/>
            <a:t>Non Contiguous Memory Allocation</a:t>
          </a:r>
          <a:endParaRPr lang="en-IN" dirty="0"/>
        </a:p>
      </dgm:t>
    </dgm:pt>
    <dgm:pt modelId="{5A0BFB9F-53D7-401C-809C-C7F29CBC8A6B}" type="parTrans" cxnId="{87340626-C600-497B-9E9F-85F5DB7E9B46}">
      <dgm:prSet/>
      <dgm:spPr/>
      <dgm:t>
        <a:bodyPr/>
        <a:lstStyle/>
        <a:p>
          <a:endParaRPr lang="en-IN"/>
        </a:p>
      </dgm:t>
    </dgm:pt>
    <dgm:pt modelId="{29A289A5-7506-451E-9BB6-1E4E6392EA92}" type="sibTrans" cxnId="{87340626-C600-497B-9E9F-85F5DB7E9B46}">
      <dgm:prSet/>
      <dgm:spPr/>
      <dgm:t>
        <a:bodyPr/>
        <a:lstStyle/>
        <a:p>
          <a:endParaRPr lang="en-IN"/>
        </a:p>
      </dgm:t>
    </dgm:pt>
    <dgm:pt modelId="{D0B88450-73E5-4CBA-8CB1-8D83E09F368E}" type="pres">
      <dgm:prSet presAssocID="{F8A7EA81-3B48-48FD-A44D-D3B6722E6A23}" presName="hierChild1" presStyleCnt="0">
        <dgm:presLayoutVars>
          <dgm:chPref val="1"/>
          <dgm:dir/>
          <dgm:animOne val="branch"/>
          <dgm:animLvl val="lvl"/>
          <dgm:resizeHandles/>
        </dgm:presLayoutVars>
      </dgm:prSet>
      <dgm:spPr/>
    </dgm:pt>
    <dgm:pt modelId="{484A32CB-B17E-4124-9739-622D454CB339}" type="pres">
      <dgm:prSet presAssocID="{7B8BA40A-0587-40F9-A426-54003E59C854}" presName="hierRoot1" presStyleCnt="0"/>
      <dgm:spPr/>
    </dgm:pt>
    <dgm:pt modelId="{80E5E154-89CF-40F0-885C-F43FF05F5E8A}" type="pres">
      <dgm:prSet presAssocID="{7B8BA40A-0587-40F9-A426-54003E59C854}" presName="composite" presStyleCnt="0"/>
      <dgm:spPr/>
    </dgm:pt>
    <dgm:pt modelId="{46FF6228-8E87-4130-B995-1D742B3ABD5A}" type="pres">
      <dgm:prSet presAssocID="{7B8BA40A-0587-40F9-A426-54003E59C854}" presName="background" presStyleLbl="node0" presStyleIdx="0" presStyleCnt="1"/>
      <dgm:spPr/>
    </dgm:pt>
    <dgm:pt modelId="{9CC573FD-46C5-4C44-A15B-64F9BD661BB9}" type="pres">
      <dgm:prSet presAssocID="{7B8BA40A-0587-40F9-A426-54003E59C854}" presName="text" presStyleLbl="fgAcc0" presStyleIdx="0" presStyleCnt="1" custLinFactNeighborX="550" custLinFactNeighborY="-284">
        <dgm:presLayoutVars>
          <dgm:chPref val="3"/>
        </dgm:presLayoutVars>
      </dgm:prSet>
      <dgm:spPr/>
    </dgm:pt>
    <dgm:pt modelId="{E00DDE34-C6A6-4D40-A31E-B6AF3BFDDE1E}" type="pres">
      <dgm:prSet presAssocID="{7B8BA40A-0587-40F9-A426-54003E59C854}" presName="hierChild2" presStyleCnt="0"/>
      <dgm:spPr/>
    </dgm:pt>
    <dgm:pt modelId="{797D551C-AFCB-47C9-8861-0421BA63FB0D}" type="pres">
      <dgm:prSet presAssocID="{67DFA8C1-C1E6-462F-88BD-201F378AFFD5}" presName="Name10" presStyleLbl="parChTrans1D2" presStyleIdx="0" presStyleCnt="2"/>
      <dgm:spPr/>
    </dgm:pt>
    <dgm:pt modelId="{93F66BC1-2487-4AD4-9057-3B39784C90FD}" type="pres">
      <dgm:prSet presAssocID="{D91E6285-6740-43FB-9265-BDAE4C6949D0}" presName="hierRoot2" presStyleCnt="0"/>
      <dgm:spPr/>
    </dgm:pt>
    <dgm:pt modelId="{17D2F515-D89C-4DA0-9C66-0C00EF8698A6}" type="pres">
      <dgm:prSet presAssocID="{D91E6285-6740-43FB-9265-BDAE4C6949D0}" presName="composite2" presStyleCnt="0"/>
      <dgm:spPr/>
    </dgm:pt>
    <dgm:pt modelId="{4B57160E-A356-4A24-85D2-126E1564C81E}" type="pres">
      <dgm:prSet presAssocID="{D91E6285-6740-43FB-9265-BDAE4C6949D0}" presName="background2" presStyleLbl="node2" presStyleIdx="0" presStyleCnt="2"/>
      <dgm:spPr/>
    </dgm:pt>
    <dgm:pt modelId="{23DB67F0-060E-4571-A6C8-FAEE8A5C5CB5}" type="pres">
      <dgm:prSet presAssocID="{D91E6285-6740-43FB-9265-BDAE4C6949D0}" presName="text2" presStyleLbl="fgAcc2" presStyleIdx="0" presStyleCnt="2">
        <dgm:presLayoutVars>
          <dgm:chPref val="3"/>
        </dgm:presLayoutVars>
      </dgm:prSet>
      <dgm:spPr/>
    </dgm:pt>
    <dgm:pt modelId="{2D850798-AAE1-40C2-AAF4-D56211839E86}" type="pres">
      <dgm:prSet presAssocID="{D91E6285-6740-43FB-9265-BDAE4C6949D0}" presName="hierChild3" presStyleCnt="0"/>
      <dgm:spPr/>
    </dgm:pt>
    <dgm:pt modelId="{8C6CE70B-86F4-43EB-9637-568ECF1D9264}" type="pres">
      <dgm:prSet presAssocID="{02DACC51-BDE1-400C-BE06-65F7D3A3ED6F}" presName="Name17" presStyleLbl="parChTrans1D3" presStyleIdx="0" presStyleCnt="2"/>
      <dgm:spPr/>
    </dgm:pt>
    <dgm:pt modelId="{883C6A47-72AF-4AB5-A870-E284E719EB1A}" type="pres">
      <dgm:prSet presAssocID="{A5C9EFB8-3BB2-4E43-AB8E-DC9DEC8611C4}" presName="hierRoot3" presStyleCnt="0"/>
      <dgm:spPr/>
    </dgm:pt>
    <dgm:pt modelId="{333AAF29-4763-45F4-BF84-A580AF034BD5}" type="pres">
      <dgm:prSet presAssocID="{A5C9EFB8-3BB2-4E43-AB8E-DC9DEC8611C4}" presName="composite3" presStyleCnt="0"/>
      <dgm:spPr/>
    </dgm:pt>
    <dgm:pt modelId="{B32B789E-7FED-4637-BD62-D1111B9E0484}" type="pres">
      <dgm:prSet presAssocID="{A5C9EFB8-3BB2-4E43-AB8E-DC9DEC8611C4}" presName="background3" presStyleLbl="node3" presStyleIdx="0" presStyleCnt="2"/>
      <dgm:spPr/>
    </dgm:pt>
    <dgm:pt modelId="{9AB59E90-ACF9-4CB1-8B1C-FF8920B036F5}" type="pres">
      <dgm:prSet presAssocID="{A5C9EFB8-3BB2-4E43-AB8E-DC9DEC8611C4}" presName="text3" presStyleLbl="fgAcc3" presStyleIdx="0" presStyleCnt="2">
        <dgm:presLayoutVars>
          <dgm:chPref val="3"/>
        </dgm:presLayoutVars>
      </dgm:prSet>
      <dgm:spPr/>
    </dgm:pt>
    <dgm:pt modelId="{E627152C-7BC9-428D-91A0-7BB44080E90C}" type="pres">
      <dgm:prSet presAssocID="{A5C9EFB8-3BB2-4E43-AB8E-DC9DEC8611C4}" presName="hierChild4" presStyleCnt="0"/>
      <dgm:spPr/>
    </dgm:pt>
    <dgm:pt modelId="{34D66443-FDA0-42C6-A1AA-F32B9B179DB1}" type="pres">
      <dgm:prSet presAssocID="{150EEA24-902B-4A4B-A9E1-F00E5ED25B61}" presName="Name17" presStyleLbl="parChTrans1D3" presStyleIdx="1" presStyleCnt="2"/>
      <dgm:spPr/>
    </dgm:pt>
    <dgm:pt modelId="{16D494F7-DD73-4890-80AE-CCDFBB159AB1}" type="pres">
      <dgm:prSet presAssocID="{348D6E98-78F0-48CA-8386-B793C8E16E63}" presName="hierRoot3" presStyleCnt="0"/>
      <dgm:spPr/>
    </dgm:pt>
    <dgm:pt modelId="{E8D6F3F6-3838-4A8E-A76C-DD98F5F37773}" type="pres">
      <dgm:prSet presAssocID="{348D6E98-78F0-48CA-8386-B793C8E16E63}" presName="composite3" presStyleCnt="0"/>
      <dgm:spPr/>
    </dgm:pt>
    <dgm:pt modelId="{B0DA5787-5871-4CB5-964F-2B01F14FA00C}" type="pres">
      <dgm:prSet presAssocID="{348D6E98-78F0-48CA-8386-B793C8E16E63}" presName="background3" presStyleLbl="node3" presStyleIdx="1" presStyleCnt="2"/>
      <dgm:spPr/>
    </dgm:pt>
    <dgm:pt modelId="{385A0E40-55FA-42E5-A859-4FF9AE4DA728}" type="pres">
      <dgm:prSet presAssocID="{348D6E98-78F0-48CA-8386-B793C8E16E63}" presName="text3" presStyleLbl="fgAcc3" presStyleIdx="1" presStyleCnt="2">
        <dgm:presLayoutVars>
          <dgm:chPref val="3"/>
        </dgm:presLayoutVars>
      </dgm:prSet>
      <dgm:spPr/>
    </dgm:pt>
    <dgm:pt modelId="{3BC1A240-698D-4E4F-B0DA-2B2DE172EB81}" type="pres">
      <dgm:prSet presAssocID="{348D6E98-78F0-48CA-8386-B793C8E16E63}" presName="hierChild4" presStyleCnt="0"/>
      <dgm:spPr/>
    </dgm:pt>
    <dgm:pt modelId="{10C81DEC-856E-4CFF-A141-00FE2772ACEB}" type="pres">
      <dgm:prSet presAssocID="{5A0BFB9F-53D7-401C-809C-C7F29CBC8A6B}" presName="Name10" presStyleLbl="parChTrans1D2" presStyleIdx="1" presStyleCnt="2"/>
      <dgm:spPr/>
    </dgm:pt>
    <dgm:pt modelId="{EBE8CEAF-2195-4876-A437-7762CB3943D2}" type="pres">
      <dgm:prSet presAssocID="{09B316E8-5684-4C50-965E-4870A089CD7B}" presName="hierRoot2" presStyleCnt="0"/>
      <dgm:spPr/>
    </dgm:pt>
    <dgm:pt modelId="{36E6431A-8752-4842-8CC2-567F38961ED8}" type="pres">
      <dgm:prSet presAssocID="{09B316E8-5684-4C50-965E-4870A089CD7B}" presName="composite2" presStyleCnt="0"/>
      <dgm:spPr/>
    </dgm:pt>
    <dgm:pt modelId="{EB6C6DFF-1EE9-44FD-8FBC-0DD05B4DE25B}" type="pres">
      <dgm:prSet presAssocID="{09B316E8-5684-4C50-965E-4870A089CD7B}" presName="background2" presStyleLbl="node2" presStyleIdx="1" presStyleCnt="2"/>
      <dgm:spPr/>
    </dgm:pt>
    <dgm:pt modelId="{E9467996-E7B3-4B2E-81F5-ACBA825B5B32}" type="pres">
      <dgm:prSet presAssocID="{09B316E8-5684-4C50-965E-4870A089CD7B}" presName="text2" presStyleLbl="fgAcc2" presStyleIdx="1" presStyleCnt="2">
        <dgm:presLayoutVars>
          <dgm:chPref val="3"/>
        </dgm:presLayoutVars>
      </dgm:prSet>
      <dgm:spPr/>
    </dgm:pt>
    <dgm:pt modelId="{4867EBA8-4648-41E0-999D-A815CCD3CC2B}" type="pres">
      <dgm:prSet presAssocID="{09B316E8-5684-4C50-965E-4870A089CD7B}" presName="hierChild3" presStyleCnt="0"/>
      <dgm:spPr/>
    </dgm:pt>
  </dgm:ptLst>
  <dgm:cxnLst>
    <dgm:cxn modelId="{87340626-C600-497B-9E9F-85F5DB7E9B46}" srcId="{7B8BA40A-0587-40F9-A426-54003E59C854}" destId="{09B316E8-5684-4C50-965E-4870A089CD7B}" srcOrd="1" destOrd="0" parTransId="{5A0BFB9F-53D7-401C-809C-C7F29CBC8A6B}" sibTransId="{29A289A5-7506-451E-9BB6-1E4E6392EA92}"/>
    <dgm:cxn modelId="{2CB58528-E562-415E-81AC-34A98D2C4ED3}" srcId="{D91E6285-6740-43FB-9265-BDAE4C6949D0}" destId="{348D6E98-78F0-48CA-8386-B793C8E16E63}" srcOrd="1" destOrd="0" parTransId="{150EEA24-902B-4A4B-A9E1-F00E5ED25B61}" sibTransId="{C73A99D8-37B0-42CA-BD67-92F1F512B976}"/>
    <dgm:cxn modelId="{3AEDE837-7EBA-4FBA-B7C8-8194BF558CD0}" type="presOf" srcId="{D91E6285-6740-43FB-9265-BDAE4C6949D0}" destId="{23DB67F0-060E-4571-A6C8-FAEE8A5C5CB5}" srcOrd="0" destOrd="0" presId="urn:microsoft.com/office/officeart/2005/8/layout/hierarchy1"/>
    <dgm:cxn modelId="{E64F675E-E21A-4269-9D4E-97A0E13DDC96}" srcId="{F8A7EA81-3B48-48FD-A44D-D3B6722E6A23}" destId="{7B8BA40A-0587-40F9-A426-54003E59C854}" srcOrd="0" destOrd="0" parTransId="{ED76BC26-89E9-42E5-80FD-FD6CD220014B}" sibTransId="{A7E45090-6CEB-428B-8E13-6099987BD3E0}"/>
    <dgm:cxn modelId="{53BCE94F-50CD-4D29-9F58-FA37C548F41C}" srcId="{D91E6285-6740-43FB-9265-BDAE4C6949D0}" destId="{A5C9EFB8-3BB2-4E43-AB8E-DC9DEC8611C4}" srcOrd="0" destOrd="0" parTransId="{02DACC51-BDE1-400C-BE06-65F7D3A3ED6F}" sibTransId="{25D318A8-C387-4BBD-A071-931C79660061}"/>
    <dgm:cxn modelId="{EB95C572-38E0-4F24-9105-DFF9FB42B98E}" srcId="{7B8BA40A-0587-40F9-A426-54003E59C854}" destId="{D91E6285-6740-43FB-9265-BDAE4C6949D0}" srcOrd="0" destOrd="0" parTransId="{67DFA8C1-C1E6-462F-88BD-201F378AFFD5}" sibTransId="{9EB22472-2510-4EB0-B0E1-0445C9E427BB}"/>
    <dgm:cxn modelId="{1CA3AE86-40D0-45F8-B6FE-5F4C2D4F65F0}" type="presOf" srcId="{09B316E8-5684-4C50-965E-4870A089CD7B}" destId="{E9467996-E7B3-4B2E-81F5-ACBA825B5B32}" srcOrd="0" destOrd="0" presId="urn:microsoft.com/office/officeart/2005/8/layout/hierarchy1"/>
    <dgm:cxn modelId="{BD6ABB95-5787-4256-904B-B56FD17E8E98}" type="presOf" srcId="{150EEA24-902B-4A4B-A9E1-F00E5ED25B61}" destId="{34D66443-FDA0-42C6-A1AA-F32B9B179DB1}" srcOrd="0" destOrd="0" presId="urn:microsoft.com/office/officeart/2005/8/layout/hierarchy1"/>
    <dgm:cxn modelId="{07F1A999-3631-4B8D-9067-6DBE33E15381}" type="presOf" srcId="{A5C9EFB8-3BB2-4E43-AB8E-DC9DEC8611C4}" destId="{9AB59E90-ACF9-4CB1-8B1C-FF8920B036F5}" srcOrd="0" destOrd="0" presId="urn:microsoft.com/office/officeart/2005/8/layout/hierarchy1"/>
    <dgm:cxn modelId="{B9EBCFA2-96BF-4CE1-BD5B-4278730D591D}" type="presOf" srcId="{67DFA8C1-C1E6-462F-88BD-201F378AFFD5}" destId="{797D551C-AFCB-47C9-8861-0421BA63FB0D}" srcOrd="0" destOrd="0" presId="urn:microsoft.com/office/officeart/2005/8/layout/hierarchy1"/>
    <dgm:cxn modelId="{E716F8D9-71EC-47B6-A993-F625B2E3420B}" type="presOf" srcId="{5A0BFB9F-53D7-401C-809C-C7F29CBC8A6B}" destId="{10C81DEC-856E-4CFF-A141-00FE2772ACEB}" srcOrd="0" destOrd="0" presId="urn:microsoft.com/office/officeart/2005/8/layout/hierarchy1"/>
    <dgm:cxn modelId="{A3FB49DC-5423-4E55-BFB1-DED491193C18}" type="presOf" srcId="{F8A7EA81-3B48-48FD-A44D-D3B6722E6A23}" destId="{D0B88450-73E5-4CBA-8CB1-8D83E09F368E}" srcOrd="0" destOrd="0" presId="urn:microsoft.com/office/officeart/2005/8/layout/hierarchy1"/>
    <dgm:cxn modelId="{A84077E2-6FF1-4750-A068-0F2C328369AF}" type="presOf" srcId="{348D6E98-78F0-48CA-8386-B793C8E16E63}" destId="{385A0E40-55FA-42E5-A859-4FF9AE4DA728}" srcOrd="0" destOrd="0" presId="urn:microsoft.com/office/officeart/2005/8/layout/hierarchy1"/>
    <dgm:cxn modelId="{A111A4EC-BE62-4D17-B593-6B3F9E89EDDC}" type="presOf" srcId="{02DACC51-BDE1-400C-BE06-65F7D3A3ED6F}" destId="{8C6CE70B-86F4-43EB-9637-568ECF1D9264}" srcOrd="0" destOrd="0" presId="urn:microsoft.com/office/officeart/2005/8/layout/hierarchy1"/>
    <dgm:cxn modelId="{7C1753F7-0ED5-4CE9-B7F3-F624F43F8231}" type="presOf" srcId="{7B8BA40A-0587-40F9-A426-54003E59C854}" destId="{9CC573FD-46C5-4C44-A15B-64F9BD661BB9}" srcOrd="0" destOrd="0" presId="urn:microsoft.com/office/officeart/2005/8/layout/hierarchy1"/>
    <dgm:cxn modelId="{CCD6D9B8-FF31-43E7-ADEF-10013456AA5E}" type="presParOf" srcId="{D0B88450-73E5-4CBA-8CB1-8D83E09F368E}" destId="{484A32CB-B17E-4124-9739-622D454CB339}" srcOrd="0" destOrd="0" presId="urn:microsoft.com/office/officeart/2005/8/layout/hierarchy1"/>
    <dgm:cxn modelId="{38C063F9-B44C-429D-B390-9387B5032CE6}" type="presParOf" srcId="{484A32CB-B17E-4124-9739-622D454CB339}" destId="{80E5E154-89CF-40F0-885C-F43FF05F5E8A}" srcOrd="0" destOrd="0" presId="urn:microsoft.com/office/officeart/2005/8/layout/hierarchy1"/>
    <dgm:cxn modelId="{7B3DA61B-D47F-4B85-9BF5-C68201E4A056}" type="presParOf" srcId="{80E5E154-89CF-40F0-885C-F43FF05F5E8A}" destId="{46FF6228-8E87-4130-B995-1D742B3ABD5A}" srcOrd="0" destOrd="0" presId="urn:microsoft.com/office/officeart/2005/8/layout/hierarchy1"/>
    <dgm:cxn modelId="{296B2669-C1C8-4626-BC78-D97DAD4CDDAD}" type="presParOf" srcId="{80E5E154-89CF-40F0-885C-F43FF05F5E8A}" destId="{9CC573FD-46C5-4C44-A15B-64F9BD661BB9}" srcOrd="1" destOrd="0" presId="urn:microsoft.com/office/officeart/2005/8/layout/hierarchy1"/>
    <dgm:cxn modelId="{F1A96706-DFF0-406F-8064-A63903D082BA}" type="presParOf" srcId="{484A32CB-B17E-4124-9739-622D454CB339}" destId="{E00DDE34-C6A6-4D40-A31E-B6AF3BFDDE1E}" srcOrd="1" destOrd="0" presId="urn:microsoft.com/office/officeart/2005/8/layout/hierarchy1"/>
    <dgm:cxn modelId="{FCCF33EE-7754-40CC-B6B8-1453E6B3FB72}" type="presParOf" srcId="{E00DDE34-C6A6-4D40-A31E-B6AF3BFDDE1E}" destId="{797D551C-AFCB-47C9-8861-0421BA63FB0D}" srcOrd="0" destOrd="0" presId="urn:microsoft.com/office/officeart/2005/8/layout/hierarchy1"/>
    <dgm:cxn modelId="{AD3C0AB9-C135-4CF4-B612-469DB2DE960E}" type="presParOf" srcId="{E00DDE34-C6A6-4D40-A31E-B6AF3BFDDE1E}" destId="{93F66BC1-2487-4AD4-9057-3B39784C90FD}" srcOrd="1" destOrd="0" presId="urn:microsoft.com/office/officeart/2005/8/layout/hierarchy1"/>
    <dgm:cxn modelId="{8A9B1F32-571C-4D82-83D7-61BA4D3ABEA6}" type="presParOf" srcId="{93F66BC1-2487-4AD4-9057-3B39784C90FD}" destId="{17D2F515-D89C-4DA0-9C66-0C00EF8698A6}" srcOrd="0" destOrd="0" presId="urn:microsoft.com/office/officeart/2005/8/layout/hierarchy1"/>
    <dgm:cxn modelId="{7863FF1A-6DEF-48FA-862E-24C7DCD4B124}" type="presParOf" srcId="{17D2F515-D89C-4DA0-9C66-0C00EF8698A6}" destId="{4B57160E-A356-4A24-85D2-126E1564C81E}" srcOrd="0" destOrd="0" presId="urn:microsoft.com/office/officeart/2005/8/layout/hierarchy1"/>
    <dgm:cxn modelId="{16903789-907C-4826-AE11-3CDAF1278A99}" type="presParOf" srcId="{17D2F515-D89C-4DA0-9C66-0C00EF8698A6}" destId="{23DB67F0-060E-4571-A6C8-FAEE8A5C5CB5}" srcOrd="1" destOrd="0" presId="urn:microsoft.com/office/officeart/2005/8/layout/hierarchy1"/>
    <dgm:cxn modelId="{021E44BE-1F4A-41EB-973E-11879FCFF60D}" type="presParOf" srcId="{93F66BC1-2487-4AD4-9057-3B39784C90FD}" destId="{2D850798-AAE1-40C2-AAF4-D56211839E86}" srcOrd="1" destOrd="0" presId="urn:microsoft.com/office/officeart/2005/8/layout/hierarchy1"/>
    <dgm:cxn modelId="{34C8C4C6-8203-48CE-9381-43FD710FA0F2}" type="presParOf" srcId="{2D850798-AAE1-40C2-AAF4-D56211839E86}" destId="{8C6CE70B-86F4-43EB-9637-568ECF1D9264}" srcOrd="0" destOrd="0" presId="urn:microsoft.com/office/officeart/2005/8/layout/hierarchy1"/>
    <dgm:cxn modelId="{86A92139-5C3D-4F32-89C3-49A02C75CB99}" type="presParOf" srcId="{2D850798-AAE1-40C2-AAF4-D56211839E86}" destId="{883C6A47-72AF-4AB5-A870-E284E719EB1A}" srcOrd="1" destOrd="0" presId="urn:microsoft.com/office/officeart/2005/8/layout/hierarchy1"/>
    <dgm:cxn modelId="{D9C4563C-8FFA-41A8-81AE-EC32D0648494}" type="presParOf" srcId="{883C6A47-72AF-4AB5-A870-E284E719EB1A}" destId="{333AAF29-4763-45F4-BF84-A580AF034BD5}" srcOrd="0" destOrd="0" presId="urn:microsoft.com/office/officeart/2005/8/layout/hierarchy1"/>
    <dgm:cxn modelId="{076A054E-9E3D-46C7-9C40-B8FA3DAA98FE}" type="presParOf" srcId="{333AAF29-4763-45F4-BF84-A580AF034BD5}" destId="{B32B789E-7FED-4637-BD62-D1111B9E0484}" srcOrd="0" destOrd="0" presId="urn:microsoft.com/office/officeart/2005/8/layout/hierarchy1"/>
    <dgm:cxn modelId="{C99F8275-FAE2-426D-9933-DBF4D4256AB6}" type="presParOf" srcId="{333AAF29-4763-45F4-BF84-A580AF034BD5}" destId="{9AB59E90-ACF9-4CB1-8B1C-FF8920B036F5}" srcOrd="1" destOrd="0" presId="urn:microsoft.com/office/officeart/2005/8/layout/hierarchy1"/>
    <dgm:cxn modelId="{22D6CB8B-1A0F-47B8-BE42-6964CDDEA013}" type="presParOf" srcId="{883C6A47-72AF-4AB5-A870-E284E719EB1A}" destId="{E627152C-7BC9-428D-91A0-7BB44080E90C}" srcOrd="1" destOrd="0" presId="urn:microsoft.com/office/officeart/2005/8/layout/hierarchy1"/>
    <dgm:cxn modelId="{D94BFB80-DE83-4847-BE2A-16EBD82B1A96}" type="presParOf" srcId="{2D850798-AAE1-40C2-AAF4-D56211839E86}" destId="{34D66443-FDA0-42C6-A1AA-F32B9B179DB1}" srcOrd="2" destOrd="0" presId="urn:microsoft.com/office/officeart/2005/8/layout/hierarchy1"/>
    <dgm:cxn modelId="{9C6C4E99-2489-43FC-AC66-93129E37A78A}" type="presParOf" srcId="{2D850798-AAE1-40C2-AAF4-D56211839E86}" destId="{16D494F7-DD73-4890-80AE-CCDFBB159AB1}" srcOrd="3" destOrd="0" presId="urn:microsoft.com/office/officeart/2005/8/layout/hierarchy1"/>
    <dgm:cxn modelId="{F8A1204E-034D-4BE1-86C0-9CE3C6D9758A}" type="presParOf" srcId="{16D494F7-DD73-4890-80AE-CCDFBB159AB1}" destId="{E8D6F3F6-3838-4A8E-A76C-DD98F5F37773}" srcOrd="0" destOrd="0" presId="urn:microsoft.com/office/officeart/2005/8/layout/hierarchy1"/>
    <dgm:cxn modelId="{FC6601B2-5B13-4D09-B6C0-FF759493770C}" type="presParOf" srcId="{E8D6F3F6-3838-4A8E-A76C-DD98F5F37773}" destId="{B0DA5787-5871-4CB5-964F-2B01F14FA00C}" srcOrd="0" destOrd="0" presId="urn:microsoft.com/office/officeart/2005/8/layout/hierarchy1"/>
    <dgm:cxn modelId="{E603F59E-7C34-404F-853E-6BBC3B0F5F9C}" type="presParOf" srcId="{E8D6F3F6-3838-4A8E-A76C-DD98F5F37773}" destId="{385A0E40-55FA-42E5-A859-4FF9AE4DA728}" srcOrd="1" destOrd="0" presId="urn:microsoft.com/office/officeart/2005/8/layout/hierarchy1"/>
    <dgm:cxn modelId="{E1E2BDB9-861B-4FD0-A93C-A8DA6B523FE3}" type="presParOf" srcId="{16D494F7-DD73-4890-80AE-CCDFBB159AB1}" destId="{3BC1A240-698D-4E4F-B0DA-2B2DE172EB81}" srcOrd="1" destOrd="0" presId="urn:microsoft.com/office/officeart/2005/8/layout/hierarchy1"/>
    <dgm:cxn modelId="{6A65C95D-CD14-4F6D-A8CB-CBD92E971D25}" type="presParOf" srcId="{E00DDE34-C6A6-4D40-A31E-B6AF3BFDDE1E}" destId="{10C81DEC-856E-4CFF-A141-00FE2772ACEB}" srcOrd="2" destOrd="0" presId="urn:microsoft.com/office/officeart/2005/8/layout/hierarchy1"/>
    <dgm:cxn modelId="{496D5FAE-52F5-4E54-8217-F4A2E6DB90F2}" type="presParOf" srcId="{E00DDE34-C6A6-4D40-A31E-B6AF3BFDDE1E}" destId="{EBE8CEAF-2195-4876-A437-7762CB3943D2}" srcOrd="3" destOrd="0" presId="urn:microsoft.com/office/officeart/2005/8/layout/hierarchy1"/>
    <dgm:cxn modelId="{22449EC4-BFA8-4529-8E6F-4CEEBD9B9324}" type="presParOf" srcId="{EBE8CEAF-2195-4876-A437-7762CB3943D2}" destId="{36E6431A-8752-4842-8CC2-567F38961ED8}" srcOrd="0" destOrd="0" presId="urn:microsoft.com/office/officeart/2005/8/layout/hierarchy1"/>
    <dgm:cxn modelId="{416686B4-D816-486E-AF8F-7DEBC8E3FA1D}" type="presParOf" srcId="{36E6431A-8752-4842-8CC2-567F38961ED8}" destId="{EB6C6DFF-1EE9-44FD-8FBC-0DD05B4DE25B}" srcOrd="0" destOrd="0" presId="urn:microsoft.com/office/officeart/2005/8/layout/hierarchy1"/>
    <dgm:cxn modelId="{E33E58F6-AEB9-4F5D-8A22-EA7A829379D8}" type="presParOf" srcId="{36E6431A-8752-4842-8CC2-567F38961ED8}" destId="{E9467996-E7B3-4B2E-81F5-ACBA825B5B32}" srcOrd="1" destOrd="0" presId="urn:microsoft.com/office/officeart/2005/8/layout/hierarchy1"/>
    <dgm:cxn modelId="{10EA3A45-888A-4114-B8A9-CE1E8098B26D}" type="presParOf" srcId="{EBE8CEAF-2195-4876-A437-7762CB3943D2}" destId="{4867EBA8-4648-41E0-999D-A815CCD3CC2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0374698-D683-4B9A-8311-60B75BC7345E}"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IN"/>
        </a:p>
      </dgm:t>
    </dgm:pt>
    <dgm:pt modelId="{7C8FBA95-5111-4A38-8FD6-89F5ACF2F011}">
      <dgm:prSet phldrT="[Text]"/>
      <dgm:spPr/>
      <dgm:t>
        <a:bodyPr/>
        <a:lstStyle/>
        <a:p>
          <a:r>
            <a:rPr lang="en-US" dirty="0"/>
            <a:t>Non Contiguous Memory Allocation</a:t>
          </a:r>
          <a:endParaRPr lang="en-IN" dirty="0"/>
        </a:p>
      </dgm:t>
    </dgm:pt>
    <dgm:pt modelId="{97BFB3E8-BACF-4E66-BD6A-4DB985B1433E}" type="parTrans" cxnId="{AE9BD5CA-9CC9-42EC-8A97-E5FC2BB2A1B7}">
      <dgm:prSet/>
      <dgm:spPr/>
      <dgm:t>
        <a:bodyPr/>
        <a:lstStyle/>
        <a:p>
          <a:endParaRPr lang="en-IN"/>
        </a:p>
      </dgm:t>
    </dgm:pt>
    <dgm:pt modelId="{2F552068-A83E-4E15-8C26-DA256071F2A1}" type="sibTrans" cxnId="{AE9BD5CA-9CC9-42EC-8A97-E5FC2BB2A1B7}">
      <dgm:prSet/>
      <dgm:spPr/>
      <dgm:t>
        <a:bodyPr/>
        <a:lstStyle/>
        <a:p>
          <a:endParaRPr lang="en-IN"/>
        </a:p>
      </dgm:t>
    </dgm:pt>
    <dgm:pt modelId="{D084BCC8-FBCC-4CEA-8B08-C0C1719C9DC2}">
      <dgm:prSet phldrT="[Text]"/>
      <dgm:spPr/>
      <dgm:t>
        <a:bodyPr/>
        <a:lstStyle/>
        <a:p>
          <a:r>
            <a:rPr lang="en-US" dirty="0"/>
            <a:t>Paging </a:t>
          </a:r>
          <a:endParaRPr lang="en-IN" dirty="0"/>
        </a:p>
      </dgm:t>
    </dgm:pt>
    <dgm:pt modelId="{34502F9C-52F9-4BB7-B794-0106242BCBAF}" type="parTrans" cxnId="{AC153A2C-ACB1-46C7-B205-73CA1B60551E}">
      <dgm:prSet/>
      <dgm:spPr/>
      <dgm:t>
        <a:bodyPr/>
        <a:lstStyle/>
        <a:p>
          <a:endParaRPr lang="en-IN"/>
        </a:p>
      </dgm:t>
    </dgm:pt>
    <dgm:pt modelId="{DFB0D14A-DB03-4675-8927-C03771034AD3}" type="sibTrans" cxnId="{AC153A2C-ACB1-46C7-B205-73CA1B60551E}">
      <dgm:prSet/>
      <dgm:spPr/>
      <dgm:t>
        <a:bodyPr/>
        <a:lstStyle/>
        <a:p>
          <a:endParaRPr lang="en-IN"/>
        </a:p>
      </dgm:t>
    </dgm:pt>
    <dgm:pt modelId="{25B1BD0B-D66E-411B-A952-A921FEB572DD}">
      <dgm:prSet phldrT="[Text]"/>
      <dgm:spPr/>
      <dgm:t>
        <a:bodyPr/>
        <a:lstStyle/>
        <a:p>
          <a:r>
            <a:rPr lang="en-US" dirty="0"/>
            <a:t>Segmentation</a:t>
          </a:r>
          <a:endParaRPr lang="en-IN" dirty="0"/>
        </a:p>
      </dgm:t>
    </dgm:pt>
    <dgm:pt modelId="{2A2D94FF-B56B-4C3B-9B1E-A598EDC76AB0}" type="parTrans" cxnId="{CBCF1FCC-3FDC-47B5-9628-F0539F7341AB}">
      <dgm:prSet/>
      <dgm:spPr/>
      <dgm:t>
        <a:bodyPr/>
        <a:lstStyle/>
        <a:p>
          <a:endParaRPr lang="en-IN"/>
        </a:p>
      </dgm:t>
    </dgm:pt>
    <dgm:pt modelId="{59775C95-C875-4354-8508-72D17C2459D8}" type="sibTrans" cxnId="{CBCF1FCC-3FDC-47B5-9628-F0539F7341AB}">
      <dgm:prSet/>
      <dgm:spPr/>
      <dgm:t>
        <a:bodyPr/>
        <a:lstStyle/>
        <a:p>
          <a:endParaRPr lang="en-IN"/>
        </a:p>
      </dgm:t>
    </dgm:pt>
    <dgm:pt modelId="{CF67BFDE-85EF-4FE5-A0E2-735410B1EB23}" type="pres">
      <dgm:prSet presAssocID="{B0374698-D683-4B9A-8311-60B75BC7345E}" presName="hierChild1" presStyleCnt="0">
        <dgm:presLayoutVars>
          <dgm:chPref val="1"/>
          <dgm:dir/>
          <dgm:animOne val="branch"/>
          <dgm:animLvl val="lvl"/>
          <dgm:resizeHandles/>
        </dgm:presLayoutVars>
      </dgm:prSet>
      <dgm:spPr/>
    </dgm:pt>
    <dgm:pt modelId="{5F4A6B5B-4F6D-4693-A83E-8D73C4A1214E}" type="pres">
      <dgm:prSet presAssocID="{7C8FBA95-5111-4A38-8FD6-89F5ACF2F011}" presName="hierRoot1" presStyleCnt="0"/>
      <dgm:spPr/>
    </dgm:pt>
    <dgm:pt modelId="{59CB2545-CDC1-400D-8CE6-56F9A2C593A4}" type="pres">
      <dgm:prSet presAssocID="{7C8FBA95-5111-4A38-8FD6-89F5ACF2F011}" presName="composite" presStyleCnt="0"/>
      <dgm:spPr/>
    </dgm:pt>
    <dgm:pt modelId="{0DBBB34D-0FB6-4508-8F03-FD3B54576C4F}" type="pres">
      <dgm:prSet presAssocID="{7C8FBA95-5111-4A38-8FD6-89F5ACF2F011}" presName="background" presStyleLbl="node0" presStyleIdx="0" presStyleCnt="1"/>
      <dgm:spPr/>
    </dgm:pt>
    <dgm:pt modelId="{C4A0A049-9B6C-4AE7-A6DB-1F16BD8860F2}" type="pres">
      <dgm:prSet presAssocID="{7C8FBA95-5111-4A38-8FD6-89F5ACF2F011}" presName="text" presStyleLbl="fgAcc0" presStyleIdx="0" presStyleCnt="1" custLinFactNeighborX="-1565" custLinFactNeighborY="772">
        <dgm:presLayoutVars>
          <dgm:chPref val="3"/>
        </dgm:presLayoutVars>
      </dgm:prSet>
      <dgm:spPr/>
    </dgm:pt>
    <dgm:pt modelId="{ADA5407E-3A4D-455D-8295-0FCAD4A89DC5}" type="pres">
      <dgm:prSet presAssocID="{7C8FBA95-5111-4A38-8FD6-89F5ACF2F011}" presName="hierChild2" presStyleCnt="0"/>
      <dgm:spPr/>
    </dgm:pt>
    <dgm:pt modelId="{9E172113-76EE-4A23-A30C-4FC2FB22C706}" type="pres">
      <dgm:prSet presAssocID="{34502F9C-52F9-4BB7-B794-0106242BCBAF}" presName="Name10" presStyleLbl="parChTrans1D2" presStyleIdx="0" presStyleCnt="2"/>
      <dgm:spPr/>
    </dgm:pt>
    <dgm:pt modelId="{EB39B2D6-6955-4D8F-8410-DB5878D04B2C}" type="pres">
      <dgm:prSet presAssocID="{D084BCC8-FBCC-4CEA-8B08-C0C1719C9DC2}" presName="hierRoot2" presStyleCnt="0"/>
      <dgm:spPr/>
    </dgm:pt>
    <dgm:pt modelId="{13D75AB5-E513-4C06-A3A5-16A333423975}" type="pres">
      <dgm:prSet presAssocID="{D084BCC8-FBCC-4CEA-8B08-C0C1719C9DC2}" presName="composite2" presStyleCnt="0"/>
      <dgm:spPr/>
    </dgm:pt>
    <dgm:pt modelId="{9211D22E-3773-4456-9D32-4B7B9C5DF467}" type="pres">
      <dgm:prSet presAssocID="{D084BCC8-FBCC-4CEA-8B08-C0C1719C9DC2}" presName="background2" presStyleLbl="node2" presStyleIdx="0" presStyleCnt="2"/>
      <dgm:spPr/>
    </dgm:pt>
    <dgm:pt modelId="{7A7DCF38-7E99-464B-9218-847B9C4A55A6}" type="pres">
      <dgm:prSet presAssocID="{D084BCC8-FBCC-4CEA-8B08-C0C1719C9DC2}" presName="text2" presStyleLbl="fgAcc2" presStyleIdx="0" presStyleCnt="2">
        <dgm:presLayoutVars>
          <dgm:chPref val="3"/>
        </dgm:presLayoutVars>
      </dgm:prSet>
      <dgm:spPr/>
    </dgm:pt>
    <dgm:pt modelId="{5B9657FD-6C2F-4083-B641-DD0EF73027C4}" type="pres">
      <dgm:prSet presAssocID="{D084BCC8-FBCC-4CEA-8B08-C0C1719C9DC2}" presName="hierChild3" presStyleCnt="0"/>
      <dgm:spPr/>
    </dgm:pt>
    <dgm:pt modelId="{0302898A-0395-4A1C-9704-594D16B09EB2}" type="pres">
      <dgm:prSet presAssocID="{2A2D94FF-B56B-4C3B-9B1E-A598EDC76AB0}" presName="Name10" presStyleLbl="parChTrans1D2" presStyleIdx="1" presStyleCnt="2"/>
      <dgm:spPr/>
    </dgm:pt>
    <dgm:pt modelId="{F668F0CC-8908-4723-807A-D8D5B7369893}" type="pres">
      <dgm:prSet presAssocID="{25B1BD0B-D66E-411B-A952-A921FEB572DD}" presName="hierRoot2" presStyleCnt="0"/>
      <dgm:spPr/>
    </dgm:pt>
    <dgm:pt modelId="{62E41068-C2EF-4C79-95D2-97A3DC2B2824}" type="pres">
      <dgm:prSet presAssocID="{25B1BD0B-D66E-411B-A952-A921FEB572DD}" presName="composite2" presStyleCnt="0"/>
      <dgm:spPr/>
    </dgm:pt>
    <dgm:pt modelId="{4D8E4485-95F5-4B4D-92EB-645933BA9961}" type="pres">
      <dgm:prSet presAssocID="{25B1BD0B-D66E-411B-A952-A921FEB572DD}" presName="background2" presStyleLbl="node2" presStyleIdx="1" presStyleCnt="2"/>
      <dgm:spPr/>
    </dgm:pt>
    <dgm:pt modelId="{937FAEA8-41CB-4BE8-BAC3-1576C92CC81C}" type="pres">
      <dgm:prSet presAssocID="{25B1BD0B-D66E-411B-A952-A921FEB572DD}" presName="text2" presStyleLbl="fgAcc2" presStyleIdx="1" presStyleCnt="2">
        <dgm:presLayoutVars>
          <dgm:chPref val="3"/>
        </dgm:presLayoutVars>
      </dgm:prSet>
      <dgm:spPr/>
    </dgm:pt>
    <dgm:pt modelId="{D96609F0-FF41-4389-B420-B37718706828}" type="pres">
      <dgm:prSet presAssocID="{25B1BD0B-D66E-411B-A952-A921FEB572DD}" presName="hierChild3" presStyleCnt="0"/>
      <dgm:spPr/>
    </dgm:pt>
  </dgm:ptLst>
  <dgm:cxnLst>
    <dgm:cxn modelId="{5CF91B01-4535-4EE3-9355-C14A83A42E7C}" type="presOf" srcId="{7C8FBA95-5111-4A38-8FD6-89F5ACF2F011}" destId="{C4A0A049-9B6C-4AE7-A6DB-1F16BD8860F2}" srcOrd="0" destOrd="0" presId="urn:microsoft.com/office/officeart/2005/8/layout/hierarchy1"/>
    <dgm:cxn modelId="{11257013-3D7D-42C2-B403-8B4D91CEB14A}" type="presOf" srcId="{D084BCC8-FBCC-4CEA-8B08-C0C1719C9DC2}" destId="{7A7DCF38-7E99-464B-9218-847B9C4A55A6}" srcOrd="0" destOrd="0" presId="urn:microsoft.com/office/officeart/2005/8/layout/hierarchy1"/>
    <dgm:cxn modelId="{98544014-B532-46B9-B585-E89FF4C6B7F4}" type="presOf" srcId="{34502F9C-52F9-4BB7-B794-0106242BCBAF}" destId="{9E172113-76EE-4A23-A30C-4FC2FB22C706}" srcOrd="0" destOrd="0" presId="urn:microsoft.com/office/officeart/2005/8/layout/hierarchy1"/>
    <dgm:cxn modelId="{AC153A2C-ACB1-46C7-B205-73CA1B60551E}" srcId="{7C8FBA95-5111-4A38-8FD6-89F5ACF2F011}" destId="{D084BCC8-FBCC-4CEA-8B08-C0C1719C9DC2}" srcOrd="0" destOrd="0" parTransId="{34502F9C-52F9-4BB7-B794-0106242BCBAF}" sibTransId="{DFB0D14A-DB03-4675-8927-C03771034AD3}"/>
    <dgm:cxn modelId="{089F1640-74D3-45B8-B625-6C872B7A7D9C}" type="presOf" srcId="{B0374698-D683-4B9A-8311-60B75BC7345E}" destId="{CF67BFDE-85EF-4FE5-A0E2-735410B1EB23}" srcOrd="0" destOrd="0" presId="urn:microsoft.com/office/officeart/2005/8/layout/hierarchy1"/>
    <dgm:cxn modelId="{7DAE8487-B4AC-4258-A3C6-45FB8427F83E}" type="presOf" srcId="{2A2D94FF-B56B-4C3B-9B1E-A598EDC76AB0}" destId="{0302898A-0395-4A1C-9704-594D16B09EB2}" srcOrd="0" destOrd="0" presId="urn:microsoft.com/office/officeart/2005/8/layout/hierarchy1"/>
    <dgm:cxn modelId="{E6A59EB1-8C38-4810-AED1-5056ED70A811}" type="presOf" srcId="{25B1BD0B-D66E-411B-A952-A921FEB572DD}" destId="{937FAEA8-41CB-4BE8-BAC3-1576C92CC81C}" srcOrd="0" destOrd="0" presId="urn:microsoft.com/office/officeart/2005/8/layout/hierarchy1"/>
    <dgm:cxn modelId="{AE9BD5CA-9CC9-42EC-8A97-E5FC2BB2A1B7}" srcId="{B0374698-D683-4B9A-8311-60B75BC7345E}" destId="{7C8FBA95-5111-4A38-8FD6-89F5ACF2F011}" srcOrd="0" destOrd="0" parTransId="{97BFB3E8-BACF-4E66-BD6A-4DB985B1433E}" sibTransId="{2F552068-A83E-4E15-8C26-DA256071F2A1}"/>
    <dgm:cxn modelId="{CBCF1FCC-3FDC-47B5-9628-F0539F7341AB}" srcId="{7C8FBA95-5111-4A38-8FD6-89F5ACF2F011}" destId="{25B1BD0B-D66E-411B-A952-A921FEB572DD}" srcOrd="1" destOrd="0" parTransId="{2A2D94FF-B56B-4C3B-9B1E-A598EDC76AB0}" sibTransId="{59775C95-C875-4354-8508-72D17C2459D8}"/>
    <dgm:cxn modelId="{F861E9E3-30AD-43B4-8813-418A2308C74B}" type="presParOf" srcId="{CF67BFDE-85EF-4FE5-A0E2-735410B1EB23}" destId="{5F4A6B5B-4F6D-4693-A83E-8D73C4A1214E}" srcOrd="0" destOrd="0" presId="urn:microsoft.com/office/officeart/2005/8/layout/hierarchy1"/>
    <dgm:cxn modelId="{E7E5C8A5-49DB-46A0-822C-18A7211DD00E}" type="presParOf" srcId="{5F4A6B5B-4F6D-4693-A83E-8D73C4A1214E}" destId="{59CB2545-CDC1-400D-8CE6-56F9A2C593A4}" srcOrd="0" destOrd="0" presId="urn:microsoft.com/office/officeart/2005/8/layout/hierarchy1"/>
    <dgm:cxn modelId="{B57A0DF0-DD61-40BC-ABFB-9CBFBA8A1D9A}" type="presParOf" srcId="{59CB2545-CDC1-400D-8CE6-56F9A2C593A4}" destId="{0DBBB34D-0FB6-4508-8F03-FD3B54576C4F}" srcOrd="0" destOrd="0" presId="urn:microsoft.com/office/officeart/2005/8/layout/hierarchy1"/>
    <dgm:cxn modelId="{244728E0-F8A0-4F74-A637-2E061C9BA6F0}" type="presParOf" srcId="{59CB2545-CDC1-400D-8CE6-56F9A2C593A4}" destId="{C4A0A049-9B6C-4AE7-A6DB-1F16BD8860F2}" srcOrd="1" destOrd="0" presId="urn:microsoft.com/office/officeart/2005/8/layout/hierarchy1"/>
    <dgm:cxn modelId="{48CFC793-40C3-4F55-A3E3-7225C192BA6D}" type="presParOf" srcId="{5F4A6B5B-4F6D-4693-A83E-8D73C4A1214E}" destId="{ADA5407E-3A4D-455D-8295-0FCAD4A89DC5}" srcOrd="1" destOrd="0" presId="urn:microsoft.com/office/officeart/2005/8/layout/hierarchy1"/>
    <dgm:cxn modelId="{43A8D5FC-97E3-4E46-B459-EC5D4A6112EF}" type="presParOf" srcId="{ADA5407E-3A4D-455D-8295-0FCAD4A89DC5}" destId="{9E172113-76EE-4A23-A30C-4FC2FB22C706}" srcOrd="0" destOrd="0" presId="urn:microsoft.com/office/officeart/2005/8/layout/hierarchy1"/>
    <dgm:cxn modelId="{C1452E68-2D18-44E7-9009-2288044488B0}" type="presParOf" srcId="{ADA5407E-3A4D-455D-8295-0FCAD4A89DC5}" destId="{EB39B2D6-6955-4D8F-8410-DB5878D04B2C}" srcOrd="1" destOrd="0" presId="urn:microsoft.com/office/officeart/2005/8/layout/hierarchy1"/>
    <dgm:cxn modelId="{03D14CFC-8F9E-45D1-95AD-8D0E87F89CE7}" type="presParOf" srcId="{EB39B2D6-6955-4D8F-8410-DB5878D04B2C}" destId="{13D75AB5-E513-4C06-A3A5-16A333423975}" srcOrd="0" destOrd="0" presId="urn:microsoft.com/office/officeart/2005/8/layout/hierarchy1"/>
    <dgm:cxn modelId="{74245E5C-3AA6-4B1A-951D-C8011FC4431F}" type="presParOf" srcId="{13D75AB5-E513-4C06-A3A5-16A333423975}" destId="{9211D22E-3773-4456-9D32-4B7B9C5DF467}" srcOrd="0" destOrd="0" presId="urn:microsoft.com/office/officeart/2005/8/layout/hierarchy1"/>
    <dgm:cxn modelId="{43F0AA1F-F5C5-4F7C-8B40-8714A4582567}" type="presParOf" srcId="{13D75AB5-E513-4C06-A3A5-16A333423975}" destId="{7A7DCF38-7E99-464B-9218-847B9C4A55A6}" srcOrd="1" destOrd="0" presId="urn:microsoft.com/office/officeart/2005/8/layout/hierarchy1"/>
    <dgm:cxn modelId="{270746B5-2E2C-4040-87A5-76D060A96C55}" type="presParOf" srcId="{EB39B2D6-6955-4D8F-8410-DB5878D04B2C}" destId="{5B9657FD-6C2F-4083-B641-DD0EF73027C4}" srcOrd="1" destOrd="0" presId="urn:microsoft.com/office/officeart/2005/8/layout/hierarchy1"/>
    <dgm:cxn modelId="{28914B90-13FC-4372-B9DF-432D05C19FBF}" type="presParOf" srcId="{ADA5407E-3A4D-455D-8295-0FCAD4A89DC5}" destId="{0302898A-0395-4A1C-9704-594D16B09EB2}" srcOrd="2" destOrd="0" presId="urn:microsoft.com/office/officeart/2005/8/layout/hierarchy1"/>
    <dgm:cxn modelId="{7448E0A8-7B38-41A5-9DCE-01C95E8C7D76}" type="presParOf" srcId="{ADA5407E-3A4D-455D-8295-0FCAD4A89DC5}" destId="{F668F0CC-8908-4723-807A-D8D5B7369893}" srcOrd="3" destOrd="0" presId="urn:microsoft.com/office/officeart/2005/8/layout/hierarchy1"/>
    <dgm:cxn modelId="{AFE8EE54-C84A-48FD-BAFF-3D4419744BB7}" type="presParOf" srcId="{F668F0CC-8908-4723-807A-D8D5B7369893}" destId="{62E41068-C2EF-4C79-95D2-97A3DC2B2824}" srcOrd="0" destOrd="0" presId="urn:microsoft.com/office/officeart/2005/8/layout/hierarchy1"/>
    <dgm:cxn modelId="{A654C809-5306-4DFF-85A1-60C8BE8AB6AF}" type="presParOf" srcId="{62E41068-C2EF-4C79-95D2-97A3DC2B2824}" destId="{4D8E4485-95F5-4B4D-92EB-645933BA9961}" srcOrd="0" destOrd="0" presId="urn:microsoft.com/office/officeart/2005/8/layout/hierarchy1"/>
    <dgm:cxn modelId="{91ACE6B2-4BB8-4479-B294-392288B53327}" type="presParOf" srcId="{62E41068-C2EF-4C79-95D2-97A3DC2B2824}" destId="{937FAEA8-41CB-4BE8-BAC3-1576C92CC81C}" srcOrd="1" destOrd="0" presId="urn:microsoft.com/office/officeart/2005/8/layout/hierarchy1"/>
    <dgm:cxn modelId="{74ACD56F-5AA7-4D3E-B860-B16C48C52B72}" type="presParOf" srcId="{F668F0CC-8908-4723-807A-D8D5B7369893}" destId="{D96609F0-FF41-4389-B420-B37718706828}"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C81DEC-856E-4CFF-A141-00FE2772ACEB}">
      <dsp:nvSpPr>
        <dsp:cNvPr id="0" name=""/>
        <dsp:cNvSpPr/>
      </dsp:nvSpPr>
      <dsp:spPr>
        <a:xfrm>
          <a:off x="5073125" y="1136556"/>
          <a:ext cx="1092096" cy="519738"/>
        </a:xfrm>
        <a:custGeom>
          <a:avLst/>
          <a:gdLst/>
          <a:ahLst/>
          <a:cxnLst/>
          <a:rect l="0" t="0" r="0" b="0"/>
          <a:pathLst>
            <a:path>
              <a:moveTo>
                <a:pt x="0" y="0"/>
              </a:moveTo>
              <a:lnTo>
                <a:pt x="0" y="354186"/>
              </a:lnTo>
              <a:lnTo>
                <a:pt x="1092096" y="354186"/>
              </a:lnTo>
              <a:lnTo>
                <a:pt x="1092096" y="51973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D66443-FDA0-42C6-A1AA-F32B9B179DB1}">
      <dsp:nvSpPr>
        <dsp:cNvPr id="0" name=""/>
        <dsp:cNvSpPr/>
      </dsp:nvSpPr>
      <dsp:spPr>
        <a:xfrm>
          <a:off x="3981029" y="2791082"/>
          <a:ext cx="1092096" cy="519738"/>
        </a:xfrm>
        <a:custGeom>
          <a:avLst/>
          <a:gdLst/>
          <a:ahLst/>
          <a:cxnLst/>
          <a:rect l="0" t="0" r="0" b="0"/>
          <a:pathLst>
            <a:path>
              <a:moveTo>
                <a:pt x="0" y="0"/>
              </a:moveTo>
              <a:lnTo>
                <a:pt x="0" y="354186"/>
              </a:lnTo>
              <a:lnTo>
                <a:pt x="1092096" y="354186"/>
              </a:lnTo>
              <a:lnTo>
                <a:pt x="1092096" y="519738"/>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6CE70B-86F4-43EB-9637-568ECF1D9264}">
      <dsp:nvSpPr>
        <dsp:cNvPr id="0" name=""/>
        <dsp:cNvSpPr/>
      </dsp:nvSpPr>
      <dsp:spPr>
        <a:xfrm>
          <a:off x="2888933" y="2791082"/>
          <a:ext cx="1092096" cy="519738"/>
        </a:xfrm>
        <a:custGeom>
          <a:avLst/>
          <a:gdLst/>
          <a:ahLst/>
          <a:cxnLst/>
          <a:rect l="0" t="0" r="0" b="0"/>
          <a:pathLst>
            <a:path>
              <a:moveTo>
                <a:pt x="1092096" y="0"/>
              </a:moveTo>
              <a:lnTo>
                <a:pt x="1092096" y="354186"/>
              </a:lnTo>
              <a:lnTo>
                <a:pt x="0" y="354186"/>
              </a:lnTo>
              <a:lnTo>
                <a:pt x="0" y="519738"/>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7D551C-AFCB-47C9-8861-0421BA63FB0D}">
      <dsp:nvSpPr>
        <dsp:cNvPr id="0" name=""/>
        <dsp:cNvSpPr/>
      </dsp:nvSpPr>
      <dsp:spPr>
        <a:xfrm>
          <a:off x="3981029" y="1136556"/>
          <a:ext cx="1092096" cy="519738"/>
        </a:xfrm>
        <a:custGeom>
          <a:avLst/>
          <a:gdLst/>
          <a:ahLst/>
          <a:cxnLst/>
          <a:rect l="0" t="0" r="0" b="0"/>
          <a:pathLst>
            <a:path>
              <a:moveTo>
                <a:pt x="1092096" y="0"/>
              </a:moveTo>
              <a:lnTo>
                <a:pt x="1092096" y="354186"/>
              </a:lnTo>
              <a:lnTo>
                <a:pt x="0" y="354186"/>
              </a:lnTo>
              <a:lnTo>
                <a:pt x="0" y="519738"/>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FF6228-8E87-4130-B995-1D742B3ABD5A}">
      <dsp:nvSpPr>
        <dsp:cNvPr id="0" name=""/>
        <dsp:cNvSpPr/>
      </dsp:nvSpPr>
      <dsp:spPr>
        <a:xfrm>
          <a:off x="4179592" y="1768"/>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C573FD-46C5-4C44-A15B-64F9BD661BB9}">
      <dsp:nvSpPr>
        <dsp:cNvPr id="0" name=""/>
        <dsp:cNvSpPr/>
      </dsp:nvSpPr>
      <dsp:spPr>
        <a:xfrm>
          <a:off x="4378155" y="190403"/>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Memory Allocation</a:t>
          </a:r>
          <a:endParaRPr lang="en-IN" sz="1400" kern="1200" dirty="0"/>
        </a:p>
      </dsp:txBody>
      <dsp:txXfrm>
        <a:off x="4411392" y="223640"/>
        <a:ext cx="1720592" cy="1068313"/>
      </dsp:txXfrm>
    </dsp:sp>
    <dsp:sp modelId="{4B57160E-A356-4A24-85D2-126E1564C81E}">
      <dsp:nvSpPr>
        <dsp:cNvPr id="0" name=""/>
        <dsp:cNvSpPr/>
      </dsp:nvSpPr>
      <dsp:spPr>
        <a:xfrm>
          <a:off x="3087496" y="1656294"/>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DB67F0-060E-4571-A6C8-FAEE8A5C5CB5}">
      <dsp:nvSpPr>
        <dsp:cNvPr id="0" name=""/>
        <dsp:cNvSpPr/>
      </dsp:nvSpPr>
      <dsp:spPr>
        <a:xfrm>
          <a:off x="3286058" y="1844929"/>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Contiguous Memory Allocation</a:t>
          </a:r>
          <a:endParaRPr lang="en-IN" sz="1400" kern="1200" dirty="0"/>
        </a:p>
      </dsp:txBody>
      <dsp:txXfrm>
        <a:off x="3319295" y="1878166"/>
        <a:ext cx="1720592" cy="1068313"/>
      </dsp:txXfrm>
    </dsp:sp>
    <dsp:sp modelId="{B32B789E-7FED-4637-BD62-D1111B9E0484}">
      <dsp:nvSpPr>
        <dsp:cNvPr id="0" name=""/>
        <dsp:cNvSpPr/>
      </dsp:nvSpPr>
      <dsp:spPr>
        <a:xfrm>
          <a:off x="1995399" y="3310820"/>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B59E90-ACF9-4CB1-8B1C-FF8920B036F5}">
      <dsp:nvSpPr>
        <dsp:cNvPr id="0" name=""/>
        <dsp:cNvSpPr/>
      </dsp:nvSpPr>
      <dsp:spPr>
        <a:xfrm>
          <a:off x="2193962" y="3499455"/>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Fixed or Static Partition/Allocation</a:t>
          </a:r>
          <a:endParaRPr lang="en-IN" sz="1400" kern="1200" dirty="0"/>
        </a:p>
      </dsp:txBody>
      <dsp:txXfrm>
        <a:off x="2227199" y="3532692"/>
        <a:ext cx="1720592" cy="1068313"/>
      </dsp:txXfrm>
    </dsp:sp>
    <dsp:sp modelId="{B0DA5787-5871-4CB5-964F-2B01F14FA00C}">
      <dsp:nvSpPr>
        <dsp:cNvPr id="0" name=""/>
        <dsp:cNvSpPr/>
      </dsp:nvSpPr>
      <dsp:spPr>
        <a:xfrm>
          <a:off x="4179592" y="3310820"/>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5A0E40-55FA-42E5-A859-4FF9AE4DA728}">
      <dsp:nvSpPr>
        <dsp:cNvPr id="0" name=""/>
        <dsp:cNvSpPr/>
      </dsp:nvSpPr>
      <dsp:spPr>
        <a:xfrm>
          <a:off x="4378155" y="3499455"/>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Dynamic or Variable Partition/Allocation</a:t>
          </a:r>
          <a:endParaRPr lang="en-IN" sz="1400" kern="1200" dirty="0"/>
        </a:p>
      </dsp:txBody>
      <dsp:txXfrm>
        <a:off x="4411392" y="3532692"/>
        <a:ext cx="1720592" cy="1068313"/>
      </dsp:txXfrm>
    </dsp:sp>
    <dsp:sp modelId="{EB6C6DFF-1EE9-44FD-8FBC-0DD05B4DE25B}">
      <dsp:nvSpPr>
        <dsp:cNvPr id="0" name=""/>
        <dsp:cNvSpPr/>
      </dsp:nvSpPr>
      <dsp:spPr>
        <a:xfrm>
          <a:off x="5271688" y="1656294"/>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67996-E7B3-4B2E-81F5-ACBA825B5B32}">
      <dsp:nvSpPr>
        <dsp:cNvPr id="0" name=""/>
        <dsp:cNvSpPr/>
      </dsp:nvSpPr>
      <dsp:spPr>
        <a:xfrm>
          <a:off x="5470251" y="1844929"/>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Non Contiguous Memory Allocation</a:t>
          </a:r>
          <a:endParaRPr lang="en-IN" sz="1400" kern="1200" dirty="0"/>
        </a:p>
      </dsp:txBody>
      <dsp:txXfrm>
        <a:off x="5503488" y="1878166"/>
        <a:ext cx="1720592" cy="10683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C81DEC-856E-4CFF-A141-00FE2772ACEB}">
      <dsp:nvSpPr>
        <dsp:cNvPr id="0" name=""/>
        <dsp:cNvSpPr/>
      </dsp:nvSpPr>
      <dsp:spPr>
        <a:xfrm>
          <a:off x="5082954" y="1133333"/>
          <a:ext cx="1082267" cy="522961"/>
        </a:xfrm>
        <a:custGeom>
          <a:avLst/>
          <a:gdLst/>
          <a:ahLst/>
          <a:cxnLst/>
          <a:rect l="0" t="0" r="0" b="0"/>
          <a:pathLst>
            <a:path>
              <a:moveTo>
                <a:pt x="0" y="0"/>
              </a:moveTo>
              <a:lnTo>
                <a:pt x="0" y="357409"/>
              </a:lnTo>
              <a:lnTo>
                <a:pt x="1082267" y="357409"/>
              </a:lnTo>
              <a:lnTo>
                <a:pt x="1082267" y="522961"/>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4D66443-FDA0-42C6-A1AA-F32B9B179DB1}">
      <dsp:nvSpPr>
        <dsp:cNvPr id="0" name=""/>
        <dsp:cNvSpPr/>
      </dsp:nvSpPr>
      <dsp:spPr>
        <a:xfrm>
          <a:off x="3981029" y="2791082"/>
          <a:ext cx="1092096" cy="519738"/>
        </a:xfrm>
        <a:custGeom>
          <a:avLst/>
          <a:gdLst/>
          <a:ahLst/>
          <a:cxnLst/>
          <a:rect l="0" t="0" r="0" b="0"/>
          <a:pathLst>
            <a:path>
              <a:moveTo>
                <a:pt x="0" y="0"/>
              </a:moveTo>
              <a:lnTo>
                <a:pt x="0" y="354186"/>
              </a:lnTo>
              <a:lnTo>
                <a:pt x="1092096" y="354186"/>
              </a:lnTo>
              <a:lnTo>
                <a:pt x="1092096" y="519738"/>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C6CE70B-86F4-43EB-9637-568ECF1D9264}">
      <dsp:nvSpPr>
        <dsp:cNvPr id="0" name=""/>
        <dsp:cNvSpPr/>
      </dsp:nvSpPr>
      <dsp:spPr>
        <a:xfrm>
          <a:off x="2888933" y="2791082"/>
          <a:ext cx="1092096" cy="519738"/>
        </a:xfrm>
        <a:custGeom>
          <a:avLst/>
          <a:gdLst/>
          <a:ahLst/>
          <a:cxnLst/>
          <a:rect l="0" t="0" r="0" b="0"/>
          <a:pathLst>
            <a:path>
              <a:moveTo>
                <a:pt x="1092096" y="0"/>
              </a:moveTo>
              <a:lnTo>
                <a:pt x="1092096" y="354186"/>
              </a:lnTo>
              <a:lnTo>
                <a:pt x="0" y="354186"/>
              </a:lnTo>
              <a:lnTo>
                <a:pt x="0" y="519738"/>
              </a:lnTo>
            </a:path>
          </a:pathLst>
        </a:custGeom>
        <a:noFill/>
        <a:ln w="19050"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7D551C-AFCB-47C9-8861-0421BA63FB0D}">
      <dsp:nvSpPr>
        <dsp:cNvPr id="0" name=""/>
        <dsp:cNvSpPr/>
      </dsp:nvSpPr>
      <dsp:spPr>
        <a:xfrm>
          <a:off x="3981029" y="1133333"/>
          <a:ext cx="1101925" cy="522961"/>
        </a:xfrm>
        <a:custGeom>
          <a:avLst/>
          <a:gdLst/>
          <a:ahLst/>
          <a:cxnLst/>
          <a:rect l="0" t="0" r="0" b="0"/>
          <a:pathLst>
            <a:path>
              <a:moveTo>
                <a:pt x="1101925" y="0"/>
              </a:moveTo>
              <a:lnTo>
                <a:pt x="1101925" y="357409"/>
              </a:lnTo>
              <a:lnTo>
                <a:pt x="0" y="357409"/>
              </a:lnTo>
              <a:lnTo>
                <a:pt x="0" y="522961"/>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6FF6228-8E87-4130-B995-1D742B3ABD5A}">
      <dsp:nvSpPr>
        <dsp:cNvPr id="0" name=""/>
        <dsp:cNvSpPr/>
      </dsp:nvSpPr>
      <dsp:spPr>
        <a:xfrm>
          <a:off x="4189421" y="-1453"/>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CC573FD-46C5-4C44-A15B-64F9BD661BB9}">
      <dsp:nvSpPr>
        <dsp:cNvPr id="0" name=""/>
        <dsp:cNvSpPr/>
      </dsp:nvSpPr>
      <dsp:spPr>
        <a:xfrm>
          <a:off x="4387984" y="187181"/>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Memory Allocation</a:t>
          </a:r>
          <a:endParaRPr lang="en-IN" sz="1400" kern="1200" dirty="0"/>
        </a:p>
      </dsp:txBody>
      <dsp:txXfrm>
        <a:off x="4421221" y="220418"/>
        <a:ext cx="1720592" cy="1068313"/>
      </dsp:txXfrm>
    </dsp:sp>
    <dsp:sp modelId="{4B57160E-A356-4A24-85D2-126E1564C81E}">
      <dsp:nvSpPr>
        <dsp:cNvPr id="0" name=""/>
        <dsp:cNvSpPr/>
      </dsp:nvSpPr>
      <dsp:spPr>
        <a:xfrm>
          <a:off x="3087496" y="1656294"/>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3DB67F0-060E-4571-A6C8-FAEE8A5C5CB5}">
      <dsp:nvSpPr>
        <dsp:cNvPr id="0" name=""/>
        <dsp:cNvSpPr/>
      </dsp:nvSpPr>
      <dsp:spPr>
        <a:xfrm>
          <a:off x="3286058" y="1844929"/>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Contiguous Memory Allocation</a:t>
          </a:r>
          <a:endParaRPr lang="en-IN" sz="1400" kern="1200" dirty="0"/>
        </a:p>
      </dsp:txBody>
      <dsp:txXfrm>
        <a:off x="3319295" y="1878166"/>
        <a:ext cx="1720592" cy="1068313"/>
      </dsp:txXfrm>
    </dsp:sp>
    <dsp:sp modelId="{B32B789E-7FED-4637-BD62-D1111B9E0484}">
      <dsp:nvSpPr>
        <dsp:cNvPr id="0" name=""/>
        <dsp:cNvSpPr/>
      </dsp:nvSpPr>
      <dsp:spPr>
        <a:xfrm>
          <a:off x="1995399" y="3310820"/>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B59E90-ACF9-4CB1-8B1C-FF8920B036F5}">
      <dsp:nvSpPr>
        <dsp:cNvPr id="0" name=""/>
        <dsp:cNvSpPr/>
      </dsp:nvSpPr>
      <dsp:spPr>
        <a:xfrm>
          <a:off x="2193962" y="3499455"/>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Fixed or Static Partition/Allocation</a:t>
          </a:r>
          <a:endParaRPr lang="en-IN" sz="1400" kern="1200" dirty="0"/>
        </a:p>
      </dsp:txBody>
      <dsp:txXfrm>
        <a:off x="2227199" y="3532692"/>
        <a:ext cx="1720592" cy="1068313"/>
      </dsp:txXfrm>
    </dsp:sp>
    <dsp:sp modelId="{B0DA5787-5871-4CB5-964F-2B01F14FA00C}">
      <dsp:nvSpPr>
        <dsp:cNvPr id="0" name=""/>
        <dsp:cNvSpPr/>
      </dsp:nvSpPr>
      <dsp:spPr>
        <a:xfrm>
          <a:off x="4179592" y="3310820"/>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5A0E40-55FA-42E5-A859-4FF9AE4DA728}">
      <dsp:nvSpPr>
        <dsp:cNvPr id="0" name=""/>
        <dsp:cNvSpPr/>
      </dsp:nvSpPr>
      <dsp:spPr>
        <a:xfrm>
          <a:off x="4378155" y="3499455"/>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Dynamic or Variable Partition</a:t>
          </a:r>
          <a:r>
            <a:rPr lang="en-US" sz="1400" kern="1200"/>
            <a:t>/Allocation</a:t>
          </a:r>
          <a:endParaRPr lang="en-IN" sz="1400" kern="1200" dirty="0"/>
        </a:p>
      </dsp:txBody>
      <dsp:txXfrm>
        <a:off x="4411392" y="3532692"/>
        <a:ext cx="1720592" cy="1068313"/>
      </dsp:txXfrm>
    </dsp:sp>
    <dsp:sp modelId="{EB6C6DFF-1EE9-44FD-8FBC-0DD05B4DE25B}">
      <dsp:nvSpPr>
        <dsp:cNvPr id="0" name=""/>
        <dsp:cNvSpPr/>
      </dsp:nvSpPr>
      <dsp:spPr>
        <a:xfrm>
          <a:off x="5271688" y="1656294"/>
          <a:ext cx="1787066" cy="1134787"/>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67996-E7B3-4B2E-81F5-ACBA825B5B32}">
      <dsp:nvSpPr>
        <dsp:cNvPr id="0" name=""/>
        <dsp:cNvSpPr/>
      </dsp:nvSpPr>
      <dsp:spPr>
        <a:xfrm>
          <a:off x="5470251" y="1844929"/>
          <a:ext cx="1787066" cy="1134787"/>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Non Contiguous Memory Allocation</a:t>
          </a:r>
          <a:endParaRPr lang="en-IN" sz="1400" kern="1200" dirty="0"/>
        </a:p>
      </dsp:txBody>
      <dsp:txXfrm>
        <a:off x="5503488" y="1878166"/>
        <a:ext cx="1720592" cy="10683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02898A-0395-4A1C-9704-594D16B09EB2}">
      <dsp:nvSpPr>
        <dsp:cNvPr id="0" name=""/>
        <dsp:cNvSpPr/>
      </dsp:nvSpPr>
      <dsp:spPr>
        <a:xfrm>
          <a:off x="2064959" y="1382464"/>
          <a:ext cx="1181146" cy="538844"/>
        </a:xfrm>
        <a:custGeom>
          <a:avLst/>
          <a:gdLst/>
          <a:ahLst/>
          <a:cxnLst/>
          <a:rect l="0" t="0" r="0" b="0"/>
          <a:pathLst>
            <a:path>
              <a:moveTo>
                <a:pt x="0" y="0"/>
              </a:moveTo>
              <a:lnTo>
                <a:pt x="0" y="364263"/>
              </a:lnTo>
              <a:lnTo>
                <a:pt x="1181146" y="364263"/>
              </a:lnTo>
              <a:lnTo>
                <a:pt x="1181146" y="538844"/>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E172113-76EE-4A23-A30C-4FC2FB22C706}">
      <dsp:nvSpPr>
        <dsp:cNvPr id="0" name=""/>
        <dsp:cNvSpPr/>
      </dsp:nvSpPr>
      <dsp:spPr>
        <a:xfrm>
          <a:off x="942799" y="1382464"/>
          <a:ext cx="1122160" cy="538844"/>
        </a:xfrm>
        <a:custGeom>
          <a:avLst/>
          <a:gdLst/>
          <a:ahLst/>
          <a:cxnLst/>
          <a:rect l="0" t="0" r="0" b="0"/>
          <a:pathLst>
            <a:path>
              <a:moveTo>
                <a:pt x="1122160" y="0"/>
              </a:moveTo>
              <a:lnTo>
                <a:pt x="1122160" y="364263"/>
              </a:lnTo>
              <a:lnTo>
                <a:pt x="0" y="364263"/>
              </a:lnTo>
              <a:lnTo>
                <a:pt x="0" y="538844"/>
              </a:lnTo>
            </a:path>
          </a:pathLst>
        </a:cu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BBB34D-0FB6-4508-8F03-FD3B54576C4F}">
      <dsp:nvSpPr>
        <dsp:cNvPr id="0" name=""/>
        <dsp:cNvSpPr/>
      </dsp:nvSpPr>
      <dsp:spPr>
        <a:xfrm>
          <a:off x="1122697" y="185791"/>
          <a:ext cx="1884524" cy="119667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A0A049-9B6C-4AE7-A6DB-1F16BD8860F2}">
      <dsp:nvSpPr>
        <dsp:cNvPr id="0" name=""/>
        <dsp:cNvSpPr/>
      </dsp:nvSpPr>
      <dsp:spPr>
        <a:xfrm>
          <a:off x="1332089" y="384713"/>
          <a:ext cx="1884524" cy="119667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Non Contiguous Memory Allocation</a:t>
          </a:r>
          <a:endParaRPr lang="en-IN" sz="1800" kern="1200" dirty="0"/>
        </a:p>
      </dsp:txBody>
      <dsp:txXfrm>
        <a:off x="1367138" y="419762"/>
        <a:ext cx="1814426" cy="1126574"/>
      </dsp:txXfrm>
    </dsp:sp>
    <dsp:sp modelId="{9211D22E-3773-4456-9D32-4B7B9C5DF467}">
      <dsp:nvSpPr>
        <dsp:cNvPr id="0" name=""/>
        <dsp:cNvSpPr/>
      </dsp:nvSpPr>
      <dsp:spPr>
        <a:xfrm>
          <a:off x="536" y="1921308"/>
          <a:ext cx="1884524" cy="119667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7DCF38-7E99-464B-9218-847B9C4A55A6}">
      <dsp:nvSpPr>
        <dsp:cNvPr id="0" name=""/>
        <dsp:cNvSpPr/>
      </dsp:nvSpPr>
      <dsp:spPr>
        <a:xfrm>
          <a:off x="209928" y="2120230"/>
          <a:ext cx="1884524" cy="119667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Paging </a:t>
          </a:r>
          <a:endParaRPr lang="en-IN" sz="1800" kern="1200" dirty="0"/>
        </a:p>
      </dsp:txBody>
      <dsp:txXfrm>
        <a:off x="244977" y="2155279"/>
        <a:ext cx="1814426" cy="1126574"/>
      </dsp:txXfrm>
    </dsp:sp>
    <dsp:sp modelId="{4D8E4485-95F5-4B4D-92EB-645933BA9961}">
      <dsp:nvSpPr>
        <dsp:cNvPr id="0" name=""/>
        <dsp:cNvSpPr/>
      </dsp:nvSpPr>
      <dsp:spPr>
        <a:xfrm>
          <a:off x="2303844" y="1921308"/>
          <a:ext cx="1884524" cy="119667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7FAEA8-41CB-4BE8-BAC3-1576C92CC81C}">
      <dsp:nvSpPr>
        <dsp:cNvPr id="0" name=""/>
        <dsp:cNvSpPr/>
      </dsp:nvSpPr>
      <dsp:spPr>
        <a:xfrm>
          <a:off x="2513235" y="2120230"/>
          <a:ext cx="1884524" cy="1196672"/>
        </a:xfrm>
        <a:prstGeom prst="roundRect">
          <a:avLst>
            <a:gd name="adj" fmla="val 10000"/>
          </a:avLst>
        </a:prstGeom>
        <a:solidFill>
          <a:schemeClr val="lt1">
            <a:alpha val="90000"/>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Segmentation</a:t>
          </a:r>
          <a:endParaRPr lang="en-IN" sz="1800" kern="1200" dirty="0"/>
        </a:p>
      </dsp:txBody>
      <dsp:txXfrm>
        <a:off x="2548284" y="2155279"/>
        <a:ext cx="1814426" cy="1126574"/>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2:55:21.296"/>
    </inkml:context>
    <inkml:brush xml:id="br0">
      <inkml:brushProperty name="width" value="0.035" units="cm"/>
      <inkml:brushProperty name="height" value="0.035" units="cm"/>
    </inkml:brush>
  </inkml:definitions>
  <inkml:trace contextRef="#ctx0" brushRef="#br0">78 31 24575,'6'-1'0,"0"1"0,0-2 0,0 1 0,0-1 0,9-4 0,20-4 0,-7 6 0,1 1 0,0 1 0,52 4 0,-75 0 0,0 0 0,0-1 0,-1 2 0,1-1 0,0 1 0,-1 0 0,1 0 0,-1 0 0,0 1 0,0 0 0,-1 0 0,1 0 0,-1 0 0,6 8 0,-4-5 0,0 1 0,0 0 0,-1 0 0,0 1 0,0-1 0,-1 1 0,0 0 0,4 13 0,-7-15 0,9 31 0,-2 0 0,-2 1 0,1 43 0,-7-48 0,-2 101 0,0-121 0,0 1 0,-1 0 0,-1-1 0,0 0 0,0 0 0,-2 0 0,-6 13 0,-11 10 0,-39 51 0,36-55 0,-40 70 0,37-48 0,-28 62 0,51-102 0,0 1 0,2 1 0,0-1 0,1 1 0,-2 31 0,5-48 0,-2 27 0,2 0 0,6 54 0,-4-72 0,0 0 0,0 0 0,1 0 0,1 0 0,-1-1 0,1 1 0,1-1 0,0 0 0,0 0 0,0-1 0,1 1 0,9 8 0,-2-3 0,1 0 0,0-1 0,1-1 0,0-1 0,0 0 0,1 0 0,1-2 0,-1 0 0,1-1 0,1-1 0,-1 0 0,1-1 0,0-1 0,0-1 0,33 2 0,-47-5 0,0 0 0,1 0 0,-1 0 0,0 1 0,0 0 0,1 0 0,-1 0 0,0 0 0,0 1 0,0-1 0,0 1 0,0 0 0,4 3 0,-6-2 0,1-1 0,-1 1 0,0 0 0,0 0 0,-1 0 0,1 0 0,0 0 0,-1 0 0,0 0 0,0 1 0,0-1 0,0 0 0,0 1 0,-1-1 0,1 1 0,-1-1 0,0 5 0,-4 104 0,-1-7 0,5-92 0,1 0 0,0-1 0,1 1 0,0 0 0,8 20 0,-5-21 0,0-1 0,1 0 0,8 11 0,-8-14 0,-1 0 0,0 0 0,0 1 0,-1 0 0,-1 0 0,4 11 0,5 34 0,-3 0 0,-3 0 0,1 83 0,-7-73 0,-2 64 0,-1-116 0,0-1 0,0 0 0,-1 0 0,-1-1 0,0 1 0,0-1 0,-1 0 0,-1-1 0,-10 14 0,-8 14 0,1 4 0,-2-2 0,-2-2 0,-1 0 0,-44 42 0,41-38 0,27-34 0,0 0 0,-1 0 0,0 0 0,-12 11 0,-14 11 0,26-22 0,-2 0 0,1-1 0,-1 0 0,0 0 0,0-1 0,0 0 0,-11 5 0,1-2 0,1-1 0,-2 0 0,1-1 0,-1-1 0,1-1 0,-1-1 0,-1 0 0,1-2 0,-29 0 0,45-1-105,0-1 0,0 1 0,0-1 0,0 0 0,0 0 0,0 0 0,1 0 0,-1 0 0,0 0 0,1-1 0,-1 0 0,-2-2 0,-7-8-6721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2:55:24.242"/>
    </inkml:context>
    <inkml:brush xml:id="br0">
      <inkml:brushProperty name="width" value="0.035" units="cm"/>
      <inkml:brushProperty name="height" value="0.035" units="cm"/>
    </inkml:brush>
  </inkml:definitions>
  <inkml:trace contextRef="#ctx0" brushRef="#br0">0 1225 24575,'20'-17'0,"0"1"0,1 0 0,1 2 0,31-16 0,4-3 0,162-111 0,181-104 0,-348 219 0,65-51 0,9-6 0,-30 24 0,-55 33 0,84-42 0,258-101 0,-334 148 0,69-44 0,-91 53-273,1 1 0,1 0 0,0 3 0,53-16 0,-64 23-6553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2:55:26.352"/>
    </inkml:context>
    <inkml:brush xml:id="br0">
      <inkml:brushProperty name="width" value="0.035" units="cm"/>
      <inkml:brushProperty name="height" value="0.035" units="cm"/>
    </inkml:brush>
  </inkml:definitions>
  <inkml:trace contextRef="#ctx0" brushRef="#br0">377 0 24575,'-14'16'0,"2"1"0,0 0 0,0 1 0,2 0 0,-13 32 0,-1-1 0,-56 91 0,43-78 0,1 2 0,-44 117 0,55-78 0,16-61 0,8-40 0,1 1 0,-1-1 0,1 0 0,-1 1 0,1-1 0,0 1 0,0-1 0,0 0 0,0 1 0,1-1 0,-1 0 0,1 1 0,-1-1 0,1 0 0,0 1 0,0-1 0,0 0 0,0 0 0,0 0 0,3 4 0,-2-5 0,0 1 0,0 0 0,0-1 0,1 0 0,-1 0 0,1 0 0,-1 0 0,1 0 0,-1 0 0,1 0 0,-1-1 0,1 1 0,0-1 0,-1 0 0,1 0 0,0 0 0,-1 0 0,6-1 0,31-7 0,0-1 0,-1-2 0,0-2 0,63-30 0,-60 25 0,-22 10 0,29-13 0,0 2 0,74-19 0,-97 31-1365,-7 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2:55:57.743"/>
    </inkml:context>
    <inkml:brush xml:id="br0">
      <inkml:brushProperty name="width" value="0.035" units="cm"/>
      <inkml:brushProperty name="height" value="0.035" units="cm"/>
    </inkml:brush>
  </inkml:definitions>
  <inkml:trace contextRef="#ctx0" brushRef="#br0">1 0 24575,'3'43'0,"1"0"0,2-1 0,23 78 0,-17-79 0,-3 1 0,-1 0 0,5 85 0,-11-94-3,8 51-1,-4-39-1354,-2-16-5468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2:56:01.251"/>
    </inkml:context>
    <inkml:brush xml:id="br0">
      <inkml:brushProperty name="width" value="0.035" units="cm"/>
      <inkml:brushProperty name="height" value="0.035" units="cm"/>
    </inkml:brush>
  </inkml:definitions>
  <inkml:trace contextRef="#ctx0" brushRef="#br0">1 0 24575,'0'11'0,"1"0"0,1 0 0,3 15 0,3 13 0,0 141 0,-4-45 0,1-96 0,2 0 0,15 51 0,-8-37 0,-13-51 0,0-7 0,1-18 0,0-29 0,-3 3 0,-1 17 0,2-1 0,5-38 0,-3 61 0,-1 0 0,2 1 0,-1-1 0,1 1 0,1 0 0,0 0 0,0 0 0,0 0 0,1 1 0,1 0 0,10-13 0,-3 4 0,0 0 0,16-28 0,-20 28 0,1 1 0,1 0 0,17-18 0,-28 34 0,0 1 0,0-1 0,0 1 0,0-1 0,0 1 0,0-1 0,0 1 0,0-1 0,0 1 0,0-1 0,0 0 0,0 1 0,0-1 0,1 1 0,-1-1 0,0 1 0,0-1 0,0 0 0,1 1 0,-1-1 0,0 1 0,0-1 0,1 0 0,-1 1 0,0-1 0,1 0 0,-1 1 0,1-1 0,-1 0 0,0 0 0,1 0 0,-1 1 0,1-1 0,-1 0 0,1 0 0,-1 0 0,0 0 0,1 0 0,-1 0 0,1 1 0,-1-1 0,1 0 0,-1 0 0,1-1 0,-1 1 0,1 0 0,-1 0 0,1 0 0,-1 0 0,0 0 0,1 0 0,-1-1 0,1 1 0,-1 0 0,0 0 0,1-1 0,-1 1 0,1 0 0,-1 0 0,0-1 0,1 1 0,-1 0 0,0-1 0,0 1 0,1-1 0,-1 1 0,0 0 0,1-1 0,-4 38 0,-38 116 0,32-109 0,8-34 0,-1-1 0,0 0 0,0 1 0,-5 8 0,6-14 0,-1-1 0,0 0 0,0 1 0,0-1 0,-1 0 0,1 0 0,-1 0 0,1-1 0,-1 1 0,0-1 0,0 1 0,0-1 0,-7 3 0,-3 4 0,14-5 0,24-3 0,-17-2 0,-1 1 0,0 1 0,0-1 0,1 1 0,-1 0 0,-1 1 0,1 0 0,0 0 0,0 1 0,9 4 0,5 5 0,30 22 0,-38-24 0,1 0 0,1-1 0,-1-1 0,31 13 0,-32-17-273,0-1 0,1-1 0,-1 0 0,16 0 0,-6-1-6553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3:58:32.036"/>
    </inkml:context>
    <inkml:brush xml:id="br0">
      <inkml:brushProperty name="width" value="0.035" units="cm"/>
      <inkml:brushProperty name="height" value="0.035" units="cm"/>
    </inkml:brush>
  </inkml:definitions>
  <inkml:trace contextRef="#ctx0" brushRef="#br0">79 1 24575,'8'-1'0,"0"1"0,1 1 0,-1 0 0,0 0 0,0 0 0,0 1 0,0 1 0,12 4 0,-16-5 0,-1 0 0,1 0 0,-1 1 0,0-1 0,0 1 0,0 0 0,0 0 0,0 0 0,-1 0 0,1 0 0,-1 0 0,0 1 0,0-1 0,0 1 0,-1 0 0,1 0 0,-1-1 0,0 1 0,1 8 0,1 4 0,-2 1 0,0 0 0,-3 25 0,1-27 0,1-1 0,0 0 0,1 1 0,0-1 0,4 16 0,-4-27 0,0 0 0,0 0 0,0-1 0,1 1 0,-1 0 0,1-1 0,0 1 0,-1-1 0,1 1 0,0-1 0,1 0 0,-1 0 0,0 0 0,1 0 0,-1 0 0,1-1 0,-1 1 0,5 1 0,5 2 0,0-1 0,0-1 0,16 4 0,26 8 0,-50-13 0,-1 0 0,1 0 0,0 1 0,-1-1 0,1 1 0,-1 0 0,0 0 0,0 0 0,0 1 0,0-1 0,0 1 0,-1-1 0,0 1 0,0 0 0,0 0 0,0 0 0,0 0 0,-1 0 0,0 1 0,0-1 0,1 9 0,0 8 0,-1 0 0,-1 0 0,-3 31 0,0-6 0,3-41 0,0 0 0,0 1 0,-1-1 0,0 0 0,0 1 0,-1-1 0,0 0 0,1 0 0,-2 0 0,1 0 0,-5 6 0,2-3 0,-1-2 0,0 1 0,0-1 0,0 0 0,-1 0 0,-11 6 0,-10 10 0,22-16 0,0-1 0,-1 0 0,0 0 0,1-1 0,-2 0 0,1 0 0,0-1 0,-1 0 0,1 0 0,-15 3 0,-13-3-1,1-1-1,-53-4 0,26 0-1358,37 2-5466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3:58:34.417"/>
    </inkml:context>
    <inkml:brush xml:id="br0">
      <inkml:brushProperty name="width" value="0.035" units="cm"/>
      <inkml:brushProperty name="height" value="0.035" units="cm"/>
    </inkml:brush>
  </inkml:definitions>
  <inkml:trace contextRef="#ctx0" brushRef="#br0">0 3 24575,'421'-2'0,"449"4"0,-735 7 0,175 33 0,-221-22 0,112 39 0,-99-27 0,148 32 0,-39-12 0,-7-3 0,-171-40 14,-1-2 0,1-2 0,44 2 0,101-6-351,-98-2-747,-57 1-5742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3:58:37.287"/>
    </inkml:context>
    <inkml:brush xml:id="br0">
      <inkml:brushProperty name="width" value="0.035" units="cm"/>
      <inkml:brushProperty name="height" value="0.035" units="cm"/>
    </inkml:brush>
  </inkml:definitions>
  <inkml:trace contextRef="#ctx0" brushRef="#br0">149 0 24575,'-1'4'0,"-1"0"0,1 0 0,-1 0 0,0 0 0,0 0 0,0-1 0,0 1 0,-1-1 0,0 1 0,-4 4 0,-3 4 0,-18 32 0,-25 51 0,39-69 0,12-21 0,-1 0 0,1 0 0,0 0 0,0 0 0,1 1 0,0-1 0,0 0 0,0 1 0,0 6 0,1-10 0,0 0 0,0 0 0,1 0 0,-1 0 0,0 0 0,1-1 0,-1 1 0,1 0 0,0 0 0,0 0 0,0 0 0,0-1 0,0 1 0,0 0 0,0-1 0,1 1 0,-1-1 0,0 1 0,1-1 0,-1 0 0,1 0 0,0 0 0,-1 1 0,1-1 0,0-1 0,0 1 0,-1 0 0,5 1 0,15 3 0,40 5 0,-21-4 0,25-1 0,-54-6 0,-1 1 0,0 1 0,0-1 0,1 2 0,-1-1 0,0 2 0,0-1 0,0 1 0,-1 1 0,14 6 0,-14-5 18,1 0 0,0 0-1,0-1 1,14 3 0,10 5-1472,-17-5-5372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3:58:44.652"/>
    </inkml:context>
    <inkml:brush xml:id="br0">
      <inkml:brushProperty name="width" value="0.035" units="cm"/>
      <inkml:brushProperty name="height" value="0.035" units="cm"/>
    </inkml:brush>
  </inkml:definitions>
  <inkml:trace contextRef="#ctx0" brushRef="#br0">2 223 24575,'-1'51'0,"2"60"0,1-105 0,-1 1 0,1-1 0,0 0 0,0 0 0,1 0 0,-1 0 0,2-1 0,-1 1 0,0-1 0,1 0 0,0 0 0,0 0 0,6 5 0,-10-10 0,1 0 0,-1 0 0,0 0 0,0 0 0,1 0 0,-1 0 0,0 0 0,1 0 0,-1 0 0,0 0 0,1 0 0,-1 0 0,0 0 0,0 0 0,1 0 0,-1 0 0,0 0 0,1 0 0,-1-1 0,0 1 0,0 0 0,1 0 0,-1 0 0,0 0 0,0-1 0,0 1 0,1 0 0,-1 0 0,0-1 0,0 1 0,0 0 0,0 0 0,1-1 0,-1 1 0,0 0 0,0-1 0,0 1 0,0 0 0,0 0 0,0-1 0,0 1 0,0 0 0,0-1 0,0 1 0,0 0 0,0-1 0,0 1 0,0 0 0,0 0 0,0-1 0,2-19 0,-2 19 0,-1-20 0,0 1 0,-2-1 0,-7-33 0,4 29 0,2 0 0,-2-26 0,4 20 0,1 17 0,0 0 0,0 0 0,1 0 0,1 1 0,1-1 0,0 0 0,4-16 0,-4 26 0,0 1 0,1-1 0,-1 1 0,1 0 0,0-1 0,0 1 0,0 0 0,0 1 0,0-1 0,1 1 0,-1-1 0,1 1 0,0 0 0,0 0 0,0 1 0,0-1 0,0 1 0,8-2 0,4-1 0,0 2 0,1 0 0,23-1 0,-14 2 0,-13 0 0,0 1 0,1 0 0,-1 0 0,20 5 0,-30-5 0,0 1 0,0 0 0,-1 0 0,1 0 0,0 0 0,-1 0 0,1 0 0,-1 1 0,0-1 0,1 1 0,-1 0 0,0-1 0,0 1 0,0 0 0,0 1 0,0-1 0,-1 0 0,1 0 0,-1 1 0,1-1 0,-1 1 0,0-1 0,0 1 0,0 0 0,0-1 0,0 6 0,2 7 0,-1 0 0,-1 0 0,0 1 0,-1-1 0,-1 1 0,-1-1 0,0 0 0,-6 22 0,6-33 0,0 0 0,0 0 0,0 0 0,-1 0 0,1-1 0,-1 1 0,0-1 0,0 0 0,0 0 0,-1 0 0,1 0 0,-1-1 0,0 1 0,1-1 0,-1 0 0,0 0 0,0 0 0,0 0 0,-1-1 0,1 0 0,0 0 0,-9 1 0,-9 1 0,0-2 0,0-1 0,-33-2 0,19 0 0,25 1-118,1 0-132,0 1 1,0 0 0,0 1-1,-16 3 1,8 1-6577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8T13:58:47.369"/>
    </inkml:context>
    <inkml:brush xml:id="br0">
      <inkml:brushProperty name="width" value="0.035" units="cm"/>
      <inkml:brushProperty name="height" value="0.035" units="cm"/>
    </inkml:brush>
  </inkml:definitions>
  <inkml:trace contextRef="#ctx0" brushRef="#br0">0 27 24575,'0'291'0,"0"-584"-1365,0 269-5461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1074562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1967715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1755090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B6DD2BE-8EBB-46B8-8F9E-1C8EFCDC65E6}"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359540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B6DD2BE-8EBB-46B8-8F9E-1C8EFCDC65E6}" type="datetimeFigureOut">
              <a:rPr lang="en-IN" smtClean="0"/>
              <a:t>20-03-2025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38738647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6DD2BE-8EBB-46B8-8F9E-1C8EFCDC65E6}" type="datetimeFigureOut">
              <a:rPr lang="en-IN" smtClean="0"/>
              <a:t>20-03-2025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30791931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6DD2BE-8EBB-46B8-8F9E-1C8EFCDC65E6}" type="datetimeFigureOut">
              <a:rPr lang="en-IN" smtClean="0"/>
              <a:t>20-03-2025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2067272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B6DD2BE-8EBB-46B8-8F9E-1C8EFCDC65E6}"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41256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6DD2BE-8EBB-46B8-8F9E-1C8EFCDC65E6}" type="datetimeFigureOut">
              <a:rPr lang="en-IN" smtClean="0"/>
              <a:t>20-03-2025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220012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1346725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504269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91849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819688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9247854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16715854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6DD2BE-8EBB-46B8-8F9E-1C8EFCDC65E6}" type="datetimeFigureOut">
              <a:rPr lang="en-IN" smtClean="0"/>
              <a:t>20-03-2025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8AA8963-4253-4B7D-8610-665BA41FE1FE}" type="slidenum">
              <a:rPr lang="en-IN" smtClean="0"/>
              <a:t>‹#›</a:t>
            </a:fld>
            <a:endParaRPr lang="en-IN"/>
          </a:p>
        </p:txBody>
      </p:sp>
    </p:spTree>
    <p:extLst>
      <p:ext uri="{BB962C8B-B14F-4D97-AF65-F5344CB8AC3E}">
        <p14:creationId xmlns:p14="http://schemas.microsoft.com/office/powerpoint/2010/main" val="2300498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B6DD2BE-8EBB-46B8-8F9E-1C8EFCDC65E6}" type="datetimeFigureOut">
              <a:rPr lang="en-IN" smtClean="0"/>
              <a:t>20-03-2025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8AA8963-4253-4B7D-8610-665BA41FE1FE}" type="slidenum">
              <a:rPr lang="en-IN" smtClean="0"/>
              <a:t>‹#›</a:t>
            </a:fld>
            <a:endParaRPr lang="en-IN"/>
          </a:p>
        </p:txBody>
      </p:sp>
    </p:spTree>
    <p:extLst>
      <p:ext uri="{BB962C8B-B14F-4D97-AF65-F5344CB8AC3E}">
        <p14:creationId xmlns:p14="http://schemas.microsoft.com/office/powerpoint/2010/main" val="30869313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9.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customXml" Target="../ink/ink6.xml"/><Relationship Id="rId1" Type="http://schemas.openxmlformats.org/officeDocument/2006/relationships/slideLayout" Target="../slideLayouts/slideLayout2.xml"/><Relationship Id="rId6" Type="http://schemas.openxmlformats.org/officeDocument/2006/relationships/customXml" Target="../ink/ink8.xml"/><Relationship Id="rId11" Type="http://schemas.openxmlformats.org/officeDocument/2006/relationships/image" Target="../media/image18.png"/><Relationship Id="rId5" Type="http://schemas.openxmlformats.org/officeDocument/2006/relationships/image" Target="../media/image15.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ECC0A-C228-83EE-01ED-473AB8BB82D1}"/>
              </a:ext>
            </a:extLst>
          </p:cNvPr>
          <p:cNvSpPr>
            <a:spLocks noGrp="1"/>
          </p:cNvSpPr>
          <p:nvPr>
            <p:ph type="ctrTitle"/>
          </p:nvPr>
        </p:nvSpPr>
        <p:spPr>
          <a:xfrm>
            <a:off x="1507067" y="2404534"/>
            <a:ext cx="7766936" cy="1024466"/>
          </a:xfrm>
        </p:spPr>
        <p:style>
          <a:lnRef idx="2">
            <a:schemeClr val="accent2"/>
          </a:lnRef>
          <a:fillRef idx="1">
            <a:schemeClr val="lt1"/>
          </a:fillRef>
          <a:effectRef idx="0">
            <a:schemeClr val="accent2"/>
          </a:effectRef>
          <a:fontRef idx="minor">
            <a:schemeClr val="dk1"/>
          </a:fontRef>
        </p:style>
        <p:txBody>
          <a:bodyPr/>
          <a:lstStyle/>
          <a:p>
            <a:pPr algn="ctr"/>
            <a:r>
              <a:rPr lang="en-US" b="1" dirty="0"/>
              <a:t>MAIN MEMORY</a:t>
            </a:r>
            <a:endParaRPr lang="en-IN" b="1" dirty="0"/>
          </a:p>
        </p:txBody>
      </p:sp>
    </p:spTree>
    <p:extLst>
      <p:ext uri="{BB962C8B-B14F-4D97-AF65-F5344CB8AC3E}">
        <p14:creationId xmlns:p14="http://schemas.microsoft.com/office/powerpoint/2010/main" val="3354278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5821B4-59DB-75AB-949B-9897FB100428}"/>
              </a:ext>
            </a:extLst>
          </p:cNvPr>
          <p:cNvSpPr>
            <a:spLocks noGrp="1"/>
          </p:cNvSpPr>
          <p:nvPr>
            <p:ph idx="1"/>
          </p:nvPr>
        </p:nvSpPr>
        <p:spPr>
          <a:xfrm>
            <a:off x="677334" y="1415845"/>
            <a:ext cx="8596668" cy="4625517"/>
          </a:xfrm>
        </p:spPr>
        <p:txBody>
          <a:bodyPr>
            <a:normAutofit/>
          </a:bodyPr>
          <a:lstStyle/>
          <a:p>
            <a:r>
              <a:rPr lang="en-US" sz="2800" dirty="0"/>
              <a:t>Introduction </a:t>
            </a:r>
          </a:p>
          <a:p>
            <a:r>
              <a:rPr lang="en-US" sz="2800" dirty="0"/>
              <a:t>Swapping </a:t>
            </a:r>
          </a:p>
          <a:p>
            <a:r>
              <a:rPr lang="en-US" sz="2800" dirty="0"/>
              <a:t>Contiguous Memory Allocation </a:t>
            </a:r>
          </a:p>
          <a:p>
            <a:r>
              <a:rPr lang="en-US" sz="2800" dirty="0"/>
              <a:t>Paging </a:t>
            </a:r>
          </a:p>
          <a:p>
            <a:r>
              <a:rPr lang="en-US" sz="2800" dirty="0"/>
              <a:t>Structure of the Page Table </a:t>
            </a:r>
          </a:p>
        </p:txBody>
      </p:sp>
    </p:spTree>
    <p:extLst>
      <p:ext uri="{BB962C8B-B14F-4D97-AF65-F5344CB8AC3E}">
        <p14:creationId xmlns:p14="http://schemas.microsoft.com/office/powerpoint/2010/main" val="1997038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9CF57-2D13-5606-BD28-DC2DB249D562}"/>
              </a:ext>
            </a:extLst>
          </p:cNvPr>
          <p:cNvSpPr>
            <a:spLocks noGrp="1"/>
          </p:cNvSpPr>
          <p:nvPr>
            <p:ph idx="1"/>
          </p:nvPr>
        </p:nvSpPr>
        <p:spPr>
          <a:xfrm>
            <a:off x="677334" y="1563329"/>
            <a:ext cx="8987776" cy="4478033"/>
          </a:xfrm>
        </p:spPr>
        <p:txBody>
          <a:bodyPr>
            <a:normAutofit/>
          </a:bodyPr>
          <a:lstStyle/>
          <a:p>
            <a:pPr algn="just"/>
            <a:r>
              <a:rPr lang="en-US" dirty="0"/>
              <a:t>Memory consists of a large array of bytes, each with its own address. </a:t>
            </a:r>
          </a:p>
          <a:p>
            <a:pPr algn="just"/>
            <a:r>
              <a:rPr lang="en-US" dirty="0"/>
              <a:t>The CPU fetches instructions from memory according to the value of </a:t>
            </a:r>
            <a:r>
              <a:rPr lang="en-IN" dirty="0"/>
              <a:t>the program counter</a:t>
            </a:r>
            <a:endParaRPr lang="en-US" dirty="0"/>
          </a:p>
          <a:p>
            <a:pPr algn="just"/>
            <a:r>
              <a:rPr lang="en-US" dirty="0"/>
              <a:t>A typical </a:t>
            </a:r>
            <a:r>
              <a:rPr lang="en-US" b="1" dirty="0"/>
              <a:t>instruction-execution cycle</a:t>
            </a:r>
            <a:r>
              <a:rPr lang="en-US" dirty="0"/>
              <a:t>, for example, </a:t>
            </a:r>
          </a:p>
          <a:p>
            <a:pPr lvl="1" algn="just"/>
            <a:r>
              <a:rPr lang="en-US" sz="1800" dirty="0"/>
              <a:t>first </a:t>
            </a:r>
            <a:r>
              <a:rPr lang="en-US" sz="1800" b="1" dirty="0"/>
              <a:t>fetches</a:t>
            </a:r>
            <a:r>
              <a:rPr lang="en-US" sz="1800" dirty="0"/>
              <a:t> an instruction from memory. </a:t>
            </a:r>
          </a:p>
          <a:p>
            <a:pPr lvl="1" algn="just"/>
            <a:r>
              <a:rPr lang="en-US" sz="1800" dirty="0"/>
              <a:t>The instruction is then </a:t>
            </a:r>
            <a:r>
              <a:rPr lang="en-US" sz="1800" b="1" dirty="0"/>
              <a:t>decoded</a:t>
            </a:r>
            <a:r>
              <a:rPr lang="en-US" sz="1800" dirty="0"/>
              <a:t> and may cause operands to be fetched from memory. </a:t>
            </a:r>
          </a:p>
          <a:p>
            <a:pPr lvl="1" algn="just"/>
            <a:r>
              <a:rPr lang="en-US" sz="1800" dirty="0"/>
              <a:t>After the instruction has been </a:t>
            </a:r>
            <a:r>
              <a:rPr lang="en-US" sz="1800" b="1" dirty="0"/>
              <a:t>executed</a:t>
            </a:r>
            <a:r>
              <a:rPr lang="en-US" sz="1800" dirty="0"/>
              <a:t> on the operands, results may be stored back in memory</a:t>
            </a:r>
            <a:endParaRPr lang="en-IN" sz="1800" dirty="0"/>
          </a:p>
        </p:txBody>
      </p:sp>
      <p:sp>
        <p:nvSpPr>
          <p:cNvPr id="4" name="Title 1">
            <a:extLst>
              <a:ext uri="{FF2B5EF4-FFF2-40B4-BE49-F238E27FC236}">
                <a16:creationId xmlns:a16="http://schemas.microsoft.com/office/drawing/2014/main" id="{1CB1A11A-FC98-23BE-AF57-7352268B0B6F}"/>
              </a:ext>
            </a:extLst>
          </p:cNvPr>
          <p:cNvSpPr txBox="1">
            <a:spLocks/>
          </p:cNvSpPr>
          <p:nvPr/>
        </p:nvSpPr>
        <p:spPr>
          <a:xfrm>
            <a:off x="677334" y="609600"/>
            <a:ext cx="8596668" cy="74725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1.Introduction</a:t>
            </a:r>
            <a:endParaRPr lang="en-IN" dirty="0"/>
          </a:p>
        </p:txBody>
      </p:sp>
    </p:spTree>
    <p:extLst>
      <p:ext uri="{BB962C8B-B14F-4D97-AF65-F5344CB8AC3E}">
        <p14:creationId xmlns:p14="http://schemas.microsoft.com/office/powerpoint/2010/main" val="818015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05A4F4F-9916-9F04-70A6-A3915BD1DD01}"/>
              </a:ext>
            </a:extLst>
          </p:cNvPr>
          <p:cNvPicPr>
            <a:picLocks noGrp="1" noChangeAspect="1"/>
          </p:cNvPicPr>
          <p:nvPr>
            <p:ph idx="1"/>
          </p:nvPr>
        </p:nvPicPr>
        <p:blipFill>
          <a:blip r:embed="rId2"/>
          <a:srcRect b="50405"/>
          <a:stretch/>
        </p:blipFill>
        <p:spPr>
          <a:xfrm>
            <a:off x="984136" y="1468067"/>
            <a:ext cx="7983064" cy="1530771"/>
          </a:xfrm>
        </p:spPr>
      </p:pic>
      <p:sp>
        <p:nvSpPr>
          <p:cNvPr id="6" name="TextBox 5">
            <a:extLst>
              <a:ext uri="{FF2B5EF4-FFF2-40B4-BE49-F238E27FC236}">
                <a16:creationId xmlns:a16="http://schemas.microsoft.com/office/drawing/2014/main" id="{F20B5DA2-C1E6-E07B-9BE0-649E166206C7}"/>
              </a:ext>
            </a:extLst>
          </p:cNvPr>
          <p:cNvSpPr txBox="1"/>
          <p:nvPr/>
        </p:nvSpPr>
        <p:spPr>
          <a:xfrm>
            <a:off x="943897" y="3500281"/>
            <a:ext cx="8249264" cy="1938992"/>
          </a:xfrm>
          <a:prstGeom prst="rect">
            <a:avLst/>
          </a:prstGeom>
          <a:noFill/>
        </p:spPr>
        <p:txBody>
          <a:bodyPr wrap="square" rtlCol="0">
            <a:spAutoFit/>
          </a:bodyPr>
          <a:lstStyle/>
          <a:p>
            <a:pPr marL="0" marR="0" algn="just">
              <a:buNone/>
            </a:pPr>
            <a:r>
              <a:rPr lang="en-US" sz="2000" dirty="0">
                <a:effectLst/>
                <a:latin typeface="Calibri" panose="020F0502020204030204" pitchFamily="34" charset="0"/>
              </a:rPr>
              <a:t>TASK OF OPERATING SYSTEM </a:t>
            </a:r>
          </a:p>
          <a:p>
            <a:pPr marL="0" marR="0" algn="just">
              <a:buNone/>
            </a:pPr>
            <a:r>
              <a:rPr lang="en-US" sz="2000" dirty="0">
                <a:latin typeface="Calibri" panose="020F0502020204030204" pitchFamily="34" charset="0"/>
              </a:rPr>
              <a:t>1.</a:t>
            </a:r>
            <a:r>
              <a:rPr lang="en-US" sz="2000" dirty="0">
                <a:effectLst/>
                <a:latin typeface="Calibri" panose="020F0502020204030204" pitchFamily="34" charset="0"/>
              </a:rPr>
              <a:t> Which data from the secondary memory should come to main memory and at which location. </a:t>
            </a:r>
          </a:p>
          <a:p>
            <a:pPr marL="0" marR="0" algn="just">
              <a:buNone/>
            </a:pPr>
            <a:r>
              <a:rPr lang="en-US" sz="2000" dirty="0">
                <a:effectLst/>
                <a:latin typeface="Calibri" panose="020F0502020204030204" pitchFamily="34" charset="0"/>
              </a:rPr>
              <a:t>2. CPU generates address for data at secondary memory. but have access to main memory. thus operating system performs the address translation. </a:t>
            </a:r>
          </a:p>
          <a:p>
            <a:pPr algn="just"/>
            <a:endParaRPr lang="en-IN" sz="2000" dirty="0"/>
          </a:p>
        </p:txBody>
      </p:sp>
    </p:spTree>
    <p:extLst>
      <p:ext uri="{BB962C8B-B14F-4D97-AF65-F5344CB8AC3E}">
        <p14:creationId xmlns:p14="http://schemas.microsoft.com/office/powerpoint/2010/main" val="9758997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09A473-05A0-2453-EA78-9A904C7B095C}"/>
              </a:ext>
            </a:extLst>
          </p:cNvPr>
          <p:cNvSpPr>
            <a:spLocks noGrp="1"/>
          </p:cNvSpPr>
          <p:nvPr>
            <p:ph idx="1"/>
          </p:nvPr>
        </p:nvSpPr>
        <p:spPr>
          <a:xfrm>
            <a:off x="677334" y="1063487"/>
            <a:ext cx="9102770" cy="4977875"/>
          </a:xfrm>
        </p:spPr>
        <p:txBody>
          <a:bodyPr>
            <a:normAutofit/>
          </a:bodyPr>
          <a:lstStyle/>
          <a:p>
            <a:pPr marL="0" marR="0" algn="just">
              <a:buNone/>
            </a:pPr>
            <a:r>
              <a:rPr lang="en-US" sz="2400" dirty="0">
                <a:effectLst/>
                <a:latin typeface="Calibri" panose="020F0502020204030204" pitchFamily="34" charset="0"/>
              </a:rPr>
              <a:t>Following are the functions of Memory Management module of operating system: </a:t>
            </a:r>
          </a:p>
          <a:p>
            <a:pPr marL="0" marR="0" algn="just">
              <a:buNone/>
            </a:pPr>
            <a:endParaRPr lang="en-US" sz="2400" dirty="0">
              <a:effectLst/>
              <a:latin typeface="Calibri" panose="020F0502020204030204" pitchFamily="34" charset="0"/>
            </a:endParaRPr>
          </a:p>
          <a:p>
            <a:pPr marL="0" algn="just"/>
            <a:r>
              <a:rPr lang="en-US" sz="2400" dirty="0">
                <a:effectLst/>
                <a:latin typeface="Calibri" panose="020F0502020204030204" pitchFamily="34" charset="0"/>
              </a:rPr>
              <a:t>Keep track of the status of each memory location whether the memory is allocated or free. </a:t>
            </a:r>
          </a:p>
          <a:p>
            <a:pPr marL="0" algn="just"/>
            <a:r>
              <a:rPr lang="en-US" sz="2400" dirty="0">
                <a:effectLst/>
                <a:latin typeface="Calibri" panose="020F0502020204030204" pitchFamily="34" charset="0"/>
              </a:rPr>
              <a:t>Determining allocation policy for the memory. </a:t>
            </a:r>
          </a:p>
          <a:p>
            <a:pPr marL="0" algn="just"/>
            <a:r>
              <a:rPr lang="en-US" sz="2400" dirty="0">
                <a:effectLst/>
                <a:latin typeface="Calibri" panose="020F0502020204030204" pitchFamily="34" charset="0"/>
              </a:rPr>
              <a:t>Memory allocation techniques, memory allocation information updating. </a:t>
            </a:r>
          </a:p>
          <a:p>
            <a:pPr marL="0" marR="0" algn="just"/>
            <a:r>
              <a:rPr lang="en-US" sz="2400" dirty="0">
                <a:effectLst/>
                <a:latin typeface="Calibri" panose="020F0502020204030204" pitchFamily="34" charset="0"/>
              </a:rPr>
              <a:t>Providing memory protection schemes which are critical to accomplish. </a:t>
            </a:r>
          </a:p>
          <a:p>
            <a:pPr algn="just"/>
            <a:endParaRPr lang="en-IN" sz="2400" dirty="0"/>
          </a:p>
        </p:txBody>
      </p:sp>
    </p:spTree>
    <p:extLst>
      <p:ext uri="{BB962C8B-B14F-4D97-AF65-F5344CB8AC3E}">
        <p14:creationId xmlns:p14="http://schemas.microsoft.com/office/powerpoint/2010/main" val="12959215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5CD2F-9C16-73AE-2B80-C5A840F37381}"/>
              </a:ext>
            </a:extLst>
          </p:cNvPr>
          <p:cNvSpPr>
            <a:spLocks noGrp="1"/>
          </p:cNvSpPr>
          <p:nvPr>
            <p:ph type="title"/>
          </p:nvPr>
        </p:nvSpPr>
        <p:spPr>
          <a:xfrm>
            <a:off x="677334" y="609600"/>
            <a:ext cx="8596668" cy="960783"/>
          </a:xfrm>
        </p:spPr>
        <p:txBody>
          <a:bodyPr/>
          <a:lstStyle/>
          <a:p>
            <a:r>
              <a:rPr lang="en-US" dirty="0"/>
              <a:t>1.1 Basic Hardware</a:t>
            </a:r>
            <a:endParaRPr lang="en-IN" dirty="0"/>
          </a:p>
        </p:txBody>
      </p:sp>
      <p:sp>
        <p:nvSpPr>
          <p:cNvPr id="3" name="Content Placeholder 2">
            <a:extLst>
              <a:ext uri="{FF2B5EF4-FFF2-40B4-BE49-F238E27FC236}">
                <a16:creationId xmlns:a16="http://schemas.microsoft.com/office/drawing/2014/main" id="{EFD78E0B-FC9B-D6C4-B7C6-82C03EA4D988}"/>
              </a:ext>
            </a:extLst>
          </p:cNvPr>
          <p:cNvSpPr>
            <a:spLocks noGrp="1"/>
          </p:cNvSpPr>
          <p:nvPr>
            <p:ph idx="1"/>
          </p:nvPr>
        </p:nvSpPr>
        <p:spPr>
          <a:xfrm>
            <a:off x="677333" y="1570383"/>
            <a:ext cx="8953684" cy="4470979"/>
          </a:xfrm>
        </p:spPr>
        <p:txBody>
          <a:bodyPr>
            <a:normAutofit/>
          </a:bodyPr>
          <a:lstStyle/>
          <a:p>
            <a:pPr algn="just"/>
            <a:r>
              <a:rPr lang="en-US" sz="2000" dirty="0"/>
              <a:t>Main memory and the registers built into each processing core are the only general-purpose storage that the CPU can access directly. </a:t>
            </a:r>
          </a:p>
          <a:p>
            <a:pPr algn="just"/>
            <a:r>
              <a:rPr lang="en-US" sz="2000" dirty="0"/>
              <a:t>Any instructions in execution, and any data being used by the instructions, must be in one of these direct-access storage devices. </a:t>
            </a:r>
          </a:p>
          <a:p>
            <a:pPr lvl="1" algn="just"/>
            <a:r>
              <a:rPr lang="en-US" sz="1800" dirty="0"/>
              <a:t>If the data are not in memory, they must be moved there before the CPU can operate on them.</a:t>
            </a:r>
          </a:p>
          <a:p>
            <a:pPr algn="just"/>
            <a:r>
              <a:rPr lang="en-US" sz="2000" dirty="0"/>
              <a:t>For proper system operation, we must protect the operating system from access by user processes, as well as protect user processes from one another. </a:t>
            </a:r>
          </a:p>
          <a:p>
            <a:pPr lvl="1" algn="just"/>
            <a:r>
              <a:rPr lang="en-US" sz="1800" dirty="0"/>
              <a:t>This protection must be provided by the hardware, because the operating system doesn’t usually intervene between the CPU and its memory accesses</a:t>
            </a:r>
            <a:endParaRPr lang="en-IN" sz="1800" dirty="0"/>
          </a:p>
        </p:txBody>
      </p:sp>
    </p:spTree>
    <p:extLst>
      <p:ext uri="{BB962C8B-B14F-4D97-AF65-F5344CB8AC3E}">
        <p14:creationId xmlns:p14="http://schemas.microsoft.com/office/powerpoint/2010/main" val="3451905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BE64D1-97AD-182F-016C-081861668EA8}"/>
              </a:ext>
            </a:extLst>
          </p:cNvPr>
          <p:cNvSpPr>
            <a:spLocks noGrp="1"/>
          </p:cNvSpPr>
          <p:nvPr>
            <p:ph idx="1"/>
          </p:nvPr>
        </p:nvSpPr>
        <p:spPr>
          <a:xfrm>
            <a:off x="677334" y="854765"/>
            <a:ext cx="5017788" cy="5186597"/>
          </a:xfrm>
        </p:spPr>
        <p:txBody>
          <a:bodyPr/>
          <a:lstStyle/>
          <a:p>
            <a:r>
              <a:rPr lang="en-US" dirty="0"/>
              <a:t>This protection is provided by using two registers, usually</a:t>
            </a:r>
          </a:p>
          <a:p>
            <a:pPr lvl="1"/>
            <a:r>
              <a:rPr lang="en-US" dirty="0">
                <a:solidFill>
                  <a:srgbClr val="FF0000"/>
                </a:solidFill>
              </a:rPr>
              <a:t>A base register and </a:t>
            </a:r>
          </a:p>
          <a:p>
            <a:pPr lvl="1"/>
            <a:r>
              <a:rPr lang="en-US" dirty="0">
                <a:solidFill>
                  <a:srgbClr val="FF0000"/>
                </a:solidFill>
              </a:rPr>
              <a:t>a limit register.</a:t>
            </a:r>
            <a:endParaRPr lang="en-IN" dirty="0">
              <a:solidFill>
                <a:srgbClr val="FF0000"/>
              </a:solidFill>
            </a:endParaRPr>
          </a:p>
          <a:p>
            <a:pPr algn="just"/>
            <a:r>
              <a:rPr lang="en-US" dirty="0"/>
              <a:t>The base register holds the smallest legal physical memory address; the limit register specifies the size of the range. </a:t>
            </a:r>
          </a:p>
          <a:p>
            <a:pPr algn="just"/>
            <a:r>
              <a:rPr lang="en-US" dirty="0"/>
              <a:t>For example, if the base register holds 300040 and the limit register is 120900, then the program can legally access all addresses from 300040 through 420939 (inclusive)</a:t>
            </a:r>
          </a:p>
        </p:txBody>
      </p:sp>
      <p:pic>
        <p:nvPicPr>
          <p:cNvPr id="5" name="Picture 4">
            <a:extLst>
              <a:ext uri="{FF2B5EF4-FFF2-40B4-BE49-F238E27FC236}">
                <a16:creationId xmlns:a16="http://schemas.microsoft.com/office/drawing/2014/main" id="{B22257C9-B580-1C1A-145D-F6D03964A357}"/>
              </a:ext>
            </a:extLst>
          </p:cNvPr>
          <p:cNvPicPr>
            <a:picLocks noChangeAspect="1"/>
          </p:cNvPicPr>
          <p:nvPr/>
        </p:nvPicPr>
        <p:blipFill>
          <a:blip r:embed="rId2"/>
          <a:srcRect l="24821" t="4677"/>
          <a:stretch/>
        </p:blipFill>
        <p:spPr>
          <a:xfrm>
            <a:off x="6496881" y="314304"/>
            <a:ext cx="4316894" cy="6229392"/>
          </a:xfrm>
          <a:prstGeom prst="rect">
            <a:avLst/>
          </a:prstGeom>
        </p:spPr>
      </p:pic>
    </p:spTree>
    <p:extLst>
      <p:ext uri="{BB962C8B-B14F-4D97-AF65-F5344CB8AC3E}">
        <p14:creationId xmlns:p14="http://schemas.microsoft.com/office/powerpoint/2010/main" val="27679908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B596F9-EDF0-6DF3-C6F1-B520B1900468}"/>
              </a:ext>
            </a:extLst>
          </p:cNvPr>
          <p:cNvSpPr>
            <a:spLocks noGrp="1"/>
          </p:cNvSpPr>
          <p:nvPr>
            <p:ph idx="1"/>
          </p:nvPr>
        </p:nvSpPr>
        <p:spPr>
          <a:xfrm>
            <a:off x="677334" y="974035"/>
            <a:ext cx="8596668" cy="5067327"/>
          </a:xfrm>
        </p:spPr>
        <p:txBody>
          <a:bodyPr>
            <a:normAutofit/>
          </a:bodyPr>
          <a:lstStyle/>
          <a:p>
            <a:pPr algn="just"/>
            <a:r>
              <a:rPr lang="en-US" dirty="0"/>
              <a:t>Protection of memory space is accomplished by having the CPU hardware compare every address generated in user mode with the registers.</a:t>
            </a:r>
          </a:p>
          <a:p>
            <a:pPr lvl="1" algn="just"/>
            <a:r>
              <a:rPr lang="en-US" sz="1800" dirty="0"/>
              <a:t>The base and limit registers can be loaded only by the operating system, which uses a special privileged instruction. </a:t>
            </a:r>
          </a:p>
          <a:p>
            <a:pPr lvl="1" algn="just"/>
            <a:r>
              <a:rPr lang="en-US" sz="1800" dirty="0"/>
              <a:t>Since privileged instructions can be executed only in kernel mode, and since only the operating system executes in kernel mode, only the operating system can load the base and limit registers.</a:t>
            </a:r>
          </a:p>
          <a:p>
            <a:pPr algn="just"/>
            <a:r>
              <a:rPr lang="en-US" dirty="0"/>
              <a:t> Any attempt by a program executing in user mode to access operating-system memory or other users’ memory results in a </a:t>
            </a:r>
            <a:r>
              <a:rPr lang="en-US" b="1" dirty="0">
                <a:solidFill>
                  <a:srgbClr val="FF0000"/>
                </a:solidFill>
              </a:rPr>
              <a:t>trap</a:t>
            </a:r>
            <a:r>
              <a:rPr lang="en-US" dirty="0"/>
              <a:t> to the operating system, which treats the attempt as a </a:t>
            </a:r>
            <a:r>
              <a:rPr lang="en-US" b="1" dirty="0">
                <a:solidFill>
                  <a:srgbClr val="FF0000"/>
                </a:solidFill>
              </a:rPr>
              <a:t>fatal error </a:t>
            </a:r>
            <a:r>
              <a:rPr lang="en-US" dirty="0"/>
              <a:t>.</a:t>
            </a:r>
          </a:p>
          <a:p>
            <a:pPr algn="just"/>
            <a:r>
              <a:rPr lang="en-US" dirty="0"/>
              <a:t>This scheme prevents a user program from (accidentally or deliberately) modifying the code or data structures of either the operating system or other users.</a:t>
            </a:r>
            <a:endParaRPr lang="en-IN" dirty="0"/>
          </a:p>
        </p:txBody>
      </p:sp>
    </p:spTree>
    <p:extLst>
      <p:ext uri="{BB962C8B-B14F-4D97-AF65-F5344CB8AC3E}">
        <p14:creationId xmlns:p14="http://schemas.microsoft.com/office/powerpoint/2010/main" val="2660175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074AC4-0E73-9073-D920-FCE579F89377}"/>
              </a:ext>
            </a:extLst>
          </p:cNvPr>
          <p:cNvPicPr>
            <a:picLocks noChangeAspect="1"/>
          </p:cNvPicPr>
          <p:nvPr/>
        </p:nvPicPr>
        <p:blipFill>
          <a:blip r:embed="rId2"/>
          <a:stretch>
            <a:fillRect/>
          </a:stretch>
        </p:blipFill>
        <p:spPr>
          <a:xfrm>
            <a:off x="305580" y="651472"/>
            <a:ext cx="9216107" cy="5296639"/>
          </a:xfrm>
          <a:prstGeom prst="rect">
            <a:avLst/>
          </a:prstGeom>
        </p:spPr>
      </p:pic>
    </p:spTree>
    <p:extLst>
      <p:ext uri="{BB962C8B-B14F-4D97-AF65-F5344CB8AC3E}">
        <p14:creationId xmlns:p14="http://schemas.microsoft.com/office/powerpoint/2010/main" val="411021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D0DCD-ABC3-FB12-05EF-F8E5CF09F15C}"/>
              </a:ext>
            </a:extLst>
          </p:cNvPr>
          <p:cNvSpPr>
            <a:spLocks noGrp="1"/>
          </p:cNvSpPr>
          <p:nvPr>
            <p:ph type="title"/>
          </p:nvPr>
        </p:nvSpPr>
        <p:spPr/>
        <p:txBody>
          <a:bodyPr/>
          <a:lstStyle/>
          <a:p>
            <a:r>
              <a:rPr lang="en-US" dirty="0"/>
              <a:t>1.2 Address Binding</a:t>
            </a:r>
            <a:endParaRPr lang="en-IN" dirty="0"/>
          </a:p>
        </p:txBody>
      </p:sp>
      <p:sp>
        <p:nvSpPr>
          <p:cNvPr id="3" name="Content Placeholder 2">
            <a:extLst>
              <a:ext uri="{FF2B5EF4-FFF2-40B4-BE49-F238E27FC236}">
                <a16:creationId xmlns:a16="http://schemas.microsoft.com/office/drawing/2014/main" id="{370CAC4D-0D9A-B2D2-4C10-18643EC86AF8}"/>
              </a:ext>
            </a:extLst>
          </p:cNvPr>
          <p:cNvSpPr>
            <a:spLocks noGrp="1"/>
          </p:cNvSpPr>
          <p:nvPr>
            <p:ph idx="1"/>
          </p:nvPr>
        </p:nvSpPr>
        <p:spPr>
          <a:xfrm>
            <a:off x="677334" y="1620079"/>
            <a:ext cx="8596668" cy="4421284"/>
          </a:xfrm>
        </p:spPr>
        <p:txBody>
          <a:bodyPr>
            <a:noAutofit/>
          </a:bodyPr>
          <a:lstStyle/>
          <a:p>
            <a:pPr marL="0" algn="just"/>
            <a:r>
              <a:rPr lang="en-US" sz="2000" dirty="0">
                <a:effectLst/>
                <a:latin typeface="Calibri" panose="020F0502020204030204" pitchFamily="34" charset="0"/>
              </a:rPr>
              <a:t>Programs must be brought into memory and placed within a process queue for it to be run. </a:t>
            </a:r>
          </a:p>
          <a:p>
            <a:pPr marL="0" algn="just"/>
            <a:r>
              <a:rPr lang="en-US" sz="2000" dirty="0">
                <a:effectLst/>
                <a:latin typeface="Calibri" panose="020F0502020204030204" pitchFamily="34" charset="0"/>
              </a:rPr>
              <a:t>Input queue or job queue - collection of processes on the disk that are waiting to be   brought into memory to run the program. </a:t>
            </a:r>
          </a:p>
          <a:p>
            <a:pPr marL="0" marR="0" algn="just"/>
            <a:r>
              <a:rPr lang="en-US" sz="2000" dirty="0">
                <a:effectLst/>
                <a:latin typeface="Calibri" panose="020F0502020204030204" pitchFamily="34" charset="0"/>
              </a:rPr>
              <a:t>User programs go through several steps before being executed. </a:t>
            </a:r>
          </a:p>
          <a:p>
            <a:pPr marL="0" marR="0" indent="0" algn="just">
              <a:buNone/>
            </a:pPr>
            <a:endParaRPr lang="en-US" sz="2000" dirty="0">
              <a:effectLst/>
              <a:latin typeface="Calibri" panose="020F0502020204030204" pitchFamily="34" charset="0"/>
            </a:endParaRPr>
          </a:p>
          <a:p>
            <a:pPr marL="0" marR="0" algn="just">
              <a:buNone/>
            </a:pPr>
            <a:r>
              <a:rPr lang="en-US" sz="2000" dirty="0">
                <a:effectLst/>
                <a:latin typeface="Calibri" panose="020F0502020204030204" pitchFamily="34" charset="0"/>
              </a:rPr>
              <a:t>Binding an address to the data or instruction of a process is called </a:t>
            </a:r>
            <a:r>
              <a:rPr lang="en-US" sz="2000" b="1" dirty="0">
                <a:solidFill>
                  <a:srgbClr val="FF0000"/>
                </a:solidFill>
                <a:effectLst/>
                <a:latin typeface="Calibri" panose="020F0502020204030204" pitchFamily="34" charset="0"/>
              </a:rPr>
              <a:t>address binding</a:t>
            </a:r>
            <a:r>
              <a:rPr lang="en-US" sz="2000" dirty="0">
                <a:effectLst/>
                <a:latin typeface="Calibri" panose="020F0502020204030204" pitchFamily="34" charset="0"/>
              </a:rPr>
              <a:t>. </a:t>
            </a:r>
          </a:p>
          <a:p>
            <a:pPr marL="0" algn="just"/>
            <a:r>
              <a:rPr lang="en-US" sz="2000" dirty="0">
                <a:effectLst/>
                <a:latin typeface="Calibri" panose="020F0502020204030204" pitchFamily="34" charset="0"/>
              </a:rPr>
              <a:t>It can be done at three points of time: </a:t>
            </a:r>
          </a:p>
          <a:p>
            <a:pPr marL="2171700" lvl="5" algn="just"/>
            <a:r>
              <a:rPr lang="en-US" sz="2000" dirty="0">
                <a:effectLst/>
                <a:latin typeface="Calibri" panose="020F0502020204030204" pitchFamily="34" charset="0"/>
              </a:rPr>
              <a:t>Compile time </a:t>
            </a:r>
          </a:p>
          <a:p>
            <a:pPr marL="2171700" lvl="5" algn="just"/>
            <a:r>
              <a:rPr lang="en-US" sz="2000" dirty="0">
                <a:effectLst/>
                <a:latin typeface="Calibri" panose="020F0502020204030204" pitchFamily="34" charset="0"/>
              </a:rPr>
              <a:t>Load Time </a:t>
            </a:r>
          </a:p>
          <a:p>
            <a:pPr marL="2171700" lvl="5" algn="just"/>
            <a:r>
              <a:rPr lang="en-US" sz="2000" dirty="0">
                <a:effectLst/>
                <a:latin typeface="Calibri" panose="020F0502020204030204" pitchFamily="34" charset="0"/>
              </a:rPr>
              <a:t>Run time </a:t>
            </a:r>
          </a:p>
          <a:p>
            <a:pPr marL="0" marR="0" algn="just"/>
            <a:endParaRPr lang="en-US" sz="2000" dirty="0">
              <a:effectLst/>
              <a:latin typeface="Calibri" panose="020F0502020204030204" pitchFamily="34" charset="0"/>
            </a:endParaRPr>
          </a:p>
          <a:p>
            <a:pPr algn="just"/>
            <a:endParaRPr lang="en-IN" sz="2000" dirty="0"/>
          </a:p>
        </p:txBody>
      </p:sp>
    </p:spTree>
    <p:extLst>
      <p:ext uri="{BB962C8B-B14F-4D97-AF65-F5344CB8AC3E}">
        <p14:creationId xmlns:p14="http://schemas.microsoft.com/office/powerpoint/2010/main" val="1503742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78B8F2-70EA-BE5E-815E-4F8C13445D2C}"/>
              </a:ext>
            </a:extLst>
          </p:cNvPr>
          <p:cNvSpPr>
            <a:spLocks noGrp="1"/>
          </p:cNvSpPr>
          <p:nvPr>
            <p:ph idx="1"/>
          </p:nvPr>
        </p:nvSpPr>
        <p:spPr>
          <a:xfrm>
            <a:off x="677333" y="491613"/>
            <a:ext cx="8879621" cy="5549750"/>
          </a:xfrm>
        </p:spPr>
        <p:txBody>
          <a:bodyPr>
            <a:normAutofit/>
          </a:bodyPr>
          <a:lstStyle/>
          <a:p>
            <a:pPr algn="just"/>
            <a:r>
              <a:rPr lang="en-US" b="1" dirty="0">
                <a:solidFill>
                  <a:schemeClr val="accent1">
                    <a:lumMod val="50000"/>
                  </a:schemeClr>
                </a:solidFill>
              </a:rPr>
              <a:t>Compile time. </a:t>
            </a:r>
          </a:p>
          <a:p>
            <a:pPr lvl="1" algn="just"/>
            <a:r>
              <a:rPr lang="en-US" sz="1800" dirty="0"/>
              <a:t>If you know at compile time where the process will reside in memory, then absolute code can be generated. </a:t>
            </a:r>
          </a:p>
          <a:p>
            <a:pPr lvl="1" algn="just"/>
            <a:r>
              <a:rPr lang="en-US" sz="1800" dirty="0"/>
              <a:t>For example, if you know that a user process will reside starting at location R, then the generated compiler code will start at that location and extend up from there. If, at some later time, the starting location changes, then it will be necessary to recompile this code</a:t>
            </a:r>
          </a:p>
          <a:p>
            <a:pPr algn="just"/>
            <a:r>
              <a:rPr lang="en-US" b="1" dirty="0">
                <a:solidFill>
                  <a:schemeClr val="accent1">
                    <a:lumMod val="50000"/>
                  </a:schemeClr>
                </a:solidFill>
              </a:rPr>
              <a:t>Load time.</a:t>
            </a:r>
          </a:p>
          <a:p>
            <a:pPr lvl="1" algn="just"/>
            <a:r>
              <a:rPr lang="en-US" sz="1800" dirty="0"/>
              <a:t>If it is not known at compile time where the process will reside in memory, then the compiler must generate relocatable code. </a:t>
            </a:r>
          </a:p>
          <a:p>
            <a:pPr lvl="1" algn="just"/>
            <a:r>
              <a:rPr lang="en-US" sz="1800" dirty="0"/>
              <a:t>In this case, final binding is delayed until load time. If the starting address changes, we need only reload the user code to incorporate this changed value</a:t>
            </a:r>
            <a:endParaRPr lang="en-IN" sz="1800" dirty="0"/>
          </a:p>
        </p:txBody>
      </p:sp>
    </p:spTree>
    <p:extLst>
      <p:ext uri="{BB962C8B-B14F-4D97-AF65-F5344CB8AC3E}">
        <p14:creationId xmlns:p14="http://schemas.microsoft.com/office/powerpoint/2010/main" val="381551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03D8BD-DC57-5470-6063-F87E390A85CE}"/>
              </a:ext>
            </a:extLst>
          </p:cNvPr>
          <p:cNvSpPr>
            <a:spLocks noGrp="1"/>
          </p:cNvSpPr>
          <p:nvPr>
            <p:ph idx="1"/>
          </p:nvPr>
        </p:nvSpPr>
        <p:spPr>
          <a:xfrm>
            <a:off x="677334" y="1465007"/>
            <a:ext cx="8596668" cy="4576356"/>
          </a:xfrm>
        </p:spPr>
        <p:txBody>
          <a:bodyPr>
            <a:normAutofit/>
          </a:bodyPr>
          <a:lstStyle/>
          <a:p>
            <a:pPr algn="just"/>
            <a:r>
              <a:rPr lang="en-US" sz="2000" b="1" dirty="0">
                <a:solidFill>
                  <a:schemeClr val="accent1">
                    <a:lumMod val="50000"/>
                  </a:schemeClr>
                </a:solidFill>
              </a:rPr>
              <a:t>Execution time. </a:t>
            </a:r>
          </a:p>
          <a:p>
            <a:pPr lvl="1" algn="just"/>
            <a:r>
              <a:rPr lang="en-US" sz="2000" dirty="0"/>
              <a:t>If the process can be moved during its execution from one memory segment to another, then binding must be delayed until run time. Special hardware must be available for this scheme to work</a:t>
            </a:r>
            <a:endParaRPr lang="en-IN" sz="2000" dirty="0"/>
          </a:p>
        </p:txBody>
      </p:sp>
    </p:spTree>
    <p:extLst>
      <p:ext uri="{BB962C8B-B14F-4D97-AF65-F5344CB8AC3E}">
        <p14:creationId xmlns:p14="http://schemas.microsoft.com/office/powerpoint/2010/main" val="559035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B43795-1A30-3563-57B6-B028F94A1822}"/>
              </a:ext>
            </a:extLst>
          </p:cNvPr>
          <p:cNvSpPr>
            <a:spLocks noGrp="1"/>
          </p:cNvSpPr>
          <p:nvPr>
            <p:ph idx="1"/>
          </p:nvPr>
        </p:nvSpPr>
        <p:spPr>
          <a:xfrm>
            <a:off x="677333" y="1524001"/>
            <a:ext cx="8977943" cy="4517362"/>
          </a:xfrm>
        </p:spPr>
        <p:txBody>
          <a:bodyPr>
            <a:normAutofit/>
          </a:bodyPr>
          <a:lstStyle/>
          <a:p>
            <a:pPr marL="0" algn="just"/>
            <a:r>
              <a:rPr lang="en-US" sz="2000" b="1" dirty="0">
                <a:effectLst/>
                <a:latin typeface="Calibri" panose="020F0502020204030204" pitchFamily="34" charset="0"/>
              </a:rPr>
              <a:t>Logical Address: </a:t>
            </a:r>
            <a:r>
              <a:rPr lang="en-US" sz="2000" dirty="0">
                <a:effectLst/>
                <a:latin typeface="Calibri" panose="020F0502020204030204" pitchFamily="34" charset="0"/>
              </a:rPr>
              <a:t>An address generated by CPU is known as the Logical Address </a:t>
            </a:r>
          </a:p>
          <a:p>
            <a:pPr marL="0" algn="just"/>
            <a:r>
              <a:rPr lang="en-US" sz="2000" b="1" dirty="0">
                <a:effectLst/>
                <a:latin typeface="Calibri" panose="020F0502020204030204" pitchFamily="34" charset="0"/>
              </a:rPr>
              <a:t>Physical Address: </a:t>
            </a:r>
            <a:r>
              <a:rPr lang="en-US" sz="2000" dirty="0">
                <a:effectLst/>
                <a:latin typeface="Calibri" panose="020F0502020204030204" pitchFamily="34" charset="0"/>
              </a:rPr>
              <a:t>The address seen by the memory unit that is the one loaded into  the memory address register (MAR) of the memory is known as the physical  address.</a:t>
            </a:r>
          </a:p>
          <a:p>
            <a:pPr marL="0" algn="just"/>
            <a:endParaRPr lang="en-US" sz="2000" dirty="0">
              <a:latin typeface="Calibri" panose="020F0502020204030204" pitchFamily="34" charset="0"/>
            </a:endParaRPr>
          </a:p>
          <a:p>
            <a:pPr marL="0" algn="just"/>
            <a:endParaRPr lang="en-US" sz="2000" dirty="0">
              <a:effectLst/>
              <a:latin typeface="Calibri" panose="020F0502020204030204" pitchFamily="34" charset="0"/>
            </a:endParaRPr>
          </a:p>
          <a:p>
            <a:pPr algn="just"/>
            <a:endParaRPr lang="en-IN" sz="2000" dirty="0"/>
          </a:p>
        </p:txBody>
      </p:sp>
      <p:sp>
        <p:nvSpPr>
          <p:cNvPr id="4" name="Title 1">
            <a:extLst>
              <a:ext uri="{FF2B5EF4-FFF2-40B4-BE49-F238E27FC236}">
                <a16:creationId xmlns:a16="http://schemas.microsoft.com/office/drawing/2014/main" id="{F389DEBC-A580-B9E3-ADB7-44E6F97E3F2B}"/>
              </a:ext>
            </a:extLst>
          </p:cNvPr>
          <p:cNvSpPr>
            <a:spLocks noGrp="1"/>
          </p:cNvSpPr>
          <p:nvPr>
            <p:ph type="title"/>
          </p:nvPr>
        </p:nvSpPr>
        <p:spPr>
          <a:xfrm>
            <a:off x="677863" y="609600"/>
            <a:ext cx="8596312" cy="688258"/>
          </a:xfrm>
        </p:spPr>
        <p:txBody>
          <a:bodyPr/>
          <a:lstStyle/>
          <a:p>
            <a:r>
              <a:rPr lang="en-US" b="1" dirty="0"/>
              <a:t>1.3 Logical versus Physical Address</a:t>
            </a:r>
            <a:endParaRPr lang="en-IN" b="1" dirty="0"/>
          </a:p>
        </p:txBody>
      </p:sp>
      <p:pic>
        <p:nvPicPr>
          <p:cNvPr id="6" name="Picture 5">
            <a:extLst>
              <a:ext uri="{FF2B5EF4-FFF2-40B4-BE49-F238E27FC236}">
                <a16:creationId xmlns:a16="http://schemas.microsoft.com/office/drawing/2014/main" id="{AC136B44-F31B-3EE4-8754-EA4020B7463B}"/>
              </a:ext>
            </a:extLst>
          </p:cNvPr>
          <p:cNvPicPr>
            <a:picLocks noChangeAspect="1"/>
          </p:cNvPicPr>
          <p:nvPr/>
        </p:nvPicPr>
        <p:blipFill>
          <a:blip r:embed="rId2"/>
          <a:stretch>
            <a:fillRect/>
          </a:stretch>
        </p:blipFill>
        <p:spPr>
          <a:xfrm>
            <a:off x="1192837" y="3020533"/>
            <a:ext cx="8364117" cy="3227867"/>
          </a:xfrm>
          <a:prstGeom prst="rect">
            <a:avLst/>
          </a:prstGeom>
        </p:spPr>
      </p:pic>
    </p:spTree>
    <p:extLst>
      <p:ext uri="{BB962C8B-B14F-4D97-AF65-F5344CB8AC3E}">
        <p14:creationId xmlns:p14="http://schemas.microsoft.com/office/powerpoint/2010/main" val="1755794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BD9831-9899-034F-4F45-15389D8E3275}"/>
              </a:ext>
            </a:extLst>
          </p:cNvPr>
          <p:cNvSpPr>
            <a:spLocks noGrp="1"/>
          </p:cNvSpPr>
          <p:nvPr>
            <p:ph idx="1"/>
          </p:nvPr>
        </p:nvSpPr>
        <p:spPr>
          <a:xfrm>
            <a:off x="677334" y="717755"/>
            <a:ext cx="8596668" cy="5323607"/>
          </a:xfrm>
        </p:spPr>
        <p:txBody>
          <a:bodyPr>
            <a:normAutofit/>
          </a:bodyPr>
          <a:lstStyle/>
          <a:p>
            <a:pPr algn="just"/>
            <a:r>
              <a:rPr lang="en-US" sz="2000" dirty="0"/>
              <a:t>Binding addresses at either compile or load time generates identical logical and physical addresses. However, the execution-time address-binding scheme results in differing logical and physical addresses</a:t>
            </a:r>
          </a:p>
          <a:p>
            <a:pPr algn="just"/>
            <a:r>
              <a:rPr lang="en-US" sz="2000" dirty="0"/>
              <a:t>The run-time mapping from virtual to physical addresses is done by a hardware device called the </a:t>
            </a:r>
            <a:r>
              <a:rPr lang="en-US" sz="2000" b="1" dirty="0">
                <a:solidFill>
                  <a:srgbClr val="00B050"/>
                </a:solidFill>
              </a:rPr>
              <a:t>memory-management unit (MMU).</a:t>
            </a:r>
          </a:p>
          <a:p>
            <a:pPr algn="just"/>
            <a:r>
              <a:rPr lang="en-US" sz="2000" dirty="0"/>
              <a:t>The base register is now called a relocation register. </a:t>
            </a:r>
          </a:p>
          <a:p>
            <a:pPr algn="just"/>
            <a:r>
              <a:rPr lang="en-US" sz="2000" dirty="0"/>
              <a:t>The value in the relocation register is added to every address generated by a user process at the time the address is sent to memory.</a:t>
            </a:r>
          </a:p>
          <a:p>
            <a:pPr algn="just"/>
            <a:r>
              <a:rPr lang="en-US" sz="2000" dirty="0"/>
              <a:t>For example, if the base is at 14000, then an attempt by the user to address location 0 is dynamically relocated to location 14000; an access to location 346 is mapped to location 14346</a:t>
            </a:r>
            <a:endParaRPr lang="en-IN" sz="2000" dirty="0"/>
          </a:p>
        </p:txBody>
      </p:sp>
    </p:spTree>
    <p:extLst>
      <p:ext uri="{BB962C8B-B14F-4D97-AF65-F5344CB8AC3E}">
        <p14:creationId xmlns:p14="http://schemas.microsoft.com/office/powerpoint/2010/main" val="3857211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575C34-8679-27D1-5C60-13A656759456}"/>
              </a:ext>
            </a:extLst>
          </p:cNvPr>
          <p:cNvPicPr>
            <a:picLocks noChangeAspect="1"/>
          </p:cNvPicPr>
          <p:nvPr/>
        </p:nvPicPr>
        <p:blipFill>
          <a:blip r:embed="rId2"/>
          <a:stretch>
            <a:fillRect/>
          </a:stretch>
        </p:blipFill>
        <p:spPr>
          <a:xfrm>
            <a:off x="977561" y="770639"/>
            <a:ext cx="8117278" cy="5030394"/>
          </a:xfrm>
          <a:prstGeom prst="rect">
            <a:avLst/>
          </a:prstGeom>
        </p:spPr>
      </p:pic>
    </p:spTree>
    <p:extLst>
      <p:ext uri="{BB962C8B-B14F-4D97-AF65-F5344CB8AC3E}">
        <p14:creationId xmlns:p14="http://schemas.microsoft.com/office/powerpoint/2010/main" val="21911435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CD975A-2A7C-6A03-FD5A-1F6EC7446054}"/>
              </a:ext>
            </a:extLst>
          </p:cNvPr>
          <p:cNvSpPr>
            <a:spLocks noGrp="1"/>
          </p:cNvSpPr>
          <p:nvPr>
            <p:ph idx="1"/>
          </p:nvPr>
        </p:nvSpPr>
        <p:spPr>
          <a:xfrm>
            <a:off x="677334" y="1474839"/>
            <a:ext cx="8938614" cy="4566523"/>
          </a:xfrm>
        </p:spPr>
        <p:txBody>
          <a:bodyPr>
            <a:normAutofit/>
          </a:bodyPr>
          <a:lstStyle/>
          <a:p>
            <a:pPr algn="just"/>
            <a:r>
              <a:rPr lang="en-US" sz="2000" dirty="0"/>
              <a:t>We now have two different types of addresses: </a:t>
            </a:r>
          </a:p>
          <a:p>
            <a:pPr lvl="1" algn="just"/>
            <a:r>
              <a:rPr lang="en-US" sz="2000" dirty="0"/>
              <a:t>logical addresses (in the range 0 to max) and </a:t>
            </a:r>
          </a:p>
          <a:p>
            <a:pPr lvl="1" algn="just"/>
            <a:r>
              <a:rPr lang="en-US" sz="2000" dirty="0"/>
              <a:t>physical addresses (in the range R + 0 to R + max for a base value R). </a:t>
            </a:r>
          </a:p>
          <a:p>
            <a:pPr algn="just"/>
            <a:r>
              <a:rPr lang="en-US" sz="2000" dirty="0"/>
              <a:t>The user program generates only logical addresses and thinks that the process runs in memory locations from 0 to max. However, these logical addresses must be mapped to physical addresses before they are used. </a:t>
            </a:r>
            <a:endParaRPr lang="en-IN" sz="2000" dirty="0"/>
          </a:p>
        </p:txBody>
      </p:sp>
    </p:spTree>
    <p:extLst>
      <p:ext uri="{BB962C8B-B14F-4D97-AF65-F5344CB8AC3E}">
        <p14:creationId xmlns:p14="http://schemas.microsoft.com/office/powerpoint/2010/main" val="2134902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57D8B8-BA38-F997-9250-7CA77F057EF4}"/>
              </a:ext>
            </a:extLst>
          </p:cNvPr>
          <p:cNvSpPr>
            <a:spLocks noGrp="1"/>
          </p:cNvSpPr>
          <p:nvPr>
            <p:ph idx="1"/>
          </p:nvPr>
        </p:nvSpPr>
        <p:spPr>
          <a:xfrm>
            <a:off x="677333" y="1710813"/>
            <a:ext cx="9036937" cy="4330549"/>
          </a:xfrm>
        </p:spPr>
        <p:txBody>
          <a:bodyPr>
            <a:normAutofit/>
          </a:bodyPr>
          <a:lstStyle/>
          <a:p>
            <a:pPr algn="just"/>
            <a:r>
              <a:rPr lang="en-US" sz="2000" dirty="0"/>
              <a:t>To obtain better memory-space utilization, we can use dynamic loading. </a:t>
            </a:r>
          </a:p>
          <a:p>
            <a:pPr algn="just"/>
            <a:r>
              <a:rPr lang="en-US" sz="2000" dirty="0"/>
              <a:t>With dynamic loading, a routine is not loaded until it is called. </a:t>
            </a:r>
          </a:p>
          <a:p>
            <a:pPr algn="just"/>
            <a:r>
              <a:rPr lang="en-US" sz="2000" dirty="0"/>
              <a:t>All routines are kept on disk in a relocatable load format. The main program is loaded into memory and is executed.</a:t>
            </a:r>
          </a:p>
          <a:p>
            <a:pPr algn="just"/>
            <a:r>
              <a:rPr lang="en-US" sz="2000" dirty="0"/>
              <a:t>When a routine needs to call another routine, the calling routine first checks to see whether the other routine has been loaded. </a:t>
            </a:r>
          </a:p>
          <a:p>
            <a:pPr algn="just"/>
            <a:r>
              <a:rPr lang="en-US" sz="2000" dirty="0"/>
              <a:t>If it has not, the relocatable linking loader is called to load the desired routine into memory and to update the program’s address tables to reflect this change. Then control is passed to the newly loaded routine</a:t>
            </a:r>
            <a:endParaRPr lang="en-IN" sz="2000" dirty="0"/>
          </a:p>
        </p:txBody>
      </p:sp>
      <p:sp>
        <p:nvSpPr>
          <p:cNvPr id="4" name="Title 1">
            <a:extLst>
              <a:ext uri="{FF2B5EF4-FFF2-40B4-BE49-F238E27FC236}">
                <a16:creationId xmlns:a16="http://schemas.microsoft.com/office/drawing/2014/main" id="{C5D6BF61-CE12-CD5D-9F34-D2F159070961}"/>
              </a:ext>
            </a:extLst>
          </p:cNvPr>
          <p:cNvSpPr txBox="1">
            <a:spLocks/>
          </p:cNvSpPr>
          <p:nvPr/>
        </p:nvSpPr>
        <p:spPr>
          <a:xfrm>
            <a:off x="677863" y="609600"/>
            <a:ext cx="8596312" cy="688258"/>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t>1.4 Dynamic Loading</a:t>
            </a:r>
            <a:endParaRPr lang="en-IN" b="1" dirty="0"/>
          </a:p>
        </p:txBody>
      </p:sp>
    </p:spTree>
    <p:extLst>
      <p:ext uri="{BB962C8B-B14F-4D97-AF65-F5344CB8AC3E}">
        <p14:creationId xmlns:p14="http://schemas.microsoft.com/office/powerpoint/2010/main" val="1924116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353DF-3DE6-BD81-CC9C-E07EDAA49204}"/>
              </a:ext>
            </a:extLst>
          </p:cNvPr>
          <p:cNvSpPr>
            <a:spLocks noGrp="1"/>
          </p:cNvSpPr>
          <p:nvPr>
            <p:ph type="title"/>
          </p:nvPr>
        </p:nvSpPr>
        <p:spPr>
          <a:xfrm>
            <a:off x="677334" y="609600"/>
            <a:ext cx="8596668" cy="747252"/>
          </a:xfrm>
        </p:spPr>
        <p:txBody>
          <a:bodyPr>
            <a:normAutofit/>
          </a:bodyPr>
          <a:lstStyle/>
          <a:p>
            <a:r>
              <a:rPr lang="en-US" sz="3200" b="1" dirty="0"/>
              <a:t>1.5 Dynamic Linking and Shared Libraries</a:t>
            </a:r>
            <a:endParaRPr lang="en-IN" sz="3200" b="1" dirty="0"/>
          </a:p>
        </p:txBody>
      </p:sp>
      <p:sp>
        <p:nvSpPr>
          <p:cNvPr id="3" name="Content Placeholder 2">
            <a:extLst>
              <a:ext uri="{FF2B5EF4-FFF2-40B4-BE49-F238E27FC236}">
                <a16:creationId xmlns:a16="http://schemas.microsoft.com/office/drawing/2014/main" id="{F6B5C119-E81D-5811-90E9-7EC3DC25F65B}"/>
              </a:ext>
            </a:extLst>
          </p:cNvPr>
          <p:cNvSpPr>
            <a:spLocks noGrp="1"/>
          </p:cNvSpPr>
          <p:nvPr>
            <p:ph idx="1"/>
          </p:nvPr>
        </p:nvSpPr>
        <p:spPr>
          <a:xfrm>
            <a:off x="677334" y="1445343"/>
            <a:ext cx="8987776" cy="4596020"/>
          </a:xfrm>
        </p:spPr>
        <p:txBody>
          <a:bodyPr>
            <a:normAutofit/>
          </a:bodyPr>
          <a:lstStyle/>
          <a:p>
            <a:pPr algn="just"/>
            <a:r>
              <a:rPr lang="en-US" sz="2000" dirty="0"/>
              <a:t>Dynamically linked libraries (DLLs) are system libraries that are linked to user programs when the programs are run</a:t>
            </a:r>
          </a:p>
          <a:p>
            <a:pPr algn="just"/>
            <a:r>
              <a:rPr lang="en-US" sz="2000" dirty="0"/>
              <a:t>Some operating systems support only </a:t>
            </a:r>
            <a:r>
              <a:rPr lang="en-US" sz="2000" b="1" dirty="0"/>
              <a:t>static linking</a:t>
            </a:r>
            <a:r>
              <a:rPr lang="en-US" sz="2000" dirty="0"/>
              <a:t>, in which system libraries are treated like any other object module and are combined by the loader into the binary program image. </a:t>
            </a:r>
          </a:p>
          <a:p>
            <a:pPr algn="just"/>
            <a:r>
              <a:rPr lang="en-US" sz="2000" b="1" dirty="0"/>
              <a:t>Dynamic linking</a:t>
            </a:r>
            <a:r>
              <a:rPr lang="en-US" sz="2000" dirty="0"/>
              <a:t>, in contrast, is similar to dynamic loading. Here, though, linking, rather than loading, is postponed until execution time.</a:t>
            </a:r>
          </a:p>
          <a:p>
            <a:pPr algn="just"/>
            <a:r>
              <a:rPr lang="en-US" sz="2000" dirty="0"/>
              <a:t>When a program references a routine that is in a dynamic library, the loader locates the DLL, loading it into memory if necessary. </a:t>
            </a:r>
          </a:p>
          <a:p>
            <a:pPr lvl="1" algn="just"/>
            <a:r>
              <a:rPr lang="en-US" sz="2000" dirty="0"/>
              <a:t>It then adjusts addresses that reference functions in the dynamic library to the location in memory where the DLL is stored.</a:t>
            </a:r>
            <a:endParaRPr lang="en-IN" sz="2000" dirty="0"/>
          </a:p>
        </p:txBody>
      </p:sp>
    </p:spTree>
    <p:extLst>
      <p:ext uri="{BB962C8B-B14F-4D97-AF65-F5344CB8AC3E}">
        <p14:creationId xmlns:p14="http://schemas.microsoft.com/office/powerpoint/2010/main" val="106691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3691F0-4AC0-9F5C-EA46-50FE264881C4}"/>
              </a:ext>
            </a:extLst>
          </p:cNvPr>
          <p:cNvSpPr>
            <a:spLocks noGrp="1"/>
          </p:cNvSpPr>
          <p:nvPr>
            <p:ph idx="1"/>
          </p:nvPr>
        </p:nvSpPr>
        <p:spPr>
          <a:xfrm>
            <a:off x="677334" y="1406013"/>
            <a:ext cx="8596668" cy="4635349"/>
          </a:xfrm>
        </p:spPr>
        <p:txBody>
          <a:bodyPr>
            <a:normAutofit/>
          </a:bodyPr>
          <a:lstStyle/>
          <a:p>
            <a:pPr algn="just"/>
            <a:r>
              <a:rPr lang="en-US" sz="2000" dirty="0"/>
              <a:t>The main advantage of DLLs is that these libraries can be shared among multiple processes, so that only one instance of the DLL in main memory. </a:t>
            </a:r>
          </a:p>
          <a:p>
            <a:pPr lvl="1" algn="just"/>
            <a:r>
              <a:rPr lang="en-US" sz="2000" dirty="0"/>
              <a:t>For this reason, DLLs are also known as </a:t>
            </a:r>
            <a:r>
              <a:rPr lang="en-US" sz="2000" b="1" dirty="0">
                <a:solidFill>
                  <a:schemeClr val="accent1">
                    <a:lumMod val="75000"/>
                  </a:schemeClr>
                </a:solidFill>
              </a:rPr>
              <a:t>shared libraries</a:t>
            </a:r>
            <a:r>
              <a:rPr lang="en-US" sz="2000" dirty="0"/>
              <a:t>, and are used extensively in Windows and Linux systems.</a:t>
            </a:r>
            <a:endParaRPr lang="en-IN" sz="2000" dirty="0"/>
          </a:p>
        </p:txBody>
      </p:sp>
    </p:spTree>
    <p:extLst>
      <p:ext uri="{BB962C8B-B14F-4D97-AF65-F5344CB8AC3E}">
        <p14:creationId xmlns:p14="http://schemas.microsoft.com/office/powerpoint/2010/main" val="908688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B0E90-12BC-4284-685C-A61050715218}"/>
              </a:ext>
            </a:extLst>
          </p:cNvPr>
          <p:cNvSpPr>
            <a:spLocks noGrp="1"/>
          </p:cNvSpPr>
          <p:nvPr>
            <p:ph type="title"/>
          </p:nvPr>
        </p:nvSpPr>
        <p:spPr>
          <a:xfrm>
            <a:off x="677334" y="609600"/>
            <a:ext cx="8596668" cy="776748"/>
          </a:xfrm>
        </p:spPr>
        <p:txBody>
          <a:bodyPr/>
          <a:lstStyle/>
          <a:p>
            <a:r>
              <a:rPr lang="en-US" b="1" dirty="0"/>
              <a:t>2. Swapping</a:t>
            </a:r>
            <a:endParaRPr lang="en-IN" b="1" dirty="0"/>
          </a:p>
        </p:txBody>
      </p:sp>
      <p:pic>
        <p:nvPicPr>
          <p:cNvPr id="5" name="Picture 4">
            <a:extLst>
              <a:ext uri="{FF2B5EF4-FFF2-40B4-BE49-F238E27FC236}">
                <a16:creationId xmlns:a16="http://schemas.microsoft.com/office/drawing/2014/main" id="{0389B3A2-E963-CFA7-8DAC-C9437FED06F9}"/>
              </a:ext>
            </a:extLst>
          </p:cNvPr>
          <p:cNvPicPr>
            <a:picLocks noChangeAspect="1"/>
          </p:cNvPicPr>
          <p:nvPr/>
        </p:nvPicPr>
        <p:blipFill>
          <a:blip r:embed="rId2"/>
          <a:stretch>
            <a:fillRect/>
          </a:stretch>
        </p:blipFill>
        <p:spPr>
          <a:xfrm>
            <a:off x="1582262" y="1512330"/>
            <a:ext cx="7188111" cy="4829476"/>
          </a:xfrm>
          <a:prstGeom prst="rect">
            <a:avLst/>
          </a:prstGeom>
        </p:spPr>
      </p:pic>
    </p:spTree>
    <p:extLst>
      <p:ext uri="{BB962C8B-B14F-4D97-AF65-F5344CB8AC3E}">
        <p14:creationId xmlns:p14="http://schemas.microsoft.com/office/powerpoint/2010/main" val="31482404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22D70A-7D10-36AB-326D-07CC37991127}"/>
              </a:ext>
            </a:extLst>
          </p:cNvPr>
          <p:cNvSpPr>
            <a:spLocks noGrp="1"/>
          </p:cNvSpPr>
          <p:nvPr>
            <p:ph idx="1"/>
          </p:nvPr>
        </p:nvSpPr>
        <p:spPr>
          <a:xfrm>
            <a:off x="677334" y="924233"/>
            <a:ext cx="8596668" cy="5117130"/>
          </a:xfrm>
        </p:spPr>
        <p:txBody>
          <a:bodyPr/>
          <a:lstStyle/>
          <a:p>
            <a:pPr algn="just"/>
            <a:r>
              <a:rPr lang="en-US" dirty="0"/>
              <a:t>Process instructions and the data they operate on must be in memory to be executed. </a:t>
            </a:r>
          </a:p>
          <a:p>
            <a:pPr algn="just"/>
            <a:r>
              <a:rPr lang="en-US" dirty="0"/>
              <a:t>However, a process, or a portion of a process, can be swapped temporarily out of memory to a backing store and then brought back into memory for continued execution .</a:t>
            </a:r>
          </a:p>
          <a:p>
            <a:pPr algn="just"/>
            <a:r>
              <a:rPr lang="en-US" dirty="0"/>
              <a:t>Swapping makes it possible for the total physical address space of all processes to exceed the real physical memory of the system, thus increasing the degree of multiprogramming in a system.</a:t>
            </a:r>
          </a:p>
          <a:p>
            <a:pPr algn="just"/>
            <a:r>
              <a:rPr lang="en-US" dirty="0"/>
              <a:t>The advantage of standard swapping is that it allows physical memory to be oversubscribed, so that the system can accommodate more processes than there is actual physical memory to store them. </a:t>
            </a:r>
            <a:endParaRPr lang="en-IN" dirty="0"/>
          </a:p>
        </p:txBody>
      </p:sp>
    </p:spTree>
    <p:extLst>
      <p:ext uri="{BB962C8B-B14F-4D97-AF65-F5344CB8AC3E}">
        <p14:creationId xmlns:p14="http://schemas.microsoft.com/office/powerpoint/2010/main" val="42140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A77CA-8B95-FF6A-E19D-224D8DE28BF1}"/>
              </a:ext>
            </a:extLst>
          </p:cNvPr>
          <p:cNvSpPr>
            <a:spLocks noGrp="1"/>
          </p:cNvSpPr>
          <p:nvPr>
            <p:ph type="title"/>
          </p:nvPr>
        </p:nvSpPr>
        <p:spPr>
          <a:xfrm>
            <a:off x="677334" y="609600"/>
            <a:ext cx="8596668" cy="835742"/>
          </a:xfrm>
        </p:spPr>
        <p:txBody>
          <a:bodyPr>
            <a:normAutofit/>
          </a:bodyPr>
          <a:lstStyle/>
          <a:p>
            <a:r>
              <a:rPr lang="en-IN" sz="2800" b="1" dirty="0"/>
              <a:t>Swapping with Paging</a:t>
            </a:r>
          </a:p>
        </p:txBody>
      </p:sp>
      <p:sp>
        <p:nvSpPr>
          <p:cNvPr id="3" name="Content Placeholder 2">
            <a:extLst>
              <a:ext uri="{FF2B5EF4-FFF2-40B4-BE49-F238E27FC236}">
                <a16:creationId xmlns:a16="http://schemas.microsoft.com/office/drawing/2014/main" id="{12E11FB9-05F7-B2E0-CF3C-6844D743D888}"/>
              </a:ext>
            </a:extLst>
          </p:cNvPr>
          <p:cNvSpPr>
            <a:spLocks noGrp="1"/>
          </p:cNvSpPr>
          <p:nvPr>
            <p:ph idx="1"/>
          </p:nvPr>
        </p:nvSpPr>
        <p:spPr>
          <a:xfrm>
            <a:off x="677334" y="1602659"/>
            <a:ext cx="8596668" cy="4438704"/>
          </a:xfrm>
        </p:spPr>
        <p:txBody>
          <a:bodyPr>
            <a:normAutofit/>
          </a:bodyPr>
          <a:lstStyle/>
          <a:p>
            <a:pPr algn="just"/>
            <a:r>
              <a:rPr lang="en-US" sz="2000" dirty="0"/>
              <a:t>Most systems, including Linux and Windows, now use a variation of swapping in which pages of a process—rather than an entire process—can be swapped. This strategy still allows physical memory to be oversubscribed, but does not incur the cost of swapping entire processes.</a:t>
            </a:r>
          </a:p>
          <a:p>
            <a:pPr algn="just"/>
            <a:r>
              <a:rPr lang="en-US" sz="2000" dirty="0"/>
              <a:t>A </a:t>
            </a:r>
            <a:r>
              <a:rPr lang="en-US" sz="2000" b="1" dirty="0"/>
              <a:t>page out </a:t>
            </a:r>
            <a:r>
              <a:rPr lang="en-US" sz="2000" dirty="0"/>
              <a:t>operation moves a page from memory to the backing store; the reverse process is known as a </a:t>
            </a:r>
            <a:r>
              <a:rPr lang="en-US" sz="2000" b="1" dirty="0"/>
              <a:t>page in</a:t>
            </a:r>
            <a:endParaRPr lang="en-IN" sz="2000" b="1" dirty="0"/>
          </a:p>
        </p:txBody>
      </p:sp>
    </p:spTree>
    <p:extLst>
      <p:ext uri="{BB962C8B-B14F-4D97-AF65-F5344CB8AC3E}">
        <p14:creationId xmlns:p14="http://schemas.microsoft.com/office/powerpoint/2010/main" val="6731944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016AD3F-C7A1-5123-01BF-E086E22B97BC}"/>
              </a:ext>
            </a:extLst>
          </p:cNvPr>
          <p:cNvPicPr>
            <a:picLocks noGrp="1" noChangeAspect="1"/>
          </p:cNvPicPr>
          <p:nvPr>
            <p:ph idx="1"/>
          </p:nvPr>
        </p:nvPicPr>
        <p:blipFill>
          <a:blip r:embed="rId2"/>
          <a:stretch>
            <a:fillRect/>
          </a:stretch>
        </p:blipFill>
        <p:spPr>
          <a:xfrm>
            <a:off x="1160206" y="304800"/>
            <a:ext cx="8259097" cy="5737225"/>
          </a:xfrm>
        </p:spPr>
      </p:pic>
    </p:spTree>
    <p:extLst>
      <p:ext uri="{BB962C8B-B14F-4D97-AF65-F5344CB8AC3E}">
        <p14:creationId xmlns:p14="http://schemas.microsoft.com/office/powerpoint/2010/main" val="29600483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39C1E-98CD-02ED-5A67-2A154B1DFBB2}"/>
              </a:ext>
            </a:extLst>
          </p:cNvPr>
          <p:cNvSpPr>
            <a:spLocks noGrp="1"/>
          </p:cNvSpPr>
          <p:nvPr>
            <p:ph type="title"/>
          </p:nvPr>
        </p:nvSpPr>
        <p:spPr>
          <a:xfrm>
            <a:off x="677334" y="609600"/>
            <a:ext cx="8596668" cy="796413"/>
          </a:xfrm>
        </p:spPr>
        <p:txBody>
          <a:bodyPr>
            <a:normAutofit/>
          </a:bodyPr>
          <a:lstStyle/>
          <a:p>
            <a:r>
              <a:rPr lang="en-US" sz="3200" b="1" dirty="0"/>
              <a:t>3.Contiguous Memory Allocation</a:t>
            </a:r>
            <a:endParaRPr lang="en-IN" sz="3200" b="1" dirty="0"/>
          </a:p>
        </p:txBody>
      </p:sp>
      <p:graphicFrame>
        <p:nvGraphicFramePr>
          <p:cNvPr id="6" name="Content Placeholder 5">
            <a:extLst>
              <a:ext uri="{FF2B5EF4-FFF2-40B4-BE49-F238E27FC236}">
                <a16:creationId xmlns:a16="http://schemas.microsoft.com/office/drawing/2014/main" id="{EF48DDEA-58D6-49E1-AE5F-0A2A1038CA87}"/>
              </a:ext>
            </a:extLst>
          </p:cNvPr>
          <p:cNvGraphicFramePr>
            <a:graphicFrameLocks noGrp="1"/>
          </p:cNvGraphicFramePr>
          <p:nvPr>
            <p:ph idx="1"/>
            <p:extLst>
              <p:ext uri="{D42A27DB-BD31-4B8C-83A1-F6EECF244321}">
                <p14:modId xmlns:p14="http://schemas.microsoft.com/office/powerpoint/2010/main" val="1896107372"/>
              </p:ext>
            </p:extLst>
          </p:nvPr>
        </p:nvGraphicFramePr>
        <p:xfrm>
          <a:off x="677863" y="1406014"/>
          <a:ext cx="9252718" cy="4636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25527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7F7F4C27-86BA-3E99-466E-813072D17A20}"/>
              </a:ext>
            </a:extLst>
          </p:cNvPr>
          <p:cNvSpPr txBox="1">
            <a:spLocks/>
          </p:cNvSpPr>
          <p:nvPr/>
        </p:nvSpPr>
        <p:spPr>
          <a:xfrm>
            <a:off x="677334" y="1720646"/>
            <a:ext cx="8596668" cy="385424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r>
              <a:rPr lang="en-US" dirty="0"/>
              <a:t>The main memory must accommodate both the operating system and the various user processes.</a:t>
            </a:r>
          </a:p>
          <a:p>
            <a:pPr algn="just"/>
            <a:r>
              <a:rPr lang="en-US" dirty="0"/>
              <a:t>The memory is usually divided into two partitions: one for the operating system and one for the user processes.</a:t>
            </a:r>
          </a:p>
          <a:p>
            <a:pPr algn="just"/>
            <a:r>
              <a:rPr lang="en-US" dirty="0"/>
              <a:t>We can place the operating system in either low memory addresses or high memory addresses.</a:t>
            </a:r>
          </a:p>
          <a:p>
            <a:pPr algn="just"/>
            <a:r>
              <a:rPr lang="en-US" dirty="0"/>
              <a:t>In contiguous memory allocation, each process is contained in a single section of memory that is contiguous to the section containing the next process.</a:t>
            </a:r>
          </a:p>
          <a:p>
            <a:pPr lvl="1" algn="just"/>
            <a:r>
              <a:rPr lang="en-US" b="1" dirty="0"/>
              <a:t>An entire program is stored at a single continuous memory </a:t>
            </a:r>
            <a:r>
              <a:rPr lang="en-US" b="1" dirty="0" err="1"/>
              <a:t>location.It</a:t>
            </a:r>
            <a:r>
              <a:rPr lang="en-US" b="1" dirty="0"/>
              <a:t> is known as centralized approach. </a:t>
            </a:r>
          </a:p>
          <a:p>
            <a:pPr algn="just"/>
            <a:endParaRPr lang="en-IN" dirty="0"/>
          </a:p>
        </p:txBody>
      </p:sp>
    </p:spTree>
    <p:extLst>
      <p:ext uri="{BB962C8B-B14F-4D97-AF65-F5344CB8AC3E}">
        <p14:creationId xmlns:p14="http://schemas.microsoft.com/office/powerpoint/2010/main" val="37669015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4F72E-C15D-0ADB-92C5-F70559360A25}"/>
              </a:ext>
            </a:extLst>
          </p:cNvPr>
          <p:cNvSpPr>
            <a:spLocks noGrp="1"/>
          </p:cNvSpPr>
          <p:nvPr>
            <p:ph type="title"/>
          </p:nvPr>
        </p:nvSpPr>
        <p:spPr>
          <a:xfrm>
            <a:off x="677334" y="609600"/>
            <a:ext cx="8596668" cy="707923"/>
          </a:xfrm>
        </p:spPr>
        <p:txBody>
          <a:bodyPr>
            <a:normAutofit/>
          </a:bodyPr>
          <a:lstStyle/>
          <a:p>
            <a:r>
              <a:rPr lang="en-IN" sz="3200" b="1" dirty="0"/>
              <a:t>3.1 Memory Protection </a:t>
            </a:r>
          </a:p>
        </p:txBody>
      </p:sp>
      <p:sp>
        <p:nvSpPr>
          <p:cNvPr id="3" name="Content Placeholder 2">
            <a:extLst>
              <a:ext uri="{FF2B5EF4-FFF2-40B4-BE49-F238E27FC236}">
                <a16:creationId xmlns:a16="http://schemas.microsoft.com/office/drawing/2014/main" id="{00C52E56-CDAA-F66C-D958-5510CC073DE7}"/>
              </a:ext>
            </a:extLst>
          </p:cNvPr>
          <p:cNvSpPr>
            <a:spLocks noGrp="1"/>
          </p:cNvSpPr>
          <p:nvPr>
            <p:ph idx="1"/>
          </p:nvPr>
        </p:nvSpPr>
        <p:spPr>
          <a:xfrm>
            <a:off x="677334" y="1484671"/>
            <a:ext cx="8596668" cy="4556691"/>
          </a:xfrm>
        </p:spPr>
        <p:txBody>
          <a:bodyPr/>
          <a:lstStyle/>
          <a:p>
            <a:pPr algn="just"/>
            <a:r>
              <a:rPr lang="en-US" dirty="0"/>
              <a:t>We can prevent a process from accessing memory that it does not own by combining a relocation register together with a limit register.</a:t>
            </a:r>
          </a:p>
          <a:p>
            <a:pPr algn="just"/>
            <a:r>
              <a:rPr lang="en-US" dirty="0"/>
              <a:t>The relocation register contains the value of the smallest physical address; the limit register contains the range of logical addresses (for example, relocation = 100040 and limit = 74600). </a:t>
            </a:r>
          </a:p>
          <a:p>
            <a:pPr algn="just"/>
            <a:r>
              <a:rPr lang="en-US" dirty="0"/>
              <a:t>Each logical address must fall within the range specified by the limit register. The MMU maps the logical address dynamically by adding the value in the relocation register. This mapped address is sent to memory.</a:t>
            </a:r>
          </a:p>
          <a:p>
            <a:pPr algn="just"/>
            <a:r>
              <a:rPr lang="en-US" dirty="0"/>
              <a:t>Because every address generated by a CPU is checked against these registers, we can protect both the operating system and the other users’ programs and data from being modified by this running process.</a:t>
            </a:r>
            <a:endParaRPr lang="en-IN" dirty="0"/>
          </a:p>
        </p:txBody>
      </p:sp>
    </p:spTree>
    <p:extLst>
      <p:ext uri="{BB962C8B-B14F-4D97-AF65-F5344CB8AC3E}">
        <p14:creationId xmlns:p14="http://schemas.microsoft.com/office/powerpoint/2010/main" val="1785216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000C47-EB02-E97F-8AF4-A982B58A53AB}"/>
              </a:ext>
            </a:extLst>
          </p:cNvPr>
          <p:cNvPicPr>
            <a:picLocks noChangeAspect="1"/>
          </p:cNvPicPr>
          <p:nvPr/>
        </p:nvPicPr>
        <p:blipFill>
          <a:blip r:embed="rId2"/>
          <a:stretch>
            <a:fillRect/>
          </a:stretch>
        </p:blipFill>
        <p:spPr>
          <a:xfrm>
            <a:off x="117438" y="196995"/>
            <a:ext cx="9665659" cy="5992061"/>
          </a:xfrm>
          <a:prstGeom prst="rect">
            <a:avLst/>
          </a:prstGeom>
        </p:spPr>
      </p:pic>
    </p:spTree>
    <p:extLst>
      <p:ext uri="{BB962C8B-B14F-4D97-AF65-F5344CB8AC3E}">
        <p14:creationId xmlns:p14="http://schemas.microsoft.com/office/powerpoint/2010/main" val="31032770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5">
            <a:extLst>
              <a:ext uri="{FF2B5EF4-FFF2-40B4-BE49-F238E27FC236}">
                <a16:creationId xmlns:a16="http://schemas.microsoft.com/office/drawing/2014/main" id="{98C53282-5707-33E1-70BE-B69A73428A79}"/>
              </a:ext>
            </a:extLst>
          </p:cNvPr>
          <p:cNvGraphicFramePr>
            <a:graphicFrameLocks/>
          </p:cNvGraphicFramePr>
          <p:nvPr>
            <p:extLst>
              <p:ext uri="{D42A27DB-BD31-4B8C-83A1-F6EECF244321}">
                <p14:modId xmlns:p14="http://schemas.microsoft.com/office/powerpoint/2010/main" val="4027361733"/>
              </p:ext>
            </p:extLst>
          </p:nvPr>
        </p:nvGraphicFramePr>
        <p:xfrm>
          <a:off x="441888" y="1612491"/>
          <a:ext cx="9252718" cy="46360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le 1">
            <a:extLst>
              <a:ext uri="{FF2B5EF4-FFF2-40B4-BE49-F238E27FC236}">
                <a16:creationId xmlns:a16="http://schemas.microsoft.com/office/drawing/2014/main" id="{9F6EEA1C-CF54-F979-C875-6CDA90735E49}"/>
              </a:ext>
            </a:extLst>
          </p:cNvPr>
          <p:cNvSpPr>
            <a:spLocks noGrp="1"/>
          </p:cNvSpPr>
          <p:nvPr>
            <p:ph type="title"/>
          </p:nvPr>
        </p:nvSpPr>
        <p:spPr>
          <a:xfrm>
            <a:off x="677334" y="609600"/>
            <a:ext cx="8596668" cy="707923"/>
          </a:xfrm>
        </p:spPr>
        <p:txBody>
          <a:bodyPr>
            <a:normAutofit/>
          </a:bodyPr>
          <a:lstStyle/>
          <a:p>
            <a:r>
              <a:rPr lang="en-IN" sz="3200" b="1" dirty="0"/>
              <a:t>3.2 Memory Allocation </a:t>
            </a:r>
          </a:p>
        </p:txBody>
      </p:sp>
    </p:spTree>
    <p:extLst>
      <p:ext uri="{BB962C8B-B14F-4D97-AF65-F5344CB8AC3E}">
        <p14:creationId xmlns:p14="http://schemas.microsoft.com/office/powerpoint/2010/main" val="9638246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9D8784B-5A2D-0297-2405-C3DEADB4A7FF}"/>
              </a:ext>
            </a:extLst>
          </p:cNvPr>
          <p:cNvGraphicFramePr>
            <a:graphicFrameLocks noGrp="1"/>
          </p:cNvGraphicFramePr>
          <p:nvPr>
            <p:ph idx="1"/>
            <p:extLst>
              <p:ext uri="{D42A27DB-BD31-4B8C-83A1-F6EECF244321}">
                <p14:modId xmlns:p14="http://schemas.microsoft.com/office/powerpoint/2010/main" val="130712928"/>
              </p:ext>
            </p:extLst>
          </p:nvPr>
        </p:nvGraphicFramePr>
        <p:xfrm>
          <a:off x="3352799" y="2160588"/>
          <a:ext cx="2143433" cy="2966720"/>
        </p:xfrm>
        <a:graphic>
          <a:graphicData uri="http://schemas.openxmlformats.org/drawingml/2006/table">
            <a:tbl>
              <a:tblPr>
                <a:tableStyleId>{D7AC3CCA-C797-4891-BE02-D94E43425B78}</a:tableStyleId>
              </a:tblPr>
              <a:tblGrid>
                <a:gridCol w="2143433">
                  <a:extLst>
                    <a:ext uri="{9D8B030D-6E8A-4147-A177-3AD203B41FA5}">
                      <a16:colId xmlns:a16="http://schemas.microsoft.com/office/drawing/2014/main" val="1593210910"/>
                    </a:ext>
                  </a:extLst>
                </a:gridCol>
              </a:tblGrid>
              <a:tr h="370840">
                <a:tc>
                  <a:txBody>
                    <a:bodyPr/>
                    <a:lstStyle/>
                    <a:p>
                      <a:endParaRPr lang="en-IN"/>
                    </a:p>
                  </a:txBody>
                  <a:tcPr/>
                </a:tc>
                <a:extLst>
                  <a:ext uri="{0D108BD9-81ED-4DB2-BD59-A6C34878D82A}">
                    <a16:rowId xmlns:a16="http://schemas.microsoft.com/office/drawing/2014/main" val="483257084"/>
                  </a:ext>
                </a:extLst>
              </a:tr>
              <a:tr h="370840">
                <a:tc>
                  <a:txBody>
                    <a:bodyPr/>
                    <a:lstStyle/>
                    <a:p>
                      <a:endParaRPr lang="en-IN" dirty="0"/>
                    </a:p>
                  </a:txBody>
                  <a:tcPr/>
                </a:tc>
                <a:extLst>
                  <a:ext uri="{0D108BD9-81ED-4DB2-BD59-A6C34878D82A}">
                    <a16:rowId xmlns:a16="http://schemas.microsoft.com/office/drawing/2014/main" val="1776892562"/>
                  </a:ext>
                </a:extLst>
              </a:tr>
              <a:tr h="370840">
                <a:tc>
                  <a:txBody>
                    <a:bodyPr/>
                    <a:lstStyle/>
                    <a:p>
                      <a:endParaRPr lang="en-IN"/>
                    </a:p>
                  </a:txBody>
                  <a:tcPr/>
                </a:tc>
                <a:extLst>
                  <a:ext uri="{0D108BD9-81ED-4DB2-BD59-A6C34878D82A}">
                    <a16:rowId xmlns:a16="http://schemas.microsoft.com/office/drawing/2014/main" val="3885066395"/>
                  </a:ext>
                </a:extLst>
              </a:tr>
              <a:tr h="370840">
                <a:tc>
                  <a:txBody>
                    <a:bodyPr/>
                    <a:lstStyle/>
                    <a:p>
                      <a:endParaRPr lang="en-IN" dirty="0"/>
                    </a:p>
                  </a:txBody>
                  <a:tcPr/>
                </a:tc>
                <a:extLst>
                  <a:ext uri="{0D108BD9-81ED-4DB2-BD59-A6C34878D82A}">
                    <a16:rowId xmlns:a16="http://schemas.microsoft.com/office/drawing/2014/main" val="4067333484"/>
                  </a:ext>
                </a:extLst>
              </a:tr>
              <a:tr h="370840">
                <a:tc>
                  <a:txBody>
                    <a:bodyPr/>
                    <a:lstStyle/>
                    <a:p>
                      <a:endParaRPr lang="en-IN" dirty="0"/>
                    </a:p>
                  </a:txBody>
                  <a:tcPr/>
                </a:tc>
                <a:extLst>
                  <a:ext uri="{0D108BD9-81ED-4DB2-BD59-A6C34878D82A}">
                    <a16:rowId xmlns:a16="http://schemas.microsoft.com/office/drawing/2014/main" val="1761406317"/>
                  </a:ext>
                </a:extLst>
              </a:tr>
              <a:tr h="370840">
                <a:tc>
                  <a:txBody>
                    <a:bodyPr/>
                    <a:lstStyle/>
                    <a:p>
                      <a:endParaRPr lang="en-IN"/>
                    </a:p>
                  </a:txBody>
                  <a:tcPr/>
                </a:tc>
                <a:extLst>
                  <a:ext uri="{0D108BD9-81ED-4DB2-BD59-A6C34878D82A}">
                    <a16:rowId xmlns:a16="http://schemas.microsoft.com/office/drawing/2014/main" val="2288239553"/>
                  </a:ext>
                </a:extLst>
              </a:tr>
              <a:tr h="370840">
                <a:tc>
                  <a:txBody>
                    <a:bodyPr/>
                    <a:lstStyle/>
                    <a:p>
                      <a:endParaRPr lang="en-IN"/>
                    </a:p>
                  </a:txBody>
                  <a:tcPr/>
                </a:tc>
                <a:extLst>
                  <a:ext uri="{0D108BD9-81ED-4DB2-BD59-A6C34878D82A}">
                    <a16:rowId xmlns:a16="http://schemas.microsoft.com/office/drawing/2014/main" val="2324083482"/>
                  </a:ext>
                </a:extLst>
              </a:tr>
              <a:tr h="370840">
                <a:tc>
                  <a:txBody>
                    <a:bodyPr/>
                    <a:lstStyle/>
                    <a:p>
                      <a:endParaRPr lang="en-IN" dirty="0"/>
                    </a:p>
                  </a:txBody>
                  <a:tcPr/>
                </a:tc>
                <a:extLst>
                  <a:ext uri="{0D108BD9-81ED-4DB2-BD59-A6C34878D82A}">
                    <a16:rowId xmlns:a16="http://schemas.microsoft.com/office/drawing/2014/main" val="3019653358"/>
                  </a:ext>
                </a:extLst>
              </a:tr>
            </a:tbl>
          </a:graphicData>
        </a:graphic>
      </p:graphicFrame>
      <p:graphicFrame>
        <p:nvGraphicFramePr>
          <p:cNvPr id="5" name="Content Placeholder 3">
            <a:extLst>
              <a:ext uri="{FF2B5EF4-FFF2-40B4-BE49-F238E27FC236}">
                <a16:creationId xmlns:a16="http://schemas.microsoft.com/office/drawing/2014/main" id="{37E880F4-F5B6-DE07-2076-4758572F07A1}"/>
              </a:ext>
            </a:extLst>
          </p:cNvPr>
          <p:cNvGraphicFramePr>
            <a:graphicFrameLocks/>
          </p:cNvGraphicFramePr>
          <p:nvPr>
            <p:extLst>
              <p:ext uri="{D42A27DB-BD31-4B8C-83A1-F6EECF244321}">
                <p14:modId xmlns:p14="http://schemas.microsoft.com/office/powerpoint/2010/main" val="1755916782"/>
              </p:ext>
            </p:extLst>
          </p:nvPr>
        </p:nvGraphicFramePr>
        <p:xfrm>
          <a:off x="2831690" y="2145842"/>
          <a:ext cx="398201" cy="2966720"/>
        </p:xfrm>
        <a:graphic>
          <a:graphicData uri="http://schemas.openxmlformats.org/drawingml/2006/table">
            <a:tbl>
              <a:tblPr>
                <a:tableStyleId>{2D5ABB26-0587-4C30-8999-92F81FD0307C}</a:tableStyleId>
              </a:tblPr>
              <a:tblGrid>
                <a:gridCol w="398201">
                  <a:extLst>
                    <a:ext uri="{9D8B030D-6E8A-4147-A177-3AD203B41FA5}">
                      <a16:colId xmlns:a16="http://schemas.microsoft.com/office/drawing/2014/main" val="1593210910"/>
                    </a:ext>
                  </a:extLst>
                </a:gridCol>
              </a:tblGrid>
              <a:tr h="370840">
                <a:tc>
                  <a:txBody>
                    <a:bodyPr/>
                    <a:lstStyle/>
                    <a:p>
                      <a:r>
                        <a:rPr lang="en-US" dirty="0"/>
                        <a:t>0</a:t>
                      </a:r>
                      <a:endParaRPr lang="en-IN" dirty="0"/>
                    </a:p>
                  </a:txBody>
                  <a:tcPr/>
                </a:tc>
                <a:extLst>
                  <a:ext uri="{0D108BD9-81ED-4DB2-BD59-A6C34878D82A}">
                    <a16:rowId xmlns:a16="http://schemas.microsoft.com/office/drawing/2014/main" val="483257084"/>
                  </a:ext>
                </a:extLst>
              </a:tr>
              <a:tr h="370840">
                <a:tc>
                  <a:txBody>
                    <a:bodyPr/>
                    <a:lstStyle/>
                    <a:p>
                      <a:r>
                        <a:rPr lang="en-US" dirty="0"/>
                        <a:t>1</a:t>
                      </a:r>
                      <a:endParaRPr lang="en-IN" dirty="0"/>
                    </a:p>
                  </a:txBody>
                  <a:tcPr/>
                </a:tc>
                <a:extLst>
                  <a:ext uri="{0D108BD9-81ED-4DB2-BD59-A6C34878D82A}">
                    <a16:rowId xmlns:a16="http://schemas.microsoft.com/office/drawing/2014/main" val="1776892562"/>
                  </a:ext>
                </a:extLst>
              </a:tr>
              <a:tr h="370840">
                <a:tc>
                  <a:txBody>
                    <a:bodyPr/>
                    <a:lstStyle/>
                    <a:p>
                      <a:r>
                        <a:rPr lang="en-US" dirty="0"/>
                        <a:t>2</a:t>
                      </a:r>
                      <a:endParaRPr lang="en-IN" dirty="0"/>
                    </a:p>
                  </a:txBody>
                  <a:tcPr/>
                </a:tc>
                <a:extLst>
                  <a:ext uri="{0D108BD9-81ED-4DB2-BD59-A6C34878D82A}">
                    <a16:rowId xmlns:a16="http://schemas.microsoft.com/office/drawing/2014/main" val="3885066395"/>
                  </a:ext>
                </a:extLst>
              </a:tr>
              <a:tr h="370840">
                <a:tc>
                  <a:txBody>
                    <a:bodyPr/>
                    <a:lstStyle/>
                    <a:p>
                      <a:r>
                        <a:rPr lang="en-US" dirty="0"/>
                        <a:t>3</a:t>
                      </a:r>
                      <a:endParaRPr lang="en-IN" dirty="0"/>
                    </a:p>
                  </a:txBody>
                  <a:tcPr/>
                </a:tc>
                <a:extLst>
                  <a:ext uri="{0D108BD9-81ED-4DB2-BD59-A6C34878D82A}">
                    <a16:rowId xmlns:a16="http://schemas.microsoft.com/office/drawing/2014/main" val="4067333484"/>
                  </a:ext>
                </a:extLst>
              </a:tr>
              <a:tr h="370840">
                <a:tc>
                  <a:txBody>
                    <a:bodyPr/>
                    <a:lstStyle/>
                    <a:p>
                      <a:r>
                        <a:rPr lang="en-US" dirty="0"/>
                        <a:t>4</a:t>
                      </a:r>
                      <a:endParaRPr lang="en-IN" dirty="0"/>
                    </a:p>
                  </a:txBody>
                  <a:tcPr/>
                </a:tc>
                <a:extLst>
                  <a:ext uri="{0D108BD9-81ED-4DB2-BD59-A6C34878D82A}">
                    <a16:rowId xmlns:a16="http://schemas.microsoft.com/office/drawing/2014/main" val="1761406317"/>
                  </a:ext>
                </a:extLst>
              </a:tr>
              <a:tr h="370840">
                <a:tc>
                  <a:txBody>
                    <a:bodyPr/>
                    <a:lstStyle/>
                    <a:p>
                      <a:r>
                        <a:rPr lang="en-US" dirty="0"/>
                        <a:t>5</a:t>
                      </a:r>
                      <a:endParaRPr lang="en-IN" dirty="0"/>
                    </a:p>
                  </a:txBody>
                  <a:tcPr/>
                </a:tc>
                <a:extLst>
                  <a:ext uri="{0D108BD9-81ED-4DB2-BD59-A6C34878D82A}">
                    <a16:rowId xmlns:a16="http://schemas.microsoft.com/office/drawing/2014/main" val="2288239553"/>
                  </a:ext>
                </a:extLst>
              </a:tr>
              <a:tr h="370840">
                <a:tc>
                  <a:txBody>
                    <a:bodyPr/>
                    <a:lstStyle/>
                    <a:p>
                      <a:r>
                        <a:rPr lang="en-US" dirty="0"/>
                        <a:t>6</a:t>
                      </a:r>
                      <a:endParaRPr lang="en-IN" dirty="0"/>
                    </a:p>
                  </a:txBody>
                  <a:tcPr/>
                </a:tc>
                <a:extLst>
                  <a:ext uri="{0D108BD9-81ED-4DB2-BD59-A6C34878D82A}">
                    <a16:rowId xmlns:a16="http://schemas.microsoft.com/office/drawing/2014/main" val="2324083482"/>
                  </a:ext>
                </a:extLst>
              </a:tr>
              <a:tr h="370840">
                <a:tc>
                  <a:txBody>
                    <a:bodyPr/>
                    <a:lstStyle/>
                    <a:p>
                      <a:r>
                        <a:rPr lang="en-US" dirty="0"/>
                        <a:t>7</a:t>
                      </a:r>
                      <a:endParaRPr lang="en-IN" dirty="0"/>
                    </a:p>
                  </a:txBody>
                  <a:tcPr/>
                </a:tc>
                <a:extLst>
                  <a:ext uri="{0D108BD9-81ED-4DB2-BD59-A6C34878D82A}">
                    <a16:rowId xmlns:a16="http://schemas.microsoft.com/office/drawing/2014/main" val="3019653358"/>
                  </a:ext>
                </a:extLst>
              </a:tr>
            </a:tbl>
          </a:graphicData>
        </a:graphic>
      </p:graphicFrame>
      <p:sp>
        <p:nvSpPr>
          <p:cNvPr id="6" name="Flowchart: Connector 5">
            <a:extLst>
              <a:ext uri="{FF2B5EF4-FFF2-40B4-BE49-F238E27FC236}">
                <a16:creationId xmlns:a16="http://schemas.microsoft.com/office/drawing/2014/main" id="{B26C5262-6DC5-CDA3-D652-547B39F824A0}"/>
              </a:ext>
            </a:extLst>
          </p:cNvPr>
          <p:cNvSpPr/>
          <p:nvPr/>
        </p:nvSpPr>
        <p:spPr>
          <a:xfrm>
            <a:off x="6971071" y="2160588"/>
            <a:ext cx="757084" cy="789089"/>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P1</a:t>
            </a:r>
            <a:endParaRPr lang="en-IN" dirty="0"/>
          </a:p>
        </p:txBody>
      </p:sp>
      <p:sp>
        <p:nvSpPr>
          <p:cNvPr id="7" name="TextBox 6">
            <a:extLst>
              <a:ext uri="{FF2B5EF4-FFF2-40B4-BE49-F238E27FC236}">
                <a16:creationId xmlns:a16="http://schemas.microsoft.com/office/drawing/2014/main" id="{CC479E22-BCE3-D3FB-8C3C-04C1E8FCA440}"/>
              </a:ext>
            </a:extLst>
          </p:cNvPr>
          <p:cNvSpPr txBox="1"/>
          <p:nvPr/>
        </p:nvSpPr>
        <p:spPr>
          <a:xfrm>
            <a:off x="7914968" y="2025445"/>
            <a:ext cx="757084" cy="369332"/>
          </a:xfrm>
          <a:prstGeom prst="rect">
            <a:avLst/>
          </a:prstGeom>
          <a:noFill/>
        </p:spPr>
        <p:txBody>
          <a:bodyPr wrap="square" rtlCol="0">
            <a:spAutoFit/>
          </a:bodyPr>
          <a:lstStyle/>
          <a:p>
            <a:r>
              <a:rPr lang="en-US" dirty="0"/>
              <a:t>3K</a:t>
            </a:r>
            <a:endParaRPr lang="en-IN" dirty="0"/>
          </a:p>
        </p:txBody>
      </p:sp>
      <p:grpSp>
        <p:nvGrpSpPr>
          <p:cNvPr id="17" name="Group 16">
            <a:extLst>
              <a:ext uri="{FF2B5EF4-FFF2-40B4-BE49-F238E27FC236}">
                <a16:creationId xmlns:a16="http://schemas.microsoft.com/office/drawing/2014/main" id="{AFE8C983-BF78-B018-C716-B171045B8D53}"/>
              </a:ext>
            </a:extLst>
          </p:cNvPr>
          <p:cNvGrpSpPr/>
          <p:nvPr/>
        </p:nvGrpSpPr>
        <p:grpSpPr>
          <a:xfrm>
            <a:off x="5694066" y="2545428"/>
            <a:ext cx="1199160" cy="1152360"/>
            <a:chOff x="5694066" y="2545428"/>
            <a:chExt cx="1199160" cy="1152360"/>
          </a:xfrm>
        </p:grpSpPr>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293A9E06-F9DF-28AE-77D7-A16419AF9360}"/>
                    </a:ext>
                  </a:extLst>
                </p14:cNvPr>
                <p14:cNvContentPartPr/>
                <p14:nvPr/>
              </p14:nvContentPartPr>
              <p14:xfrm>
                <a:off x="5694066" y="2545428"/>
                <a:ext cx="254880" cy="1152360"/>
              </p14:xfrm>
            </p:contentPart>
          </mc:Choice>
          <mc:Fallback xmlns="">
            <p:pic>
              <p:nvPicPr>
                <p:cNvPr id="8" name="Ink 7">
                  <a:extLst>
                    <a:ext uri="{FF2B5EF4-FFF2-40B4-BE49-F238E27FC236}">
                      <a16:creationId xmlns:a16="http://schemas.microsoft.com/office/drawing/2014/main" id="{293A9E06-F9DF-28AE-77D7-A16419AF9360}"/>
                    </a:ext>
                  </a:extLst>
                </p:cNvPr>
                <p:cNvPicPr/>
                <p:nvPr/>
              </p:nvPicPr>
              <p:blipFill>
                <a:blip r:embed="rId3"/>
                <a:stretch>
                  <a:fillRect/>
                </a:stretch>
              </p:blipFill>
              <p:spPr>
                <a:xfrm>
                  <a:off x="5687946" y="2539308"/>
                  <a:ext cx="267120" cy="1164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FB4C7C9A-A21D-0CF1-20A1-164D096284D2}"/>
                    </a:ext>
                  </a:extLst>
                </p14:cNvPr>
                <p14:cNvContentPartPr/>
                <p14:nvPr/>
              </p14:nvContentPartPr>
              <p14:xfrm>
                <a:off x="6125346" y="2616708"/>
                <a:ext cx="767880" cy="441360"/>
              </p14:xfrm>
            </p:contentPart>
          </mc:Choice>
          <mc:Fallback xmlns="">
            <p:pic>
              <p:nvPicPr>
                <p:cNvPr id="9" name="Ink 8">
                  <a:extLst>
                    <a:ext uri="{FF2B5EF4-FFF2-40B4-BE49-F238E27FC236}">
                      <a16:creationId xmlns:a16="http://schemas.microsoft.com/office/drawing/2014/main" id="{FB4C7C9A-A21D-0CF1-20A1-164D096284D2}"/>
                    </a:ext>
                  </a:extLst>
                </p:cNvPr>
                <p:cNvPicPr/>
                <p:nvPr/>
              </p:nvPicPr>
              <p:blipFill>
                <a:blip r:embed="rId5"/>
                <a:stretch>
                  <a:fillRect/>
                </a:stretch>
              </p:blipFill>
              <p:spPr>
                <a:xfrm>
                  <a:off x="6119226" y="2610588"/>
                  <a:ext cx="78012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6EE77870-8504-6F9D-7D27-69B9ABB7BC04}"/>
                    </a:ext>
                  </a:extLst>
                </p14:cNvPr>
                <p14:cNvContentPartPr/>
                <p14:nvPr/>
              </p14:nvContentPartPr>
              <p14:xfrm>
                <a:off x="6009426" y="2910468"/>
                <a:ext cx="230760" cy="303840"/>
              </p14:xfrm>
            </p:contentPart>
          </mc:Choice>
          <mc:Fallback xmlns="">
            <p:pic>
              <p:nvPicPr>
                <p:cNvPr id="11" name="Ink 10">
                  <a:extLst>
                    <a:ext uri="{FF2B5EF4-FFF2-40B4-BE49-F238E27FC236}">
                      <a16:creationId xmlns:a16="http://schemas.microsoft.com/office/drawing/2014/main" id="{6EE77870-8504-6F9D-7D27-69B9ABB7BC04}"/>
                    </a:ext>
                  </a:extLst>
                </p:cNvPr>
                <p:cNvPicPr/>
                <p:nvPr/>
              </p:nvPicPr>
              <p:blipFill>
                <a:blip r:embed="rId7"/>
                <a:stretch>
                  <a:fillRect/>
                </a:stretch>
              </p:blipFill>
              <p:spPr>
                <a:xfrm>
                  <a:off x="6003306" y="2904348"/>
                  <a:ext cx="243000" cy="316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7152CB6F-FD0C-9173-AC8A-E093FC701DFA}"/>
                  </a:ext>
                </a:extLst>
              </p14:cNvPr>
              <p14:cNvContentPartPr/>
              <p14:nvPr/>
            </p14:nvContentPartPr>
            <p14:xfrm>
              <a:off x="2153106" y="2241588"/>
              <a:ext cx="38520" cy="249120"/>
            </p14:xfrm>
          </p:contentPart>
        </mc:Choice>
        <mc:Fallback xmlns="">
          <p:pic>
            <p:nvPicPr>
              <p:cNvPr id="13" name="Ink 12">
                <a:extLst>
                  <a:ext uri="{FF2B5EF4-FFF2-40B4-BE49-F238E27FC236}">
                    <a16:creationId xmlns:a16="http://schemas.microsoft.com/office/drawing/2014/main" id="{7152CB6F-FD0C-9173-AC8A-E093FC701DFA}"/>
                  </a:ext>
                </a:extLst>
              </p:cNvPr>
              <p:cNvPicPr/>
              <p:nvPr/>
            </p:nvPicPr>
            <p:blipFill>
              <a:blip r:embed="rId9"/>
              <a:stretch>
                <a:fillRect/>
              </a:stretch>
            </p:blipFill>
            <p:spPr>
              <a:xfrm>
                <a:off x="2146986" y="2235468"/>
                <a:ext cx="5076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4" name="Ink 13">
                <a:extLst>
                  <a:ext uri="{FF2B5EF4-FFF2-40B4-BE49-F238E27FC236}">
                    <a16:creationId xmlns:a16="http://schemas.microsoft.com/office/drawing/2014/main" id="{1D1DD1E0-5241-3E26-D61E-90320D581C15}"/>
                  </a:ext>
                </a:extLst>
              </p14:cNvPr>
              <p14:cNvContentPartPr/>
              <p14:nvPr/>
            </p14:nvContentPartPr>
            <p14:xfrm>
              <a:off x="2271186" y="2251308"/>
              <a:ext cx="195840" cy="229320"/>
            </p14:xfrm>
          </p:contentPart>
        </mc:Choice>
        <mc:Fallback xmlns="">
          <p:pic>
            <p:nvPicPr>
              <p:cNvPr id="14" name="Ink 13">
                <a:extLst>
                  <a:ext uri="{FF2B5EF4-FFF2-40B4-BE49-F238E27FC236}">
                    <a16:creationId xmlns:a16="http://schemas.microsoft.com/office/drawing/2014/main" id="{1D1DD1E0-5241-3E26-D61E-90320D581C15}"/>
                  </a:ext>
                </a:extLst>
              </p:cNvPr>
              <p:cNvPicPr/>
              <p:nvPr/>
            </p:nvPicPr>
            <p:blipFill>
              <a:blip r:embed="rId11"/>
              <a:stretch>
                <a:fillRect/>
              </a:stretch>
            </p:blipFill>
            <p:spPr>
              <a:xfrm>
                <a:off x="2265066" y="2245188"/>
                <a:ext cx="208080" cy="241560"/>
              </a:xfrm>
              <a:prstGeom prst="rect">
                <a:avLst/>
              </a:prstGeom>
            </p:spPr>
          </p:pic>
        </mc:Fallback>
      </mc:AlternateContent>
      <p:sp>
        <p:nvSpPr>
          <p:cNvPr id="18" name="Title 1">
            <a:extLst>
              <a:ext uri="{FF2B5EF4-FFF2-40B4-BE49-F238E27FC236}">
                <a16:creationId xmlns:a16="http://schemas.microsoft.com/office/drawing/2014/main" id="{44808C12-9956-A3EC-734D-7D4B17990E0F}"/>
              </a:ext>
            </a:extLst>
          </p:cNvPr>
          <p:cNvSpPr>
            <a:spLocks noGrp="1"/>
          </p:cNvSpPr>
          <p:nvPr>
            <p:ph type="title"/>
          </p:nvPr>
        </p:nvSpPr>
        <p:spPr>
          <a:xfrm>
            <a:off x="677334" y="609600"/>
            <a:ext cx="8596668" cy="707923"/>
          </a:xfrm>
        </p:spPr>
        <p:txBody>
          <a:bodyPr>
            <a:normAutofit/>
          </a:bodyPr>
          <a:lstStyle/>
          <a:p>
            <a:r>
              <a:rPr lang="en-US" sz="3200" b="1" dirty="0"/>
              <a:t>3.2.1 F</a:t>
            </a:r>
            <a:r>
              <a:rPr lang="en-IN" sz="3200" b="1" dirty="0" err="1"/>
              <a:t>ixed</a:t>
            </a:r>
            <a:r>
              <a:rPr lang="en-IN" sz="3200" b="1" dirty="0"/>
              <a:t> size partition or Allocation</a:t>
            </a:r>
          </a:p>
        </p:txBody>
      </p:sp>
      <p:sp>
        <p:nvSpPr>
          <p:cNvPr id="19" name="TextBox 18">
            <a:extLst>
              <a:ext uri="{FF2B5EF4-FFF2-40B4-BE49-F238E27FC236}">
                <a16:creationId xmlns:a16="http://schemas.microsoft.com/office/drawing/2014/main" id="{65A55BC7-FD86-F443-46BE-5EB89DCB40BB}"/>
              </a:ext>
            </a:extLst>
          </p:cNvPr>
          <p:cNvSpPr txBox="1"/>
          <p:nvPr/>
        </p:nvSpPr>
        <p:spPr>
          <a:xfrm>
            <a:off x="6971071" y="3549445"/>
            <a:ext cx="2389239" cy="1477328"/>
          </a:xfrm>
          <a:prstGeom prst="rect">
            <a:avLst/>
          </a:prstGeom>
          <a:noFill/>
        </p:spPr>
        <p:txBody>
          <a:bodyPr wrap="square" rtlCol="0">
            <a:spAutoFit/>
          </a:bodyPr>
          <a:lstStyle/>
          <a:p>
            <a:pPr marL="0" marR="0">
              <a:buNone/>
            </a:pPr>
            <a:r>
              <a:rPr lang="en-US" sz="1800" dirty="0">
                <a:effectLst/>
                <a:latin typeface="Calibri" panose="020F0502020204030204" pitchFamily="34" charset="0"/>
              </a:rPr>
              <a:t>Process P1 is 3K </a:t>
            </a:r>
          </a:p>
          <a:p>
            <a:pPr marL="0" marR="0">
              <a:buNone/>
            </a:pPr>
            <a:r>
              <a:rPr lang="en-US" sz="1800" dirty="0">
                <a:effectLst/>
                <a:latin typeface="Calibri" panose="020F0502020204030204" pitchFamily="34" charset="0"/>
              </a:rPr>
              <a:t>So allocation from</a:t>
            </a:r>
          </a:p>
          <a:p>
            <a:pPr marL="0" marR="0">
              <a:buNone/>
            </a:pPr>
            <a:r>
              <a:rPr lang="en-US" sz="1800" dirty="0">
                <a:effectLst/>
                <a:latin typeface="Calibri" panose="020F0502020204030204" pitchFamily="34" charset="0"/>
              </a:rPr>
              <a:t>Location 1 to 3 </a:t>
            </a:r>
          </a:p>
          <a:p>
            <a:pPr marL="0" marR="0"/>
            <a:r>
              <a:rPr lang="en-US" sz="1800" dirty="0">
                <a:effectLst/>
                <a:latin typeface="Calibri" panose="020F0502020204030204" pitchFamily="34" charset="0"/>
              </a:rPr>
              <a:t>Contiguously </a:t>
            </a:r>
          </a:p>
          <a:p>
            <a:endParaRPr lang="en-IN" dirty="0"/>
          </a:p>
        </p:txBody>
      </p:sp>
    </p:spTree>
    <p:extLst>
      <p:ext uri="{BB962C8B-B14F-4D97-AF65-F5344CB8AC3E}">
        <p14:creationId xmlns:p14="http://schemas.microsoft.com/office/powerpoint/2010/main" val="12006564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C4CB5CE-CB22-8168-8810-FF0EA1F403EE}"/>
              </a:ext>
            </a:extLst>
          </p:cNvPr>
          <p:cNvSpPr txBox="1"/>
          <p:nvPr/>
        </p:nvSpPr>
        <p:spPr>
          <a:xfrm>
            <a:off x="442453" y="1215410"/>
            <a:ext cx="9733934" cy="5575822"/>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en-US" sz="2000" dirty="0"/>
              <a:t>In the fixed partition scheme, memory is divided into fixed number of partitions. </a:t>
            </a:r>
          </a:p>
          <a:p>
            <a:pPr marL="342900" indent="-342900" algn="just">
              <a:lnSpc>
                <a:spcPct val="150000"/>
              </a:lnSpc>
              <a:buFont typeface="Arial" panose="020B0604020202020204" pitchFamily="34" charset="0"/>
              <a:buChar char="•"/>
            </a:pPr>
            <a:r>
              <a:rPr lang="en-US" sz="2000" dirty="0"/>
              <a:t>Fixed means number of partitions are fixed in the memory. In the fixed partition, in every partition only one process will be accommodated.</a:t>
            </a:r>
          </a:p>
          <a:p>
            <a:pPr marL="342900" indent="-342900" algn="just">
              <a:lnSpc>
                <a:spcPct val="150000"/>
              </a:lnSpc>
              <a:buFont typeface="Arial" panose="020B0604020202020204" pitchFamily="34" charset="0"/>
              <a:buChar char="•"/>
            </a:pPr>
            <a:r>
              <a:rPr lang="en-US" sz="2000" dirty="0"/>
              <a:t> Degree of multi-programming is restricted by number of partitions in the memory. </a:t>
            </a:r>
          </a:p>
          <a:p>
            <a:pPr marL="342900" indent="-342900" algn="just">
              <a:lnSpc>
                <a:spcPct val="150000"/>
              </a:lnSpc>
              <a:buFont typeface="Arial" panose="020B0604020202020204" pitchFamily="34" charset="0"/>
              <a:buChar char="•"/>
            </a:pPr>
            <a:r>
              <a:rPr lang="en-US" sz="2000" dirty="0"/>
              <a:t>Maximum size of the process is restricted by maximum size of the partition</a:t>
            </a:r>
          </a:p>
          <a:p>
            <a:pPr marL="342900" indent="-342900" algn="just">
              <a:lnSpc>
                <a:spcPct val="150000"/>
              </a:lnSpc>
              <a:buFont typeface="Arial" panose="020B0604020202020204" pitchFamily="34" charset="0"/>
              <a:buChar char="•"/>
            </a:pPr>
            <a:endParaRPr lang="en-US" sz="2000" dirty="0"/>
          </a:p>
          <a:p>
            <a:pPr marL="342900" indent="-342900" algn="just">
              <a:lnSpc>
                <a:spcPct val="150000"/>
              </a:lnSpc>
              <a:buFont typeface="Arial" panose="020B0604020202020204" pitchFamily="34" charset="0"/>
              <a:buChar char="•"/>
            </a:pPr>
            <a:endParaRPr lang="en-US" sz="2000" dirty="0"/>
          </a:p>
          <a:p>
            <a:pPr marL="342900" indent="-342900" algn="just">
              <a:lnSpc>
                <a:spcPct val="150000"/>
              </a:lnSpc>
              <a:buFont typeface="Arial" panose="020B0604020202020204" pitchFamily="34" charset="0"/>
              <a:buChar char="•"/>
            </a:pPr>
            <a:endParaRPr lang="en-US" sz="2000" dirty="0"/>
          </a:p>
          <a:p>
            <a:pPr marL="342900" indent="-342900" algn="just">
              <a:lnSpc>
                <a:spcPct val="150000"/>
              </a:lnSpc>
              <a:buFont typeface="Arial" panose="020B0604020202020204" pitchFamily="34" charset="0"/>
              <a:buChar char="•"/>
            </a:pPr>
            <a:endParaRPr lang="en-US" sz="2000" dirty="0"/>
          </a:p>
          <a:p>
            <a:pPr marL="342900" indent="-342900" algn="just">
              <a:lnSpc>
                <a:spcPct val="150000"/>
              </a:lnSpc>
              <a:buFont typeface="Arial" panose="020B0604020202020204" pitchFamily="34" charset="0"/>
              <a:buChar char="•"/>
            </a:pPr>
            <a:endParaRPr lang="en-IN" sz="2000" dirty="0"/>
          </a:p>
        </p:txBody>
      </p:sp>
    </p:spTree>
    <p:extLst>
      <p:ext uri="{BB962C8B-B14F-4D97-AF65-F5344CB8AC3E}">
        <p14:creationId xmlns:p14="http://schemas.microsoft.com/office/powerpoint/2010/main" val="3657840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08C17E8-2FDD-98CA-F411-7C584E1252D3}"/>
              </a:ext>
            </a:extLst>
          </p:cNvPr>
          <p:cNvGraphicFramePr>
            <a:graphicFrameLocks/>
          </p:cNvGraphicFramePr>
          <p:nvPr>
            <p:extLst>
              <p:ext uri="{D42A27DB-BD31-4B8C-83A1-F6EECF244321}">
                <p14:modId xmlns:p14="http://schemas.microsoft.com/office/powerpoint/2010/main" val="528287748"/>
              </p:ext>
            </p:extLst>
          </p:nvPr>
        </p:nvGraphicFramePr>
        <p:xfrm>
          <a:off x="5565062" y="2160588"/>
          <a:ext cx="2143433" cy="2966720"/>
        </p:xfrm>
        <a:graphic>
          <a:graphicData uri="http://schemas.openxmlformats.org/drawingml/2006/table">
            <a:tbl>
              <a:tblPr>
                <a:tableStyleId>{D7AC3CCA-C797-4891-BE02-D94E43425B78}</a:tableStyleId>
              </a:tblPr>
              <a:tblGrid>
                <a:gridCol w="2143433">
                  <a:extLst>
                    <a:ext uri="{9D8B030D-6E8A-4147-A177-3AD203B41FA5}">
                      <a16:colId xmlns:a16="http://schemas.microsoft.com/office/drawing/2014/main" val="1593210910"/>
                    </a:ext>
                  </a:extLst>
                </a:gridCol>
              </a:tblGrid>
              <a:tr h="370840">
                <a:tc>
                  <a:txBody>
                    <a:bodyPr/>
                    <a:lstStyle/>
                    <a:p>
                      <a:endParaRPr lang="en-IN"/>
                    </a:p>
                  </a:txBody>
                  <a:tcPr/>
                </a:tc>
                <a:extLst>
                  <a:ext uri="{0D108BD9-81ED-4DB2-BD59-A6C34878D82A}">
                    <a16:rowId xmlns:a16="http://schemas.microsoft.com/office/drawing/2014/main" val="483257084"/>
                  </a:ext>
                </a:extLst>
              </a:tr>
              <a:tr h="370840">
                <a:tc>
                  <a:txBody>
                    <a:bodyPr/>
                    <a:lstStyle/>
                    <a:p>
                      <a:endParaRPr lang="en-IN" dirty="0"/>
                    </a:p>
                  </a:txBody>
                  <a:tcPr/>
                </a:tc>
                <a:extLst>
                  <a:ext uri="{0D108BD9-81ED-4DB2-BD59-A6C34878D82A}">
                    <a16:rowId xmlns:a16="http://schemas.microsoft.com/office/drawing/2014/main" val="1776892562"/>
                  </a:ext>
                </a:extLst>
              </a:tr>
              <a:tr h="370840">
                <a:tc>
                  <a:txBody>
                    <a:bodyPr/>
                    <a:lstStyle/>
                    <a:p>
                      <a:endParaRPr lang="en-IN"/>
                    </a:p>
                  </a:txBody>
                  <a:tcPr/>
                </a:tc>
                <a:extLst>
                  <a:ext uri="{0D108BD9-81ED-4DB2-BD59-A6C34878D82A}">
                    <a16:rowId xmlns:a16="http://schemas.microsoft.com/office/drawing/2014/main" val="3885066395"/>
                  </a:ext>
                </a:extLst>
              </a:tr>
              <a:tr h="370840">
                <a:tc>
                  <a:txBody>
                    <a:bodyPr/>
                    <a:lstStyle/>
                    <a:p>
                      <a:endParaRPr lang="en-IN" dirty="0"/>
                    </a:p>
                  </a:txBody>
                  <a:tcPr/>
                </a:tc>
                <a:extLst>
                  <a:ext uri="{0D108BD9-81ED-4DB2-BD59-A6C34878D82A}">
                    <a16:rowId xmlns:a16="http://schemas.microsoft.com/office/drawing/2014/main" val="4067333484"/>
                  </a:ext>
                </a:extLst>
              </a:tr>
              <a:tr h="370840">
                <a:tc>
                  <a:txBody>
                    <a:bodyPr/>
                    <a:lstStyle/>
                    <a:p>
                      <a:endParaRPr lang="en-IN" dirty="0"/>
                    </a:p>
                  </a:txBody>
                  <a:tcPr/>
                </a:tc>
                <a:extLst>
                  <a:ext uri="{0D108BD9-81ED-4DB2-BD59-A6C34878D82A}">
                    <a16:rowId xmlns:a16="http://schemas.microsoft.com/office/drawing/2014/main" val="1761406317"/>
                  </a:ext>
                </a:extLst>
              </a:tr>
              <a:tr h="370840">
                <a:tc>
                  <a:txBody>
                    <a:bodyPr/>
                    <a:lstStyle/>
                    <a:p>
                      <a:endParaRPr lang="en-IN"/>
                    </a:p>
                  </a:txBody>
                  <a:tcPr/>
                </a:tc>
                <a:extLst>
                  <a:ext uri="{0D108BD9-81ED-4DB2-BD59-A6C34878D82A}">
                    <a16:rowId xmlns:a16="http://schemas.microsoft.com/office/drawing/2014/main" val="2288239553"/>
                  </a:ext>
                </a:extLst>
              </a:tr>
              <a:tr h="370840">
                <a:tc>
                  <a:txBody>
                    <a:bodyPr/>
                    <a:lstStyle/>
                    <a:p>
                      <a:endParaRPr lang="en-IN"/>
                    </a:p>
                  </a:txBody>
                  <a:tcPr/>
                </a:tc>
                <a:extLst>
                  <a:ext uri="{0D108BD9-81ED-4DB2-BD59-A6C34878D82A}">
                    <a16:rowId xmlns:a16="http://schemas.microsoft.com/office/drawing/2014/main" val="2324083482"/>
                  </a:ext>
                </a:extLst>
              </a:tr>
              <a:tr h="370840">
                <a:tc>
                  <a:txBody>
                    <a:bodyPr/>
                    <a:lstStyle/>
                    <a:p>
                      <a:endParaRPr lang="en-IN" dirty="0"/>
                    </a:p>
                  </a:txBody>
                  <a:tcPr/>
                </a:tc>
                <a:extLst>
                  <a:ext uri="{0D108BD9-81ED-4DB2-BD59-A6C34878D82A}">
                    <a16:rowId xmlns:a16="http://schemas.microsoft.com/office/drawing/2014/main" val="3019653358"/>
                  </a:ext>
                </a:extLst>
              </a:tr>
            </a:tbl>
          </a:graphicData>
        </a:graphic>
      </p:graphicFrame>
      <p:graphicFrame>
        <p:nvGraphicFramePr>
          <p:cNvPr id="5" name="Content Placeholder 3">
            <a:extLst>
              <a:ext uri="{FF2B5EF4-FFF2-40B4-BE49-F238E27FC236}">
                <a16:creationId xmlns:a16="http://schemas.microsoft.com/office/drawing/2014/main" id="{037F9543-C7D6-20F3-CDD2-BA60EA75812B}"/>
              </a:ext>
            </a:extLst>
          </p:cNvPr>
          <p:cNvGraphicFramePr>
            <a:graphicFrameLocks/>
          </p:cNvGraphicFramePr>
          <p:nvPr>
            <p:extLst>
              <p:ext uri="{D42A27DB-BD31-4B8C-83A1-F6EECF244321}">
                <p14:modId xmlns:p14="http://schemas.microsoft.com/office/powerpoint/2010/main" val="548152253"/>
              </p:ext>
            </p:extLst>
          </p:nvPr>
        </p:nvGraphicFramePr>
        <p:xfrm>
          <a:off x="5043953" y="2145842"/>
          <a:ext cx="398201" cy="2966720"/>
        </p:xfrm>
        <a:graphic>
          <a:graphicData uri="http://schemas.openxmlformats.org/drawingml/2006/table">
            <a:tbl>
              <a:tblPr>
                <a:tableStyleId>{2D5ABB26-0587-4C30-8999-92F81FD0307C}</a:tableStyleId>
              </a:tblPr>
              <a:tblGrid>
                <a:gridCol w="398201">
                  <a:extLst>
                    <a:ext uri="{9D8B030D-6E8A-4147-A177-3AD203B41FA5}">
                      <a16:colId xmlns:a16="http://schemas.microsoft.com/office/drawing/2014/main" val="1593210910"/>
                    </a:ext>
                  </a:extLst>
                </a:gridCol>
              </a:tblGrid>
              <a:tr h="370840">
                <a:tc>
                  <a:txBody>
                    <a:bodyPr/>
                    <a:lstStyle/>
                    <a:p>
                      <a:r>
                        <a:rPr lang="en-US" dirty="0"/>
                        <a:t>0</a:t>
                      </a:r>
                      <a:endParaRPr lang="en-IN" dirty="0"/>
                    </a:p>
                  </a:txBody>
                  <a:tcPr/>
                </a:tc>
                <a:extLst>
                  <a:ext uri="{0D108BD9-81ED-4DB2-BD59-A6C34878D82A}">
                    <a16:rowId xmlns:a16="http://schemas.microsoft.com/office/drawing/2014/main" val="483257084"/>
                  </a:ext>
                </a:extLst>
              </a:tr>
              <a:tr h="370840">
                <a:tc>
                  <a:txBody>
                    <a:bodyPr/>
                    <a:lstStyle/>
                    <a:p>
                      <a:r>
                        <a:rPr lang="en-US" dirty="0"/>
                        <a:t>1</a:t>
                      </a:r>
                      <a:endParaRPr lang="en-IN" dirty="0"/>
                    </a:p>
                  </a:txBody>
                  <a:tcPr/>
                </a:tc>
                <a:extLst>
                  <a:ext uri="{0D108BD9-81ED-4DB2-BD59-A6C34878D82A}">
                    <a16:rowId xmlns:a16="http://schemas.microsoft.com/office/drawing/2014/main" val="1776892562"/>
                  </a:ext>
                </a:extLst>
              </a:tr>
              <a:tr h="370840">
                <a:tc>
                  <a:txBody>
                    <a:bodyPr/>
                    <a:lstStyle/>
                    <a:p>
                      <a:r>
                        <a:rPr lang="en-US" dirty="0"/>
                        <a:t>2</a:t>
                      </a:r>
                      <a:endParaRPr lang="en-IN" dirty="0"/>
                    </a:p>
                  </a:txBody>
                  <a:tcPr/>
                </a:tc>
                <a:extLst>
                  <a:ext uri="{0D108BD9-81ED-4DB2-BD59-A6C34878D82A}">
                    <a16:rowId xmlns:a16="http://schemas.microsoft.com/office/drawing/2014/main" val="3885066395"/>
                  </a:ext>
                </a:extLst>
              </a:tr>
              <a:tr h="370840">
                <a:tc>
                  <a:txBody>
                    <a:bodyPr/>
                    <a:lstStyle/>
                    <a:p>
                      <a:r>
                        <a:rPr lang="en-US" dirty="0"/>
                        <a:t>3</a:t>
                      </a:r>
                      <a:endParaRPr lang="en-IN" dirty="0"/>
                    </a:p>
                  </a:txBody>
                  <a:tcPr/>
                </a:tc>
                <a:extLst>
                  <a:ext uri="{0D108BD9-81ED-4DB2-BD59-A6C34878D82A}">
                    <a16:rowId xmlns:a16="http://schemas.microsoft.com/office/drawing/2014/main" val="4067333484"/>
                  </a:ext>
                </a:extLst>
              </a:tr>
              <a:tr h="370840">
                <a:tc>
                  <a:txBody>
                    <a:bodyPr/>
                    <a:lstStyle/>
                    <a:p>
                      <a:r>
                        <a:rPr lang="en-US" dirty="0"/>
                        <a:t>4</a:t>
                      </a:r>
                      <a:endParaRPr lang="en-IN" dirty="0"/>
                    </a:p>
                  </a:txBody>
                  <a:tcPr/>
                </a:tc>
                <a:extLst>
                  <a:ext uri="{0D108BD9-81ED-4DB2-BD59-A6C34878D82A}">
                    <a16:rowId xmlns:a16="http://schemas.microsoft.com/office/drawing/2014/main" val="1761406317"/>
                  </a:ext>
                </a:extLst>
              </a:tr>
              <a:tr h="370840">
                <a:tc>
                  <a:txBody>
                    <a:bodyPr/>
                    <a:lstStyle/>
                    <a:p>
                      <a:r>
                        <a:rPr lang="en-US" dirty="0"/>
                        <a:t>5</a:t>
                      </a:r>
                      <a:endParaRPr lang="en-IN" dirty="0"/>
                    </a:p>
                  </a:txBody>
                  <a:tcPr/>
                </a:tc>
                <a:extLst>
                  <a:ext uri="{0D108BD9-81ED-4DB2-BD59-A6C34878D82A}">
                    <a16:rowId xmlns:a16="http://schemas.microsoft.com/office/drawing/2014/main" val="2288239553"/>
                  </a:ext>
                </a:extLst>
              </a:tr>
              <a:tr h="370840">
                <a:tc>
                  <a:txBody>
                    <a:bodyPr/>
                    <a:lstStyle/>
                    <a:p>
                      <a:r>
                        <a:rPr lang="en-US" dirty="0"/>
                        <a:t>6</a:t>
                      </a:r>
                      <a:endParaRPr lang="en-IN" dirty="0"/>
                    </a:p>
                  </a:txBody>
                  <a:tcPr/>
                </a:tc>
                <a:extLst>
                  <a:ext uri="{0D108BD9-81ED-4DB2-BD59-A6C34878D82A}">
                    <a16:rowId xmlns:a16="http://schemas.microsoft.com/office/drawing/2014/main" val="2324083482"/>
                  </a:ext>
                </a:extLst>
              </a:tr>
              <a:tr h="370840">
                <a:tc>
                  <a:txBody>
                    <a:bodyPr/>
                    <a:lstStyle/>
                    <a:p>
                      <a:r>
                        <a:rPr lang="en-US" dirty="0"/>
                        <a:t>7</a:t>
                      </a:r>
                      <a:endParaRPr lang="en-IN" dirty="0"/>
                    </a:p>
                  </a:txBody>
                  <a:tcPr/>
                </a:tc>
                <a:extLst>
                  <a:ext uri="{0D108BD9-81ED-4DB2-BD59-A6C34878D82A}">
                    <a16:rowId xmlns:a16="http://schemas.microsoft.com/office/drawing/2014/main" val="3019653358"/>
                  </a:ext>
                </a:extLst>
              </a:tr>
            </a:tbl>
          </a:graphicData>
        </a:graphic>
      </p:graphicFrame>
      <p:sp>
        <p:nvSpPr>
          <p:cNvPr id="6" name="Flowchart: Connector 5">
            <a:extLst>
              <a:ext uri="{FF2B5EF4-FFF2-40B4-BE49-F238E27FC236}">
                <a16:creationId xmlns:a16="http://schemas.microsoft.com/office/drawing/2014/main" id="{5EAF42B1-8A94-F6FF-A3A0-AB7CC0970E92}"/>
              </a:ext>
            </a:extLst>
          </p:cNvPr>
          <p:cNvSpPr/>
          <p:nvPr/>
        </p:nvSpPr>
        <p:spPr>
          <a:xfrm>
            <a:off x="9183334" y="2160588"/>
            <a:ext cx="757084" cy="789089"/>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P1</a:t>
            </a:r>
            <a:endParaRPr lang="en-IN" dirty="0"/>
          </a:p>
        </p:txBody>
      </p:sp>
      <p:sp>
        <p:nvSpPr>
          <p:cNvPr id="7" name="TextBox 6">
            <a:extLst>
              <a:ext uri="{FF2B5EF4-FFF2-40B4-BE49-F238E27FC236}">
                <a16:creationId xmlns:a16="http://schemas.microsoft.com/office/drawing/2014/main" id="{5557DEA4-8A30-209F-B89F-4F5F3A3CC2A8}"/>
              </a:ext>
            </a:extLst>
          </p:cNvPr>
          <p:cNvSpPr txBox="1"/>
          <p:nvPr/>
        </p:nvSpPr>
        <p:spPr>
          <a:xfrm>
            <a:off x="8878531" y="3460956"/>
            <a:ext cx="1047143" cy="369332"/>
          </a:xfrm>
          <a:prstGeom prst="rect">
            <a:avLst/>
          </a:prstGeom>
          <a:noFill/>
        </p:spPr>
        <p:txBody>
          <a:bodyPr wrap="square" rtlCol="0">
            <a:spAutoFit/>
          </a:bodyPr>
          <a:lstStyle/>
          <a:p>
            <a:r>
              <a:rPr lang="en-US" dirty="0"/>
              <a:t>600 MB</a:t>
            </a:r>
            <a:endParaRPr lang="en-IN" dirty="0"/>
          </a:p>
        </p:txBody>
      </p:sp>
      <p:sp>
        <p:nvSpPr>
          <p:cNvPr id="8" name="Rectangle 7">
            <a:extLst>
              <a:ext uri="{FF2B5EF4-FFF2-40B4-BE49-F238E27FC236}">
                <a16:creationId xmlns:a16="http://schemas.microsoft.com/office/drawing/2014/main" id="{1E7D6E3E-9A52-45B9-085A-09B32ACD3F00}"/>
              </a:ext>
            </a:extLst>
          </p:cNvPr>
          <p:cNvSpPr/>
          <p:nvPr/>
        </p:nvSpPr>
        <p:spPr>
          <a:xfrm>
            <a:off x="5565062" y="2394777"/>
            <a:ext cx="2143433" cy="1286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a:extLst>
              <a:ext uri="{FF2B5EF4-FFF2-40B4-BE49-F238E27FC236}">
                <a16:creationId xmlns:a16="http://schemas.microsoft.com/office/drawing/2014/main" id="{F545FDF1-9357-9503-D3A6-DF9B8520A4BF}"/>
              </a:ext>
            </a:extLst>
          </p:cNvPr>
          <p:cNvGrpSpPr/>
          <p:nvPr/>
        </p:nvGrpSpPr>
        <p:grpSpPr>
          <a:xfrm>
            <a:off x="7788249" y="2133228"/>
            <a:ext cx="1384560" cy="287280"/>
            <a:chOff x="5575986" y="2133228"/>
            <a:chExt cx="1384560" cy="28728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1DC6B823-2B3D-7F5D-9D70-6D5DCB5892D9}"/>
                    </a:ext>
                  </a:extLst>
                </p14:cNvPr>
                <p14:cNvContentPartPr/>
                <p14:nvPr/>
              </p14:nvContentPartPr>
              <p14:xfrm>
                <a:off x="5575986" y="2133228"/>
                <a:ext cx="158760" cy="287280"/>
              </p14:xfrm>
            </p:contentPart>
          </mc:Choice>
          <mc:Fallback xmlns="">
            <p:pic>
              <p:nvPicPr>
                <p:cNvPr id="9" name="Ink 8">
                  <a:extLst>
                    <a:ext uri="{FF2B5EF4-FFF2-40B4-BE49-F238E27FC236}">
                      <a16:creationId xmlns:a16="http://schemas.microsoft.com/office/drawing/2014/main" id="{1DC6B823-2B3D-7F5D-9D70-6D5DCB5892D9}"/>
                    </a:ext>
                  </a:extLst>
                </p:cNvPr>
                <p:cNvPicPr/>
                <p:nvPr/>
              </p:nvPicPr>
              <p:blipFill>
                <a:blip r:embed="rId3"/>
                <a:stretch>
                  <a:fillRect/>
                </a:stretch>
              </p:blipFill>
              <p:spPr>
                <a:xfrm>
                  <a:off x="5569866" y="2127108"/>
                  <a:ext cx="17100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1F66000E-BA14-F48E-7EDD-D1655E290D54}"/>
                    </a:ext>
                  </a:extLst>
                </p14:cNvPr>
                <p14:cNvContentPartPr/>
                <p14:nvPr/>
              </p14:nvContentPartPr>
              <p14:xfrm>
                <a:off x="5790906" y="2260668"/>
                <a:ext cx="1169640" cy="129240"/>
              </p14:xfrm>
            </p:contentPart>
          </mc:Choice>
          <mc:Fallback xmlns="">
            <p:pic>
              <p:nvPicPr>
                <p:cNvPr id="10" name="Ink 9">
                  <a:extLst>
                    <a:ext uri="{FF2B5EF4-FFF2-40B4-BE49-F238E27FC236}">
                      <a16:creationId xmlns:a16="http://schemas.microsoft.com/office/drawing/2014/main" id="{1F66000E-BA14-F48E-7EDD-D1655E290D54}"/>
                    </a:ext>
                  </a:extLst>
                </p:cNvPr>
                <p:cNvPicPr/>
                <p:nvPr/>
              </p:nvPicPr>
              <p:blipFill>
                <a:blip r:embed="rId5"/>
                <a:stretch>
                  <a:fillRect/>
                </a:stretch>
              </p:blipFill>
              <p:spPr>
                <a:xfrm>
                  <a:off x="5784786" y="2254548"/>
                  <a:ext cx="118188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07C648E0-DDDF-1938-B71D-35BBAD60942B}"/>
                    </a:ext>
                  </a:extLst>
                </p14:cNvPr>
                <p14:cNvContentPartPr/>
                <p14:nvPr/>
              </p14:nvContentPartPr>
              <p14:xfrm>
                <a:off x="5816466" y="2182548"/>
                <a:ext cx="165960" cy="152640"/>
              </p14:xfrm>
            </p:contentPart>
          </mc:Choice>
          <mc:Fallback xmlns="">
            <p:pic>
              <p:nvPicPr>
                <p:cNvPr id="12" name="Ink 11">
                  <a:extLst>
                    <a:ext uri="{FF2B5EF4-FFF2-40B4-BE49-F238E27FC236}">
                      <a16:creationId xmlns:a16="http://schemas.microsoft.com/office/drawing/2014/main" id="{07C648E0-DDDF-1938-B71D-35BBAD60942B}"/>
                    </a:ext>
                  </a:extLst>
                </p:cNvPr>
                <p:cNvPicPr/>
                <p:nvPr/>
              </p:nvPicPr>
              <p:blipFill>
                <a:blip r:embed="rId7"/>
                <a:stretch>
                  <a:fillRect/>
                </a:stretch>
              </p:blipFill>
              <p:spPr>
                <a:xfrm>
                  <a:off x="5810346" y="2176428"/>
                  <a:ext cx="178200" cy="164880"/>
                </a:xfrm>
                <a:prstGeom prst="rect">
                  <a:avLst/>
                </a:prstGeom>
              </p:spPr>
            </p:pic>
          </mc:Fallback>
        </mc:AlternateContent>
      </p:grpSp>
      <p:grpSp>
        <p:nvGrpSpPr>
          <p:cNvPr id="16" name="Group 15">
            <a:extLst>
              <a:ext uri="{FF2B5EF4-FFF2-40B4-BE49-F238E27FC236}">
                <a16:creationId xmlns:a16="http://schemas.microsoft.com/office/drawing/2014/main" id="{E690A247-50E5-99C9-6AC9-12335C65C659}"/>
              </a:ext>
            </a:extLst>
          </p:cNvPr>
          <p:cNvGrpSpPr/>
          <p:nvPr/>
        </p:nvGrpSpPr>
        <p:grpSpPr>
          <a:xfrm>
            <a:off x="6518169" y="2171028"/>
            <a:ext cx="246600" cy="169200"/>
            <a:chOff x="4305906" y="2171028"/>
            <a:chExt cx="246600" cy="169200"/>
          </a:xfrm>
        </p:grpSpPr>
        <mc:AlternateContent xmlns:mc="http://schemas.openxmlformats.org/markup-compatibility/2006" xmlns:p14="http://schemas.microsoft.com/office/powerpoint/2010/main">
          <mc:Choice Requires="p14">
            <p:contentPart p14:bwMode="auto" r:id="rId8">
              <p14:nvContentPartPr>
                <p14:cNvPr id="14" name="Ink 13">
                  <a:extLst>
                    <a:ext uri="{FF2B5EF4-FFF2-40B4-BE49-F238E27FC236}">
                      <a16:creationId xmlns:a16="http://schemas.microsoft.com/office/drawing/2014/main" id="{AC8A3111-702E-5579-A3EE-142DE2FD21C0}"/>
                    </a:ext>
                  </a:extLst>
                </p14:cNvPr>
                <p14:cNvContentPartPr/>
                <p14:nvPr/>
              </p14:nvContentPartPr>
              <p14:xfrm>
                <a:off x="4305906" y="2171028"/>
                <a:ext cx="131400" cy="169200"/>
              </p14:xfrm>
            </p:contentPart>
          </mc:Choice>
          <mc:Fallback xmlns="">
            <p:pic>
              <p:nvPicPr>
                <p:cNvPr id="14" name="Ink 13">
                  <a:extLst>
                    <a:ext uri="{FF2B5EF4-FFF2-40B4-BE49-F238E27FC236}">
                      <a16:creationId xmlns:a16="http://schemas.microsoft.com/office/drawing/2014/main" id="{AC8A3111-702E-5579-A3EE-142DE2FD21C0}"/>
                    </a:ext>
                  </a:extLst>
                </p:cNvPr>
                <p:cNvPicPr/>
                <p:nvPr/>
              </p:nvPicPr>
              <p:blipFill>
                <a:blip r:embed="rId9"/>
                <a:stretch>
                  <a:fillRect/>
                </a:stretch>
              </p:blipFill>
              <p:spPr>
                <a:xfrm>
                  <a:off x="4299786" y="2164908"/>
                  <a:ext cx="14364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F20C0147-F1A6-9EA9-5D8E-7CBC7455D5A2}"/>
                    </a:ext>
                  </a:extLst>
                </p14:cNvPr>
                <p14:cNvContentPartPr/>
                <p14:nvPr/>
              </p14:nvContentPartPr>
              <p14:xfrm>
                <a:off x="4552146" y="2202708"/>
                <a:ext cx="360" cy="114840"/>
              </p14:xfrm>
            </p:contentPart>
          </mc:Choice>
          <mc:Fallback xmlns="">
            <p:pic>
              <p:nvPicPr>
                <p:cNvPr id="15" name="Ink 14">
                  <a:extLst>
                    <a:ext uri="{FF2B5EF4-FFF2-40B4-BE49-F238E27FC236}">
                      <a16:creationId xmlns:a16="http://schemas.microsoft.com/office/drawing/2014/main" id="{F20C0147-F1A6-9EA9-5D8E-7CBC7455D5A2}"/>
                    </a:ext>
                  </a:extLst>
                </p:cNvPr>
                <p:cNvPicPr/>
                <p:nvPr/>
              </p:nvPicPr>
              <p:blipFill>
                <a:blip r:embed="rId11"/>
                <a:stretch>
                  <a:fillRect/>
                </a:stretch>
              </p:blipFill>
              <p:spPr>
                <a:xfrm>
                  <a:off x="4546026" y="2196588"/>
                  <a:ext cx="12600" cy="127080"/>
                </a:xfrm>
                <a:prstGeom prst="rect">
                  <a:avLst/>
                </a:prstGeom>
              </p:spPr>
            </p:pic>
          </mc:Fallback>
        </mc:AlternateContent>
      </p:grpSp>
      <p:sp>
        <p:nvSpPr>
          <p:cNvPr id="17" name="Content Placeholder 2">
            <a:extLst>
              <a:ext uri="{FF2B5EF4-FFF2-40B4-BE49-F238E27FC236}">
                <a16:creationId xmlns:a16="http://schemas.microsoft.com/office/drawing/2014/main" id="{DEDE228B-6052-C8F2-7F3E-A58263ADDF8D}"/>
              </a:ext>
            </a:extLst>
          </p:cNvPr>
          <p:cNvSpPr>
            <a:spLocks noGrp="1"/>
          </p:cNvSpPr>
          <p:nvPr>
            <p:ph idx="1"/>
          </p:nvPr>
        </p:nvSpPr>
        <p:spPr>
          <a:xfrm>
            <a:off x="451189" y="1042219"/>
            <a:ext cx="3648860" cy="4999144"/>
          </a:xfrm>
        </p:spPr>
        <p:txBody>
          <a:bodyPr>
            <a:normAutofit/>
          </a:bodyPr>
          <a:lstStyle/>
          <a:p>
            <a:pPr algn="just"/>
            <a:r>
              <a:rPr lang="en-US" sz="2000" b="1" dirty="0">
                <a:solidFill>
                  <a:srgbClr val="273239"/>
                </a:solidFill>
                <a:latin typeface="Nunito" pitchFamily="2" charset="0"/>
              </a:rPr>
              <a:t>Disadvantage</a:t>
            </a:r>
            <a:r>
              <a:rPr lang="en-US" sz="2000" dirty="0">
                <a:solidFill>
                  <a:srgbClr val="273239"/>
                </a:solidFill>
                <a:latin typeface="Nunito" pitchFamily="2" charset="0"/>
              </a:rPr>
              <a:t> :</a:t>
            </a:r>
          </a:p>
          <a:p>
            <a:pPr marL="0" indent="0" algn="just">
              <a:buNone/>
            </a:pPr>
            <a:r>
              <a:rPr lang="en-US" sz="2000" dirty="0">
                <a:solidFill>
                  <a:srgbClr val="273239"/>
                </a:solidFill>
                <a:latin typeface="Nunito" pitchFamily="2" charset="0"/>
              </a:rPr>
              <a:t>W</a:t>
            </a:r>
            <a:r>
              <a:rPr lang="en-US" sz="2000" b="0" i="0" dirty="0">
                <a:solidFill>
                  <a:srgbClr val="273239"/>
                </a:solidFill>
                <a:effectLst/>
                <a:latin typeface="Nunito" pitchFamily="2" charset="0"/>
              </a:rPr>
              <a:t>here the memory allotted to the process is somewhat larger than the memory requested, then the difference between allotted and requested memory is called </a:t>
            </a:r>
            <a:r>
              <a:rPr lang="en-US" sz="2000" b="1" i="0" dirty="0">
                <a:solidFill>
                  <a:srgbClr val="FF0000"/>
                </a:solidFill>
                <a:effectLst/>
                <a:latin typeface="Nunito" pitchFamily="2" charset="0"/>
              </a:rPr>
              <a:t>internal fragmentation</a:t>
            </a:r>
            <a:r>
              <a:rPr lang="en-US" sz="2000" b="0" i="0" dirty="0">
                <a:solidFill>
                  <a:srgbClr val="273239"/>
                </a:solidFill>
                <a:effectLst/>
                <a:latin typeface="Nunito" pitchFamily="2" charset="0"/>
              </a:rPr>
              <a:t>. We fixed the sizes of the memory blocks, which has caused this issue.</a:t>
            </a:r>
            <a:endParaRPr lang="en-IN" sz="2000" dirty="0"/>
          </a:p>
        </p:txBody>
      </p:sp>
    </p:spTree>
    <p:extLst>
      <p:ext uri="{BB962C8B-B14F-4D97-AF65-F5344CB8AC3E}">
        <p14:creationId xmlns:p14="http://schemas.microsoft.com/office/powerpoint/2010/main" val="39694187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0D4D3E-F02A-318A-AFDF-3FDAE5DCCF07}"/>
              </a:ext>
            </a:extLst>
          </p:cNvPr>
          <p:cNvSpPr>
            <a:spLocks noGrp="1"/>
          </p:cNvSpPr>
          <p:nvPr>
            <p:ph idx="1"/>
          </p:nvPr>
        </p:nvSpPr>
        <p:spPr>
          <a:xfrm>
            <a:off x="677334" y="1700981"/>
            <a:ext cx="8596668" cy="4340381"/>
          </a:xfrm>
        </p:spPr>
        <p:txBody>
          <a:bodyPr/>
          <a:lstStyle/>
          <a:p>
            <a:pPr algn="just"/>
            <a:r>
              <a:rPr lang="en-US" dirty="0"/>
              <a:t>The simplest methods of allocating memory is to assign processes to variably sized partitions in memory, where each partition may contain exactly one process. </a:t>
            </a:r>
          </a:p>
          <a:p>
            <a:pPr algn="just"/>
            <a:r>
              <a:rPr lang="en-US" dirty="0"/>
              <a:t>In this variable partition scheme, the operating system keeps a table indicating which parts of memory are available and which are occupied.</a:t>
            </a:r>
          </a:p>
          <a:p>
            <a:pPr algn="just"/>
            <a:r>
              <a:rPr lang="en-US" dirty="0"/>
              <a:t>Initially, all memory is available for user processes and is considered one large block of available memory, a </a:t>
            </a:r>
            <a:r>
              <a:rPr lang="en-US" b="1" dirty="0"/>
              <a:t>hole.</a:t>
            </a:r>
          </a:p>
          <a:p>
            <a:pPr algn="just"/>
            <a:endParaRPr lang="en-IN" b="1" dirty="0"/>
          </a:p>
        </p:txBody>
      </p:sp>
      <p:sp>
        <p:nvSpPr>
          <p:cNvPr id="4" name="Title 1">
            <a:extLst>
              <a:ext uri="{FF2B5EF4-FFF2-40B4-BE49-F238E27FC236}">
                <a16:creationId xmlns:a16="http://schemas.microsoft.com/office/drawing/2014/main" id="{B7B6A201-9009-AA07-9F53-414642C35267}"/>
              </a:ext>
            </a:extLst>
          </p:cNvPr>
          <p:cNvSpPr txBox="1">
            <a:spLocks/>
          </p:cNvSpPr>
          <p:nvPr/>
        </p:nvSpPr>
        <p:spPr>
          <a:xfrm>
            <a:off x="677334" y="609600"/>
            <a:ext cx="8596668" cy="707923"/>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t>3.2.2 Variable </a:t>
            </a:r>
            <a:r>
              <a:rPr lang="en-IN" sz="3200" b="1" dirty="0"/>
              <a:t>size partition or Allocation</a:t>
            </a:r>
          </a:p>
        </p:txBody>
      </p:sp>
    </p:spTree>
    <p:extLst>
      <p:ext uri="{BB962C8B-B14F-4D97-AF65-F5344CB8AC3E}">
        <p14:creationId xmlns:p14="http://schemas.microsoft.com/office/powerpoint/2010/main" val="36633863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B64A2-1EC0-1A1C-EF42-E67785DB1A50}"/>
              </a:ext>
            </a:extLst>
          </p:cNvPr>
          <p:cNvSpPr>
            <a:spLocks noGrp="1"/>
          </p:cNvSpPr>
          <p:nvPr>
            <p:ph idx="1"/>
          </p:nvPr>
        </p:nvSpPr>
        <p:spPr>
          <a:xfrm>
            <a:off x="677334" y="921724"/>
            <a:ext cx="8596668" cy="1320800"/>
          </a:xfrm>
        </p:spPr>
        <p:txBody>
          <a:bodyPr/>
          <a:lstStyle/>
          <a:p>
            <a:pPr algn="just"/>
            <a:r>
              <a:rPr lang="en-US" dirty="0"/>
              <a:t>Initially, the memory is fully utilized, containing processes 5, 8, and 2. After process 8 leaves, there is one contiguous hole. Later on, process 9 arrives and is allocated memory. Then process 5 departs, resulting in two noncontiguous holes.</a:t>
            </a:r>
            <a:endParaRPr lang="en-IN" dirty="0"/>
          </a:p>
        </p:txBody>
      </p:sp>
      <p:pic>
        <p:nvPicPr>
          <p:cNvPr id="5" name="Picture 4">
            <a:extLst>
              <a:ext uri="{FF2B5EF4-FFF2-40B4-BE49-F238E27FC236}">
                <a16:creationId xmlns:a16="http://schemas.microsoft.com/office/drawing/2014/main" id="{781EB1AB-BB39-DA6D-23FD-FD5F39D9561E}"/>
              </a:ext>
            </a:extLst>
          </p:cNvPr>
          <p:cNvPicPr>
            <a:picLocks noChangeAspect="1"/>
          </p:cNvPicPr>
          <p:nvPr/>
        </p:nvPicPr>
        <p:blipFill>
          <a:blip r:embed="rId2"/>
          <a:stretch>
            <a:fillRect/>
          </a:stretch>
        </p:blipFill>
        <p:spPr>
          <a:xfrm>
            <a:off x="1608309" y="2587976"/>
            <a:ext cx="7087589" cy="3038899"/>
          </a:xfrm>
          <a:prstGeom prst="rect">
            <a:avLst/>
          </a:prstGeom>
        </p:spPr>
      </p:pic>
    </p:spTree>
    <p:extLst>
      <p:ext uri="{BB962C8B-B14F-4D97-AF65-F5344CB8AC3E}">
        <p14:creationId xmlns:p14="http://schemas.microsoft.com/office/powerpoint/2010/main" val="6206415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CD9E1C-22CC-76EA-FEFF-A51E0615C9F5}"/>
              </a:ext>
            </a:extLst>
          </p:cNvPr>
          <p:cNvSpPr>
            <a:spLocks noGrp="1"/>
          </p:cNvSpPr>
          <p:nvPr>
            <p:ph idx="1"/>
          </p:nvPr>
        </p:nvSpPr>
        <p:spPr/>
        <p:txBody>
          <a:bodyPr>
            <a:normAutofit/>
          </a:bodyPr>
          <a:lstStyle/>
          <a:p>
            <a:r>
              <a:rPr lang="en-US" dirty="0"/>
              <a:t>3 strategies are most commonly used to select a free hole from the set of available holes to allocate memory for processes are:</a:t>
            </a:r>
          </a:p>
          <a:p>
            <a:pPr lvl="6"/>
            <a:r>
              <a:rPr lang="en-US" sz="1800" b="1" dirty="0"/>
              <a:t>First Fit</a:t>
            </a:r>
          </a:p>
          <a:p>
            <a:pPr lvl="6"/>
            <a:r>
              <a:rPr lang="en-US" sz="1800" b="1" dirty="0"/>
              <a:t>Best Fit</a:t>
            </a:r>
          </a:p>
          <a:p>
            <a:pPr lvl="6"/>
            <a:r>
              <a:rPr lang="en-US" sz="1800" b="1" dirty="0"/>
              <a:t>Worst Fit</a:t>
            </a:r>
          </a:p>
          <a:p>
            <a:pPr marL="2743200" lvl="6" indent="0">
              <a:buNone/>
            </a:pPr>
            <a:endParaRPr lang="en-US" b="1" dirty="0"/>
          </a:p>
        </p:txBody>
      </p:sp>
    </p:spTree>
    <p:extLst>
      <p:ext uri="{BB962C8B-B14F-4D97-AF65-F5344CB8AC3E}">
        <p14:creationId xmlns:p14="http://schemas.microsoft.com/office/powerpoint/2010/main" val="37720900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60CCE-CAEA-5778-1407-A65A619B0685}"/>
              </a:ext>
            </a:extLst>
          </p:cNvPr>
          <p:cNvSpPr>
            <a:spLocks noGrp="1"/>
          </p:cNvSpPr>
          <p:nvPr>
            <p:ph type="title"/>
          </p:nvPr>
        </p:nvSpPr>
        <p:spPr>
          <a:xfrm>
            <a:off x="677334" y="609600"/>
            <a:ext cx="8596668" cy="861391"/>
          </a:xfrm>
        </p:spPr>
        <p:txBody>
          <a:bodyPr>
            <a:normAutofit fontScale="90000"/>
          </a:bodyPr>
          <a:lstStyle/>
          <a:p>
            <a:r>
              <a:rPr lang="en-US" b="1" u="sng" dirty="0"/>
              <a:t>First fit </a:t>
            </a:r>
            <a:br>
              <a:rPr lang="en-US" b="1" u="sng" dirty="0"/>
            </a:br>
            <a:endParaRPr lang="en-IN" b="1" u="sng" dirty="0"/>
          </a:p>
        </p:txBody>
      </p:sp>
      <p:sp>
        <p:nvSpPr>
          <p:cNvPr id="3" name="Content Placeholder 2">
            <a:extLst>
              <a:ext uri="{FF2B5EF4-FFF2-40B4-BE49-F238E27FC236}">
                <a16:creationId xmlns:a16="http://schemas.microsoft.com/office/drawing/2014/main" id="{1200A67D-74B8-672A-06A4-34AAEA855C00}"/>
              </a:ext>
            </a:extLst>
          </p:cNvPr>
          <p:cNvSpPr>
            <a:spLocks noGrp="1"/>
          </p:cNvSpPr>
          <p:nvPr>
            <p:ph idx="1"/>
          </p:nvPr>
        </p:nvSpPr>
        <p:spPr/>
        <p:txBody>
          <a:bodyPr>
            <a:normAutofit/>
          </a:bodyPr>
          <a:lstStyle/>
          <a:p>
            <a:pPr algn="just">
              <a:lnSpc>
                <a:spcPct val="150000"/>
              </a:lnSpc>
            </a:pPr>
            <a:r>
              <a:rPr lang="en-US" sz="2400" b="1" dirty="0"/>
              <a:t>Allocate the first hole that is big enough. Searching can start either at the beginning of the set of holes or at the location where the previous first-fit search ended. We can stop searching as soon as we find a free hole that is large enough.</a:t>
            </a:r>
            <a:endParaRPr lang="en-IN" sz="2400" b="1" dirty="0"/>
          </a:p>
        </p:txBody>
      </p:sp>
    </p:spTree>
    <p:extLst>
      <p:ext uri="{BB962C8B-B14F-4D97-AF65-F5344CB8AC3E}">
        <p14:creationId xmlns:p14="http://schemas.microsoft.com/office/powerpoint/2010/main" val="611967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1CE893F-4040-66EF-1B9B-45A412AB4932}"/>
              </a:ext>
            </a:extLst>
          </p:cNvPr>
          <p:cNvPicPr>
            <a:picLocks noChangeAspect="1"/>
          </p:cNvPicPr>
          <p:nvPr/>
        </p:nvPicPr>
        <p:blipFill>
          <a:blip r:embed="rId2"/>
          <a:stretch>
            <a:fillRect/>
          </a:stretch>
        </p:blipFill>
        <p:spPr>
          <a:xfrm>
            <a:off x="476608" y="2066735"/>
            <a:ext cx="9688277" cy="2724530"/>
          </a:xfrm>
          <a:prstGeom prst="rect">
            <a:avLst/>
          </a:prstGeom>
        </p:spPr>
      </p:pic>
    </p:spTree>
    <p:extLst>
      <p:ext uri="{BB962C8B-B14F-4D97-AF65-F5344CB8AC3E}">
        <p14:creationId xmlns:p14="http://schemas.microsoft.com/office/powerpoint/2010/main" val="778721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60348-DB78-0606-E87C-28BBD46074E2}"/>
              </a:ext>
            </a:extLst>
          </p:cNvPr>
          <p:cNvPicPr>
            <a:picLocks noChangeAspect="1"/>
          </p:cNvPicPr>
          <p:nvPr/>
        </p:nvPicPr>
        <p:blipFill>
          <a:blip r:embed="rId2"/>
          <a:stretch>
            <a:fillRect/>
          </a:stretch>
        </p:blipFill>
        <p:spPr>
          <a:xfrm>
            <a:off x="293796" y="613969"/>
            <a:ext cx="9278645" cy="5630061"/>
          </a:xfrm>
          <a:prstGeom prst="rect">
            <a:avLst/>
          </a:prstGeom>
        </p:spPr>
      </p:pic>
    </p:spTree>
    <p:extLst>
      <p:ext uri="{BB962C8B-B14F-4D97-AF65-F5344CB8AC3E}">
        <p14:creationId xmlns:p14="http://schemas.microsoft.com/office/powerpoint/2010/main" val="2350450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2CA3-C04D-F306-F01A-8C2361346803}"/>
              </a:ext>
            </a:extLst>
          </p:cNvPr>
          <p:cNvSpPr>
            <a:spLocks noGrp="1"/>
          </p:cNvSpPr>
          <p:nvPr>
            <p:ph type="title"/>
          </p:nvPr>
        </p:nvSpPr>
        <p:spPr/>
        <p:txBody>
          <a:bodyPr/>
          <a:lstStyle/>
          <a:p>
            <a:r>
              <a:rPr lang="en-US" sz="3600" b="1" u="sng" dirty="0"/>
              <a:t>Worst fit</a:t>
            </a:r>
            <a:endParaRPr lang="en-IN" u="sng" dirty="0"/>
          </a:p>
        </p:txBody>
      </p:sp>
      <p:sp>
        <p:nvSpPr>
          <p:cNvPr id="3" name="Content Placeholder 2">
            <a:extLst>
              <a:ext uri="{FF2B5EF4-FFF2-40B4-BE49-F238E27FC236}">
                <a16:creationId xmlns:a16="http://schemas.microsoft.com/office/drawing/2014/main" id="{7EDAC125-CC85-D8BA-5DE0-C09D9E42CC76}"/>
              </a:ext>
            </a:extLst>
          </p:cNvPr>
          <p:cNvSpPr>
            <a:spLocks noGrp="1"/>
          </p:cNvSpPr>
          <p:nvPr>
            <p:ph idx="1"/>
          </p:nvPr>
        </p:nvSpPr>
        <p:spPr/>
        <p:txBody>
          <a:bodyPr vert="horz" lIns="91440" tIns="45720" rIns="91440" bIns="45720" rtlCol="0">
            <a:normAutofit/>
          </a:bodyPr>
          <a:lstStyle/>
          <a:p>
            <a:pPr algn="just">
              <a:lnSpc>
                <a:spcPct val="150000"/>
              </a:lnSpc>
            </a:pPr>
            <a:r>
              <a:rPr lang="en-US" sz="2400" b="1" dirty="0"/>
              <a:t>Allocate the largest hole. Again, we must search the entire list, unless it is sorted by size. This strategy produces the largest leftover hole, which may be more useful than the smaller leftover hole from a best-fit approach</a:t>
            </a:r>
            <a:endParaRPr lang="en-IN" sz="2400" b="1" dirty="0"/>
          </a:p>
          <a:p>
            <a:pPr algn="just">
              <a:lnSpc>
                <a:spcPct val="150000"/>
              </a:lnSpc>
            </a:pPr>
            <a:endParaRPr lang="en-IN" sz="2400" b="1" dirty="0"/>
          </a:p>
        </p:txBody>
      </p:sp>
    </p:spTree>
    <p:extLst>
      <p:ext uri="{BB962C8B-B14F-4D97-AF65-F5344CB8AC3E}">
        <p14:creationId xmlns:p14="http://schemas.microsoft.com/office/powerpoint/2010/main" val="646986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C25B94-A5BE-2162-E240-20FDB6CB4848}"/>
              </a:ext>
            </a:extLst>
          </p:cNvPr>
          <p:cNvPicPr>
            <a:picLocks noChangeAspect="1"/>
          </p:cNvPicPr>
          <p:nvPr/>
        </p:nvPicPr>
        <p:blipFill>
          <a:blip r:embed="rId2"/>
          <a:stretch>
            <a:fillRect/>
          </a:stretch>
        </p:blipFill>
        <p:spPr>
          <a:xfrm>
            <a:off x="715402" y="1821620"/>
            <a:ext cx="9223728" cy="2313057"/>
          </a:xfrm>
          <a:prstGeom prst="rect">
            <a:avLst/>
          </a:prstGeom>
        </p:spPr>
      </p:pic>
    </p:spTree>
    <p:extLst>
      <p:ext uri="{BB962C8B-B14F-4D97-AF65-F5344CB8AC3E}">
        <p14:creationId xmlns:p14="http://schemas.microsoft.com/office/powerpoint/2010/main" val="28669966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7B63FB-5A5E-32AE-E1D6-9FB3A935E5E2}"/>
              </a:ext>
            </a:extLst>
          </p:cNvPr>
          <p:cNvPicPr>
            <a:picLocks noChangeAspect="1"/>
          </p:cNvPicPr>
          <p:nvPr/>
        </p:nvPicPr>
        <p:blipFill>
          <a:blip r:embed="rId2"/>
          <a:stretch>
            <a:fillRect/>
          </a:stretch>
        </p:blipFill>
        <p:spPr>
          <a:xfrm>
            <a:off x="315963" y="514388"/>
            <a:ext cx="9154803" cy="5391902"/>
          </a:xfrm>
          <a:prstGeom prst="rect">
            <a:avLst/>
          </a:prstGeom>
        </p:spPr>
      </p:pic>
    </p:spTree>
    <p:extLst>
      <p:ext uri="{BB962C8B-B14F-4D97-AF65-F5344CB8AC3E}">
        <p14:creationId xmlns:p14="http://schemas.microsoft.com/office/powerpoint/2010/main" val="4517498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45BA5-0A91-B2DA-D667-86B32E985E35}"/>
              </a:ext>
            </a:extLst>
          </p:cNvPr>
          <p:cNvSpPr>
            <a:spLocks noGrp="1"/>
          </p:cNvSpPr>
          <p:nvPr>
            <p:ph type="title"/>
          </p:nvPr>
        </p:nvSpPr>
        <p:spPr/>
        <p:txBody>
          <a:bodyPr/>
          <a:lstStyle/>
          <a:p>
            <a:r>
              <a:rPr lang="en-US" sz="3600" b="1" u="sng" dirty="0"/>
              <a:t>Best fit</a:t>
            </a:r>
            <a:r>
              <a:rPr lang="en-US" sz="3600" b="1" dirty="0"/>
              <a:t> </a:t>
            </a:r>
            <a:endParaRPr lang="en-IN" dirty="0"/>
          </a:p>
        </p:txBody>
      </p:sp>
      <p:sp>
        <p:nvSpPr>
          <p:cNvPr id="3" name="Content Placeholder 2">
            <a:extLst>
              <a:ext uri="{FF2B5EF4-FFF2-40B4-BE49-F238E27FC236}">
                <a16:creationId xmlns:a16="http://schemas.microsoft.com/office/drawing/2014/main" id="{06918E8C-FB8B-BFDB-6551-84F48B082AF7}"/>
              </a:ext>
            </a:extLst>
          </p:cNvPr>
          <p:cNvSpPr>
            <a:spLocks noGrp="1"/>
          </p:cNvSpPr>
          <p:nvPr>
            <p:ph idx="1"/>
          </p:nvPr>
        </p:nvSpPr>
        <p:spPr/>
        <p:txBody>
          <a:bodyPr vert="horz" lIns="91440" tIns="45720" rIns="91440" bIns="45720" rtlCol="0">
            <a:normAutofit/>
          </a:bodyPr>
          <a:lstStyle/>
          <a:p>
            <a:pPr algn="just">
              <a:lnSpc>
                <a:spcPct val="150000"/>
              </a:lnSpc>
            </a:pPr>
            <a:r>
              <a:rPr lang="en-US" sz="2400" b="1" dirty="0"/>
              <a:t>Allocate the smallest hole that is big enough. We must search the entire list, unless the list is ordered by size. This strategy produces the smallest leftover hole.</a:t>
            </a:r>
            <a:endParaRPr lang="en-IN" sz="2400" b="1" dirty="0"/>
          </a:p>
        </p:txBody>
      </p:sp>
    </p:spTree>
    <p:extLst>
      <p:ext uri="{BB962C8B-B14F-4D97-AF65-F5344CB8AC3E}">
        <p14:creationId xmlns:p14="http://schemas.microsoft.com/office/powerpoint/2010/main" val="38824447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ACD3B26-1DE3-D8F6-9626-88DC2A646CE0}"/>
              </a:ext>
            </a:extLst>
          </p:cNvPr>
          <p:cNvPicPr>
            <a:picLocks noChangeAspect="1"/>
          </p:cNvPicPr>
          <p:nvPr/>
        </p:nvPicPr>
        <p:blipFill>
          <a:blip r:embed="rId2"/>
          <a:stretch>
            <a:fillRect/>
          </a:stretch>
        </p:blipFill>
        <p:spPr>
          <a:xfrm>
            <a:off x="375821" y="566530"/>
            <a:ext cx="8935697" cy="2266122"/>
          </a:xfrm>
          <a:prstGeom prst="rect">
            <a:avLst/>
          </a:prstGeom>
        </p:spPr>
      </p:pic>
    </p:spTree>
    <p:extLst>
      <p:ext uri="{BB962C8B-B14F-4D97-AF65-F5344CB8AC3E}">
        <p14:creationId xmlns:p14="http://schemas.microsoft.com/office/powerpoint/2010/main" val="3243040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D3D44B-59E3-FCB2-3C32-45A67FC4D4B9}"/>
              </a:ext>
            </a:extLst>
          </p:cNvPr>
          <p:cNvPicPr>
            <a:picLocks noChangeAspect="1"/>
          </p:cNvPicPr>
          <p:nvPr/>
        </p:nvPicPr>
        <p:blipFill>
          <a:blip r:embed="rId2"/>
          <a:stretch>
            <a:fillRect/>
          </a:stretch>
        </p:blipFill>
        <p:spPr>
          <a:xfrm>
            <a:off x="444950" y="594917"/>
            <a:ext cx="9373908" cy="5668166"/>
          </a:xfrm>
          <a:prstGeom prst="rect">
            <a:avLst/>
          </a:prstGeom>
        </p:spPr>
      </p:pic>
    </p:spTree>
    <p:extLst>
      <p:ext uri="{BB962C8B-B14F-4D97-AF65-F5344CB8AC3E}">
        <p14:creationId xmlns:p14="http://schemas.microsoft.com/office/powerpoint/2010/main" val="898340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C5861-0F4A-F516-AB37-09A1EE031A19}"/>
              </a:ext>
            </a:extLst>
          </p:cNvPr>
          <p:cNvSpPr>
            <a:spLocks noGrp="1"/>
          </p:cNvSpPr>
          <p:nvPr>
            <p:ph type="title"/>
          </p:nvPr>
        </p:nvSpPr>
        <p:spPr/>
        <p:txBody>
          <a:bodyPr/>
          <a:lstStyle/>
          <a:p>
            <a:r>
              <a:rPr lang="en-US" dirty="0"/>
              <a:t>Practice :</a:t>
            </a:r>
            <a:endParaRPr lang="en-IN" dirty="0"/>
          </a:p>
        </p:txBody>
      </p:sp>
      <p:pic>
        <p:nvPicPr>
          <p:cNvPr id="5" name="Picture 4">
            <a:extLst>
              <a:ext uri="{FF2B5EF4-FFF2-40B4-BE49-F238E27FC236}">
                <a16:creationId xmlns:a16="http://schemas.microsoft.com/office/drawing/2014/main" id="{4104D457-C2FA-A4C4-3ACD-2792C951E272}"/>
              </a:ext>
            </a:extLst>
          </p:cNvPr>
          <p:cNvPicPr>
            <a:picLocks noChangeAspect="1"/>
          </p:cNvPicPr>
          <p:nvPr/>
        </p:nvPicPr>
        <p:blipFill>
          <a:blip r:embed="rId2"/>
          <a:stretch>
            <a:fillRect/>
          </a:stretch>
        </p:blipFill>
        <p:spPr>
          <a:xfrm>
            <a:off x="513044" y="1930400"/>
            <a:ext cx="8886596" cy="2191056"/>
          </a:xfrm>
          <a:prstGeom prst="rect">
            <a:avLst/>
          </a:prstGeom>
        </p:spPr>
      </p:pic>
    </p:spTree>
    <p:extLst>
      <p:ext uri="{BB962C8B-B14F-4D97-AF65-F5344CB8AC3E}">
        <p14:creationId xmlns:p14="http://schemas.microsoft.com/office/powerpoint/2010/main" val="27427766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76A6E-1B04-8870-64C8-5AC5C3467875}"/>
              </a:ext>
            </a:extLst>
          </p:cNvPr>
          <p:cNvSpPr>
            <a:spLocks noGrp="1"/>
          </p:cNvSpPr>
          <p:nvPr>
            <p:ph type="title"/>
          </p:nvPr>
        </p:nvSpPr>
        <p:spPr>
          <a:xfrm>
            <a:off x="677334" y="609600"/>
            <a:ext cx="8596668" cy="791817"/>
          </a:xfrm>
        </p:spPr>
        <p:txBody>
          <a:bodyPr/>
          <a:lstStyle/>
          <a:p>
            <a:r>
              <a:rPr lang="en-US" b="1" dirty="0"/>
              <a:t>3.3 Fragmentation</a:t>
            </a:r>
            <a:endParaRPr lang="en-IN" b="1" dirty="0"/>
          </a:p>
        </p:txBody>
      </p:sp>
      <p:sp>
        <p:nvSpPr>
          <p:cNvPr id="3" name="Content Placeholder 2">
            <a:extLst>
              <a:ext uri="{FF2B5EF4-FFF2-40B4-BE49-F238E27FC236}">
                <a16:creationId xmlns:a16="http://schemas.microsoft.com/office/drawing/2014/main" id="{12013A18-5C02-A1C6-6A41-115D797BD1B9}"/>
              </a:ext>
            </a:extLst>
          </p:cNvPr>
          <p:cNvSpPr>
            <a:spLocks noGrp="1"/>
          </p:cNvSpPr>
          <p:nvPr>
            <p:ph idx="1"/>
          </p:nvPr>
        </p:nvSpPr>
        <p:spPr>
          <a:xfrm>
            <a:off x="677333" y="1709530"/>
            <a:ext cx="8884109" cy="4331832"/>
          </a:xfrm>
        </p:spPr>
        <p:txBody>
          <a:bodyPr/>
          <a:lstStyle/>
          <a:p>
            <a:pPr algn="just"/>
            <a:r>
              <a:rPr lang="en-US" dirty="0"/>
              <a:t>Both the first-fit and best-fit strategies for memory allocation suffer from </a:t>
            </a:r>
            <a:r>
              <a:rPr lang="en-US" b="1" dirty="0">
                <a:solidFill>
                  <a:srgbClr val="FF0000"/>
                </a:solidFill>
              </a:rPr>
              <a:t>external fragmentation. </a:t>
            </a:r>
          </a:p>
          <a:p>
            <a:pPr algn="just"/>
            <a:r>
              <a:rPr lang="en-US" dirty="0"/>
              <a:t>As processes are loaded and removed from memory, the free memory space is broken into little pieces. </a:t>
            </a:r>
          </a:p>
          <a:p>
            <a:pPr algn="just"/>
            <a:r>
              <a:rPr lang="en-US" dirty="0"/>
              <a:t>External fragmentation exists when there is enough total memory space to satisfy a request but the available spaces are not contiguous: storage is fragmented into a large number of small holes. </a:t>
            </a:r>
          </a:p>
          <a:p>
            <a:pPr algn="just"/>
            <a:r>
              <a:rPr lang="en-US" dirty="0"/>
              <a:t>This fragmentation problem can be severe. In the worst case, we could have a block of free (or wasted) memory between every two processes.</a:t>
            </a:r>
            <a:endParaRPr lang="en-IN" dirty="0"/>
          </a:p>
        </p:txBody>
      </p:sp>
    </p:spTree>
    <p:extLst>
      <p:ext uri="{BB962C8B-B14F-4D97-AF65-F5344CB8AC3E}">
        <p14:creationId xmlns:p14="http://schemas.microsoft.com/office/powerpoint/2010/main" val="8778723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FFAAA1-D171-1A6C-F8CA-3712F8C21AF8}"/>
              </a:ext>
            </a:extLst>
          </p:cNvPr>
          <p:cNvSpPr>
            <a:spLocks noGrp="1"/>
          </p:cNvSpPr>
          <p:nvPr>
            <p:ph idx="1"/>
          </p:nvPr>
        </p:nvSpPr>
        <p:spPr>
          <a:xfrm>
            <a:off x="677333" y="1470991"/>
            <a:ext cx="8884109" cy="3766931"/>
          </a:xfrm>
        </p:spPr>
        <p:txBody>
          <a:bodyPr>
            <a:normAutofit/>
          </a:bodyPr>
          <a:lstStyle/>
          <a:p>
            <a:pPr algn="just"/>
            <a:r>
              <a:rPr lang="en-US" dirty="0"/>
              <a:t>One solution to the problem of external fragmentation is </a:t>
            </a:r>
            <a:r>
              <a:rPr lang="en-US" b="1" dirty="0">
                <a:solidFill>
                  <a:schemeClr val="accent3">
                    <a:lumMod val="75000"/>
                  </a:schemeClr>
                </a:solidFill>
              </a:rPr>
              <a:t>compaction</a:t>
            </a:r>
            <a:r>
              <a:rPr lang="en-US" dirty="0"/>
              <a:t>. The goal is to shuffle the memory contents so as to place all free memory together in one large block.</a:t>
            </a:r>
          </a:p>
          <a:p>
            <a:pPr algn="just"/>
            <a:r>
              <a:rPr lang="en-US" dirty="0"/>
              <a:t>Another possible solution to the external-fragmentation problem is to permit the logical address space of processes to be noncontiguous, thus allowing a process to be allocated physical memory wherever such memory is available. </a:t>
            </a:r>
          </a:p>
          <a:p>
            <a:pPr lvl="1" algn="just"/>
            <a:r>
              <a:rPr lang="en-US" sz="1800" dirty="0"/>
              <a:t>This is the strategy used in </a:t>
            </a:r>
            <a:r>
              <a:rPr lang="en-US" sz="1800" dirty="0">
                <a:solidFill>
                  <a:schemeClr val="accent3">
                    <a:lumMod val="75000"/>
                  </a:schemeClr>
                </a:solidFill>
              </a:rPr>
              <a:t>paging,</a:t>
            </a:r>
            <a:r>
              <a:rPr lang="en-US" sz="1800" dirty="0"/>
              <a:t> the most common memory-management technique for computer systems</a:t>
            </a:r>
            <a:endParaRPr lang="en-IN" sz="1800" dirty="0"/>
          </a:p>
        </p:txBody>
      </p:sp>
    </p:spTree>
    <p:extLst>
      <p:ext uri="{BB962C8B-B14F-4D97-AF65-F5344CB8AC3E}">
        <p14:creationId xmlns:p14="http://schemas.microsoft.com/office/powerpoint/2010/main" val="23039835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6DB43-2515-1734-BB81-6E59C4D11019}"/>
              </a:ext>
            </a:extLst>
          </p:cNvPr>
          <p:cNvSpPr>
            <a:spLocks noGrp="1"/>
          </p:cNvSpPr>
          <p:nvPr>
            <p:ph type="title"/>
          </p:nvPr>
        </p:nvSpPr>
        <p:spPr>
          <a:xfrm>
            <a:off x="677334" y="609600"/>
            <a:ext cx="8596668" cy="747252"/>
          </a:xfrm>
        </p:spPr>
        <p:txBody>
          <a:bodyPr/>
          <a:lstStyle/>
          <a:p>
            <a:r>
              <a:rPr lang="en-US" b="1" dirty="0"/>
              <a:t>4. </a:t>
            </a:r>
            <a:r>
              <a:rPr lang="en-IN" b="1" dirty="0"/>
              <a:t>Paging</a:t>
            </a:r>
          </a:p>
        </p:txBody>
      </p:sp>
      <p:sp>
        <p:nvSpPr>
          <p:cNvPr id="3" name="Content Placeholder 2">
            <a:extLst>
              <a:ext uri="{FF2B5EF4-FFF2-40B4-BE49-F238E27FC236}">
                <a16:creationId xmlns:a16="http://schemas.microsoft.com/office/drawing/2014/main" id="{639A2AEE-859A-5F24-0A3E-38C059C0D821}"/>
              </a:ext>
            </a:extLst>
          </p:cNvPr>
          <p:cNvSpPr>
            <a:spLocks noGrp="1"/>
          </p:cNvSpPr>
          <p:nvPr>
            <p:ph idx="1"/>
          </p:nvPr>
        </p:nvSpPr>
        <p:spPr>
          <a:xfrm>
            <a:off x="746163" y="1691147"/>
            <a:ext cx="8596668" cy="4320717"/>
          </a:xfrm>
        </p:spPr>
        <p:txBody>
          <a:bodyPr>
            <a:normAutofit/>
          </a:bodyPr>
          <a:lstStyle/>
          <a:p>
            <a:pPr algn="just"/>
            <a:r>
              <a:rPr lang="en-US" sz="2000" dirty="0"/>
              <a:t>Paging is  a memory management scheme that permits a process’s physical address space to be noncontiguous. </a:t>
            </a:r>
          </a:p>
          <a:p>
            <a:pPr algn="just"/>
            <a:r>
              <a:rPr lang="en-US" sz="2000" dirty="0"/>
              <a:t>Paging avoids external fragmentation</a:t>
            </a:r>
          </a:p>
          <a:p>
            <a:pPr algn="just"/>
            <a:endParaRPr lang="en-IN" sz="2000" dirty="0"/>
          </a:p>
        </p:txBody>
      </p:sp>
      <p:graphicFrame>
        <p:nvGraphicFramePr>
          <p:cNvPr id="4" name="Diagram 3">
            <a:extLst>
              <a:ext uri="{FF2B5EF4-FFF2-40B4-BE49-F238E27FC236}">
                <a16:creationId xmlns:a16="http://schemas.microsoft.com/office/drawing/2014/main" id="{9820E04F-8FA0-025E-EB99-4821850A5BBF}"/>
              </a:ext>
            </a:extLst>
          </p:cNvPr>
          <p:cNvGraphicFramePr/>
          <p:nvPr>
            <p:extLst>
              <p:ext uri="{D42A27DB-BD31-4B8C-83A1-F6EECF244321}">
                <p14:modId xmlns:p14="http://schemas.microsoft.com/office/powerpoint/2010/main" val="2940312105"/>
              </p:ext>
            </p:extLst>
          </p:nvPr>
        </p:nvGraphicFramePr>
        <p:xfrm>
          <a:off x="3303638" y="3165987"/>
          <a:ext cx="4398297" cy="3493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502199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3D2DF-6128-20D1-8548-17E2DB5951EB}"/>
              </a:ext>
            </a:extLst>
          </p:cNvPr>
          <p:cNvSpPr>
            <a:spLocks noGrp="1"/>
          </p:cNvSpPr>
          <p:nvPr>
            <p:ph type="title"/>
          </p:nvPr>
        </p:nvSpPr>
        <p:spPr>
          <a:xfrm>
            <a:off x="677334" y="609600"/>
            <a:ext cx="8596668" cy="776748"/>
          </a:xfrm>
        </p:spPr>
        <p:txBody>
          <a:bodyPr>
            <a:normAutofit/>
          </a:bodyPr>
          <a:lstStyle/>
          <a:p>
            <a:r>
              <a:rPr lang="en-US" sz="3200" b="1" dirty="0"/>
              <a:t>4.1 Basic Method</a:t>
            </a:r>
            <a:endParaRPr lang="en-IN" sz="3200" b="1" dirty="0"/>
          </a:p>
        </p:txBody>
      </p:sp>
      <p:sp>
        <p:nvSpPr>
          <p:cNvPr id="3" name="Content Placeholder 2">
            <a:extLst>
              <a:ext uri="{FF2B5EF4-FFF2-40B4-BE49-F238E27FC236}">
                <a16:creationId xmlns:a16="http://schemas.microsoft.com/office/drawing/2014/main" id="{98968641-BC53-15B3-EB94-327298BEA5E4}"/>
              </a:ext>
            </a:extLst>
          </p:cNvPr>
          <p:cNvSpPr>
            <a:spLocks noGrp="1"/>
          </p:cNvSpPr>
          <p:nvPr>
            <p:ph idx="1"/>
          </p:nvPr>
        </p:nvSpPr>
        <p:spPr>
          <a:xfrm>
            <a:off x="677334" y="1563330"/>
            <a:ext cx="8928782" cy="3795252"/>
          </a:xfrm>
        </p:spPr>
        <p:txBody>
          <a:bodyPr>
            <a:normAutofit/>
          </a:bodyPr>
          <a:lstStyle/>
          <a:p>
            <a:pPr algn="just"/>
            <a:r>
              <a:rPr lang="en-US" dirty="0"/>
              <a:t>The basic method for implementing paging involves </a:t>
            </a:r>
          </a:p>
          <a:p>
            <a:pPr lvl="1" algn="just"/>
            <a:r>
              <a:rPr lang="en-US" sz="1800" dirty="0"/>
              <a:t>Breaking physical memory into fixed-sized blocks called </a:t>
            </a:r>
            <a:r>
              <a:rPr lang="en-US" sz="1800" b="1" dirty="0">
                <a:solidFill>
                  <a:srgbClr val="FF0000"/>
                </a:solidFill>
              </a:rPr>
              <a:t>frames </a:t>
            </a:r>
            <a:r>
              <a:rPr lang="en-US" sz="1800" dirty="0"/>
              <a:t>, </a:t>
            </a:r>
          </a:p>
          <a:p>
            <a:pPr lvl="1" algn="just"/>
            <a:r>
              <a:rPr lang="en-US" sz="1800" dirty="0"/>
              <a:t>and breaking logical memory into blocks of the same size called </a:t>
            </a:r>
            <a:r>
              <a:rPr lang="en-US" sz="1800" b="1" dirty="0">
                <a:solidFill>
                  <a:srgbClr val="FF0000"/>
                </a:solidFill>
              </a:rPr>
              <a:t>pages</a:t>
            </a:r>
            <a:r>
              <a:rPr lang="en-US" sz="1800" dirty="0"/>
              <a:t>.</a:t>
            </a:r>
          </a:p>
          <a:p>
            <a:pPr algn="just"/>
            <a:r>
              <a:rPr lang="en-US" dirty="0"/>
              <a:t>When a process is to be executed, its pages are loaded into any available memory frames from their source (a file system or the backing store). </a:t>
            </a:r>
          </a:p>
          <a:p>
            <a:pPr algn="just"/>
            <a:r>
              <a:rPr lang="en-US" dirty="0"/>
              <a:t>The backing store is divided into fixed-sized blocks that are the same size as the memory frames or clusters of multiple frames.</a:t>
            </a:r>
          </a:p>
          <a:p>
            <a:pPr algn="just"/>
            <a:r>
              <a:rPr lang="en-US" dirty="0"/>
              <a:t>Every address generated by the CPU is divided into two parts: </a:t>
            </a:r>
          </a:p>
          <a:p>
            <a:pPr lvl="1" algn="just"/>
            <a:r>
              <a:rPr lang="en-US" sz="1800" dirty="0"/>
              <a:t>a page number (p) ,and </a:t>
            </a:r>
          </a:p>
          <a:p>
            <a:pPr lvl="1" algn="just"/>
            <a:r>
              <a:rPr lang="en-US" sz="1800" dirty="0"/>
              <a:t>a page offset (d):</a:t>
            </a:r>
            <a:endParaRPr lang="en-IN" sz="1800" dirty="0"/>
          </a:p>
        </p:txBody>
      </p:sp>
      <p:pic>
        <p:nvPicPr>
          <p:cNvPr id="5" name="Picture 4">
            <a:extLst>
              <a:ext uri="{FF2B5EF4-FFF2-40B4-BE49-F238E27FC236}">
                <a16:creationId xmlns:a16="http://schemas.microsoft.com/office/drawing/2014/main" id="{C45BD8FF-09C7-5E0D-75B8-B5729FB519DA}"/>
              </a:ext>
            </a:extLst>
          </p:cNvPr>
          <p:cNvPicPr>
            <a:picLocks noChangeAspect="1"/>
          </p:cNvPicPr>
          <p:nvPr/>
        </p:nvPicPr>
        <p:blipFill>
          <a:blip r:embed="rId2"/>
          <a:stretch>
            <a:fillRect/>
          </a:stretch>
        </p:blipFill>
        <p:spPr>
          <a:xfrm>
            <a:off x="3796662" y="4859194"/>
            <a:ext cx="5386668" cy="1049993"/>
          </a:xfrm>
          <a:prstGeom prst="rect">
            <a:avLst/>
          </a:prstGeom>
        </p:spPr>
      </p:pic>
    </p:spTree>
    <p:extLst>
      <p:ext uri="{BB962C8B-B14F-4D97-AF65-F5344CB8AC3E}">
        <p14:creationId xmlns:p14="http://schemas.microsoft.com/office/powerpoint/2010/main" val="37744288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9D720A8C-7723-2F45-EC98-574B68684FC4}"/>
              </a:ext>
            </a:extLst>
          </p:cNvPr>
          <p:cNvPicPr>
            <a:picLocks noGrp="1" noChangeAspect="1"/>
          </p:cNvPicPr>
          <p:nvPr>
            <p:ph idx="1"/>
          </p:nvPr>
        </p:nvPicPr>
        <p:blipFill>
          <a:blip r:embed="rId2"/>
          <a:stretch>
            <a:fillRect/>
          </a:stretch>
        </p:blipFill>
        <p:spPr>
          <a:xfrm>
            <a:off x="6096000" y="1425678"/>
            <a:ext cx="2970661" cy="4822722"/>
          </a:xfrm>
        </p:spPr>
      </p:pic>
      <p:pic>
        <p:nvPicPr>
          <p:cNvPr id="5" name="Picture 4">
            <a:extLst>
              <a:ext uri="{FF2B5EF4-FFF2-40B4-BE49-F238E27FC236}">
                <a16:creationId xmlns:a16="http://schemas.microsoft.com/office/drawing/2014/main" id="{A41EDCC5-1964-63AB-0F6E-46BEA2867FEA}"/>
              </a:ext>
            </a:extLst>
          </p:cNvPr>
          <p:cNvPicPr>
            <a:picLocks noChangeAspect="1"/>
          </p:cNvPicPr>
          <p:nvPr/>
        </p:nvPicPr>
        <p:blipFill>
          <a:blip r:embed="rId3"/>
          <a:stretch>
            <a:fillRect/>
          </a:stretch>
        </p:blipFill>
        <p:spPr>
          <a:xfrm>
            <a:off x="708659" y="1425677"/>
            <a:ext cx="4267009" cy="4822723"/>
          </a:xfrm>
          <a:prstGeom prst="rect">
            <a:avLst/>
          </a:prstGeom>
        </p:spPr>
      </p:pic>
    </p:spTree>
    <p:extLst>
      <p:ext uri="{BB962C8B-B14F-4D97-AF65-F5344CB8AC3E}">
        <p14:creationId xmlns:p14="http://schemas.microsoft.com/office/powerpoint/2010/main" val="3369447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A5689-6FAC-F68F-2133-3414309BBF69}"/>
              </a:ext>
            </a:extLst>
          </p:cNvPr>
          <p:cNvSpPr>
            <a:spLocks noGrp="1"/>
          </p:cNvSpPr>
          <p:nvPr>
            <p:ph type="title"/>
          </p:nvPr>
        </p:nvSpPr>
        <p:spPr/>
        <p:txBody>
          <a:bodyPr>
            <a:normAutofit/>
          </a:bodyPr>
          <a:lstStyle/>
          <a:p>
            <a:br>
              <a:rPr lang="en-US" sz="2400" b="1" dirty="0"/>
            </a:br>
            <a:r>
              <a:rPr lang="en-IN" sz="2400" b="1" dirty="0"/>
              <a:t>PAGING HARDWARE</a:t>
            </a:r>
          </a:p>
        </p:txBody>
      </p:sp>
      <p:pic>
        <p:nvPicPr>
          <p:cNvPr id="5" name="Picture 4">
            <a:extLst>
              <a:ext uri="{FF2B5EF4-FFF2-40B4-BE49-F238E27FC236}">
                <a16:creationId xmlns:a16="http://schemas.microsoft.com/office/drawing/2014/main" id="{18941E56-493D-D39C-A591-505D583A2C09}"/>
              </a:ext>
            </a:extLst>
          </p:cNvPr>
          <p:cNvPicPr>
            <a:picLocks noChangeAspect="1"/>
          </p:cNvPicPr>
          <p:nvPr/>
        </p:nvPicPr>
        <p:blipFill>
          <a:blip r:embed="rId2"/>
          <a:stretch>
            <a:fillRect/>
          </a:stretch>
        </p:blipFill>
        <p:spPr>
          <a:xfrm>
            <a:off x="643451" y="2182761"/>
            <a:ext cx="8630551" cy="4321275"/>
          </a:xfrm>
          <a:prstGeom prst="rect">
            <a:avLst/>
          </a:prstGeom>
        </p:spPr>
      </p:pic>
    </p:spTree>
    <p:extLst>
      <p:ext uri="{BB962C8B-B14F-4D97-AF65-F5344CB8AC3E}">
        <p14:creationId xmlns:p14="http://schemas.microsoft.com/office/powerpoint/2010/main" val="1001157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CCF9FF-A87B-6C3F-301A-76CE7357E4F0}"/>
              </a:ext>
            </a:extLst>
          </p:cNvPr>
          <p:cNvSpPr>
            <a:spLocks noGrp="1"/>
          </p:cNvSpPr>
          <p:nvPr>
            <p:ph idx="1"/>
          </p:nvPr>
        </p:nvSpPr>
        <p:spPr>
          <a:xfrm>
            <a:off x="677334" y="973395"/>
            <a:ext cx="8596668" cy="5067968"/>
          </a:xfrm>
        </p:spPr>
        <p:txBody>
          <a:bodyPr>
            <a:normAutofit/>
          </a:bodyPr>
          <a:lstStyle/>
          <a:p>
            <a:pPr algn="just"/>
            <a:r>
              <a:rPr lang="en-US" sz="2000" dirty="0"/>
              <a:t>The page number is used as an index into a per-process page table. </a:t>
            </a:r>
          </a:p>
          <a:p>
            <a:pPr algn="just"/>
            <a:r>
              <a:rPr lang="en-US" sz="2000" dirty="0"/>
              <a:t>The page table contains the base address of each frame in physical memory, and the offset is the location in the frame being referenced. </a:t>
            </a:r>
          </a:p>
          <a:p>
            <a:pPr lvl="1" algn="just"/>
            <a:r>
              <a:rPr lang="en-US" sz="2000" dirty="0"/>
              <a:t>Thus, the base address of the frame is combined with the page offset to define the physical memory address. </a:t>
            </a:r>
          </a:p>
          <a:p>
            <a:pPr algn="just"/>
            <a:r>
              <a:rPr lang="en-US" sz="2000" dirty="0"/>
              <a:t>The following outlines the steps taken by the MMU to translate a logical address generated by the CPU to a physical address: </a:t>
            </a:r>
          </a:p>
          <a:p>
            <a:pPr lvl="1" algn="just"/>
            <a:r>
              <a:rPr lang="en-US" sz="2000" dirty="0"/>
              <a:t>1. Extract the page number p and use it as an index into the page table</a:t>
            </a:r>
          </a:p>
          <a:p>
            <a:pPr lvl="1" algn="just"/>
            <a:r>
              <a:rPr lang="en-US" sz="2000" dirty="0"/>
              <a:t>2. Extract the corresponding frame number f from the page table. </a:t>
            </a:r>
          </a:p>
          <a:p>
            <a:pPr lvl="1" algn="just"/>
            <a:r>
              <a:rPr lang="en-US" sz="2000" dirty="0"/>
              <a:t>3. Replace the page number p in the logical address with the frame number f</a:t>
            </a:r>
            <a:endParaRPr lang="en-IN" sz="2000" dirty="0"/>
          </a:p>
        </p:txBody>
      </p:sp>
    </p:spTree>
    <p:extLst>
      <p:ext uri="{BB962C8B-B14F-4D97-AF65-F5344CB8AC3E}">
        <p14:creationId xmlns:p14="http://schemas.microsoft.com/office/powerpoint/2010/main" val="23412768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45F8E07-118E-0182-9C4F-EDD7B733D0FC}"/>
              </a:ext>
            </a:extLst>
          </p:cNvPr>
          <p:cNvPicPr>
            <a:picLocks noChangeAspect="1"/>
          </p:cNvPicPr>
          <p:nvPr/>
        </p:nvPicPr>
        <p:blipFill>
          <a:blip r:embed="rId2"/>
          <a:stretch>
            <a:fillRect/>
          </a:stretch>
        </p:blipFill>
        <p:spPr>
          <a:xfrm>
            <a:off x="403122" y="108154"/>
            <a:ext cx="9154823" cy="5899067"/>
          </a:xfrm>
          <a:prstGeom prst="rect">
            <a:avLst/>
          </a:prstGeom>
        </p:spPr>
      </p:pic>
    </p:spTree>
    <p:extLst>
      <p:ext uri="{BB962C8B-B14F-4D97-AF65-F5344CB8AC3E}">
        <p14:creationId xmlns:p14="http://schemas.microsoft.com/office/powerpoint/2010/main" val="6384506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452DA-1413-0517-68EF-F1ABA6052445}"/>
              </a:ext>
            </a:extLst>
          </p:cNvPr>
          <p:cNvSpPr>
            <a:spLocks noGrp="1"/>
          </p:cNvSpPr>
          <p:nvPr>
            <p:ph idx="1"/>
          </p:nvPr>
        </p:nvSpPr>
        <p:spPr>
          <a:xfrm>
            <a:off x="677333" y="1160207"/>
            <a:ext cx="8889453" cy="4881156"/>
          </a:xfrm>
        </p:spPr>
        <p:txBody>
          <a:bodyPr/>
          <a:lstStyle/>
          <a:p>
            <a:pPr algn="just"/>
            <a:r>
              <a:rPr lang="en-US" dirty="0"/>
              <a:t>Using a page size of 4 bytes and a physical memory of 32 bytes (8 pages), we show how the programmer’s view of memory can be mapped into physical memory. </a:t>
            </a:r>
          </a:p>
          <a:p>
            <a:pPr algn="just"/>
            <a:r>
              <a:rPr lang="en-US" dirty="0"/>
              <a:t>Logical address 0 is page 0, offset 0. Indexing into the page table, we find that page 0 is in frame 5. Thus, logical address 0 maps to physical address 20 [= (5 × 4) + 0]. </a:t>
            </a:r>
          </a:p>
          <a:p>
            <a:pPr algn="just"/>
            <a:r>
              <a:rPr lang="en-US" dirty="0"/>
              <a:t>Logical address 3 (page 0, offset 3) maps to physical address 23 [= (5 × 4) + 3].</a:t>
            </a:r>
          </a:p>
          <a:p>
            <a:pPr algn="just"/>
            <a:r>
              <a:rPr lang="en-US" dirty="0"/>
              <a:t>Logical address 4 is page 1, offset 0; according to the page table, page 1 is mapped to frame 6. Thus, logical address 4 maps to physical address 24 [= (6 × 4) + 0]</a:t>
            </a:r>
          </a:p>
          <a:p>
            <a:pPr algn="just"/>
            <a:r>
              <a:rPr lang="en-US" dirty="0"/>
              <a:t>Logical address 13 maps to physical address 9.</a:t>
            </a:r>
            <a:endParaRPr lang="en-IN" dirty="0"/>
          </a:p>
        </p:txBody>
      </p:sp>
    </p:spTree>
    <p:extLst>
      <p:ext uri="{BB962C8B-B14F-4D97-AF65-F5344CB8AC3E}">
        <p14:creationId xmlns:p14="http://schemas.microsoft.com/office/powerpoint/2010/main" val="15686169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651FB0-00D7-2ECB-2E5B-3C9A2107BD16}"/>
              </a:ext>
            </a:extLst>
          </p:cNvPr>
          <p:cNvPicPr>
            <a:picLocks noChangeAspect="1"/>
          </p:cNvPicPr>
          <p:nvPr/>
        </p:nvPicPr>
        <p:blipFill>
          <a:blip r:embed="rId2"/>
          <a:stretch>
            <a:fillRect/>
          </a:stretch>
        </p:blipFill>
        <p:spPr>
          <a:xfrm>
            <a:off x="285136" y="103238"/>
            <a:ext cx="9076649" cy="6582697"/>
          </a:xfrm>
          <a:prstGeom prst="rect">
            <a:avLst/>
          </a:prstGeom>
        </p:spPr>
      </p:pic>
    </p:spTree>
    <p:extLst>
      <p:ext uri="{BB962C8B-B14F-4D97-AF65-F5344CB8AC3E}">
        <p14:creationId xmlns:p14="http://schemas.microsoft.com/office/powerpoint/2010/main" val="36104649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F1B6C2-584C-D9E7-F110-3EBF7C847142}"/>
              </a:ext>
            </a:extLst>
          </p:cNvPr>
          <p:cNvSpPr>
            <a:spLocks noGrp="1"/>
          </p:cNvSpPr>
          <p:nvPr>
            <p:ph idx="1"/>
          </p:nvPr>
        </p:nvSpPr>
        <p:spPr>
          <a:xfrm>
            <a:off x="677334" y="1111045"/>
            <a:ext cx="8596668" cy="4930317"/>
          </a:xfrm>
        </p:spPr>
        <p:txBody>
          <a:bodyPr/>
          <a:lstStyle/>
          <a:p>
            <a:pPr marL="0" indent="0" algn="just">
              <a:buNone/>
            </a:pPr>
            <a:r>
              <a:rPr lang="en-US" sz="2000" b="1"/>
              <a:t>FRAME TABLE</a:t>
            </a:r>
          </a:p>
          <a:p>
            <a:pPr marL="0" indent="0" algn="just">
              <a:buNone/>
            </a:pPr>
            <a:endParaRPr lang="en-US" sz="2000" b="1" dirty="0"/>
          </a:p>
          <a:p>
            <a:pPr algn="just"/>
            <a:r>
              <a:rPr lang="en-US" dirty="0"/>
              <a:t>Since the operating system is managing physical memory, it must be aware of the allocation details of physical memory—which frames are allocated, which frames are available, how many total frames there are, and so on.</a:t>
            </a:r>
          </a:p>
          <a:p>
            <a:pPr algn="just"/>
            <a:r>
              <a:rPr lang="en-US" dirty="0"/>
              <a:t> This information is generally kept in a single, system-wide data structure called a frame table. </a:t>
            </a:r>
          </a:p>
          <a:p>
            <a:pPr algn="just"/>
            <a:r>
              <a:rPr lang="en-US" dirty="0"/>
              <a:t>The frame table has one entry for each physical page frame, indicating whether the latter is free or allocated and, if it is allocated, to which page of which process</a:t>
            </a:r>
            <a:endParaRPr lang="en-IN" dirty="0"/>
          </a:p>
        </p:txBody>
      </p:sp>
    </p:spTree>
    <p:extLst>
      <p:ext uri="{BB962C8B-B14F-4D97-AF65-F5344CB8AC3E}">
        <p14:creationId xmlns:p14="http://schemas.microsoft.com/office/powerpoint/2010/main" val="13461275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4C0C343-1086-7493-A9D6-0780B46A4C32}"/>
              </a:ext>
            </a:extLst>
          </p:cNvPr>
          <p:cNvPicPr>
            <a:picLocks noChangeAspect="1"/>
          </p:cNvPicPr>
          <p:nvPr/>
        </p:nvPicPr>
        <p:blipFill>
          <a:blip r:embed="rId2"/>
          <a:stretch>
            <a:fillRect/>
          </a:stretch>
        </p:blipFill>
        <p:spPr>
          <a:xfrm>
            <a:off x="1223627" y="794970"/>
            <a:ext cx="7011378" cy="5268060"/>
          </a:xfrm>
          <a:prstGeom prst="rect">
            <a:avLst/>
          </a:prstGeom>
        </p:spPr>
      </p:pic>
    </p:spTree>
    <p:extLst>
      <p:ext uri="{BB962C8B-B14F-4D97-AF65-F5344CB8AC3E}">
        <p14:creationId xmlns:p14="http://schemas.microsoft.com/office/powerpoint/2010/main" val="270097436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58505-AAFF-BED6-40F8-1BBEB87218AC}"/>
              </a:ext>
            </a:extLst>
          </p:cNvPr>
          <p:cNvSpPr>
            <a:spLocks noGrp="1"/>
          </p:cNvSpPr>
          <p:nvPr>
            <p:ph type="title"/>
          </p:nvPr>
        </p:nvSpPr>
        <p:spPr>
          <a:xfrm>
            <a:off x="677334" y="609600"/>
            <a:ext cx="8596668" cy="825910"/>
          </a:xfrm>
        </p:spPr>
        <p:txBody>
          <a:bodyPr>
            <a:normAutofit/>
          </a:bodyPr>
          <a:lstStyle/>
          <a:p>
            <a:r>
              <a:rPr lang="en-US" sz="3200" b="1" dirty="0"/>
              <a:t>4.2 </a:t>
            </a:r>
            <a:r>
              <a:rPr lang="en-IN" sz="3200" b="1" dirty="0"/>
              <a:t>Hardware Support</a:t>
            </a:r>
          </a:p>
        </p:txBody>
      </p:sp>
      <p:sp>
        <p:nvSpPr>
          <p:cNvPr id="3" name="Content Placeholder 2">
            <a:extLst>
              <a:ext uri="{FF2B5EF4-FFF2-40B4-BE49-F238E27FC236}">
                <a16:creationId xmlns:a16="http://schemas.microsoft.com/office/drawing/2014/main" id="{22E5F845-D3BF-FC11-D075-1C528BD3E4B1}"/>
              </a:ext>
            </a:extLst>
          </p:cNvPr>
          <p:cNvSpPr>
            <a:spLocks noGrp="1"/>
          </p:cNvSpPr>
          <p:nvPr>
            <p:ph idx="1"/>
          </p:nvPr>
        </p:nvSpPr>
        <p:spPr>
          <a:xfrm>
            <a:off x="677334" y="1582995"/>
            <a:ext cx="8596668" cy="4458368"/>
          </a:xfrm>
        </p:spPr>
        <p:txBody>
          <a:bodyPr>
            <a:normAutofit/>
          </a:bodyPr>
          <a:lstStyle/>
          <a:p>
            <a:pPr algn="just"/>
            <a:r>
              <a:rPr lang="en-US" sz="2000" dirty="0"/>
              <a:t>As page tables are per-process data structures, a pointer to the page table is stored with the other register values (like the instruction pointer) in the process control block of each process. </a:t>
            </a:r>
          </a:p>
          <a:p>
            <a:pPr algn="just"/>
            <a:r>
              <a:rPr lang="en-US" sz="2000" dirty="0"/>
              <a:t>When the CPU scheduler selects a process for execution, it must reload the user registers and the appropriate hardware page-table values from the stored user page table</a:t>
            </a:r>
          </a:p>
          <a:p>
            <a:pPr algn="just"/>
            <a:r>
              <a:rPr lang="en-US" sz="2000" dirty="0"/>
              <a:t>Page table is kept in main memory, and a </a:t>
            </a:r>
            <a:r>
              <a:rPr lang="en-US" sz="2000" b="1" dirty="0"/>
              <a:t>page-table base register </a:t>
            </a:r>
            <a:r>
              <a:rPr lang="en-US" sz="2000" dirty="0"/>
              <a:t>(PTBR) points to the page table.</a:t>
            </a:r>
            <a:endParaRPr lang="en-IN" sz="2000" dirty="0"/>
          </a:p>
        </p:txBody>
      </p:sp>
    </p:spTree>
    <p:extLst>
      <p:ext uri="{BB962C8B-B14F-4D97-AF65-F5344CB8AC3E}">
        <p14:creationId xmlns:p14="http://schemas.microsoft.com/office/powerpoint/2010/main" val="363483922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AB658-9269-D4B5-E88B-B67278E24B2D}"/>
              </a:ext>
            </a:extLst>
          </p:cNvPr>
          <p:cNvSpPr>
            <a:spLocks noGrp="1"/>
          </p:cNvSpPr>
          <p:nvPr>
            <p:ph type="title"/>
          </p:nvPr>
        </p:nvSpPr>
        <p:spPr/>
        <p:txBody>
          <a:bodyPr>
            <a:normAutofit/>
          </a:bodyPr>
          <a:lstStyle/>
          <a:p>
            <a:r>
              <a:rPr lang="en-US" sz="3200" b="1" dirty="0"/>
              <a:t>4.2.1 Translation Look-Aside Buffer</a:t>
            </a:r>
            <a:endParaRPr lang="en-IN" sz="3200" b="1" dirty="0"/>
          </a:p>
        </p:txBody>
      </p:sp>
      <p:sp>
        <p:nvSpPr>
          <p:cNvPr id="3" name="Content Placeholder 2">
            <a:extLst>
              <a:ext uri="{FF2B5EF4-FFF2-40B4-BE49-F238E27FC236}">
                <a16:creationId xmlns:a16="http://schemas.microsoft.com/office/drawing/2014/main" id="{F40E98EC-0779-0DAE-8295-5A5224F37ECE}"/>
              </a:ext>
            </a:extLst>
          </p:cNvPr>
          <p:cNvSpPr>
            <a:spLocks noGrp="1"/>
          </p:cNvSpPr>
          <p:nvPr>
            <p:ph idx="1"/>
          </p:nvPr>
        </p:nvSpPr>
        <p:spPr>
          <a:xfrm>
            <a:off x="677333" y="1592827"/>
            <a:ext cx="8948447" cy="4448536"/>
          </a:xfrm>
        </p:spPr>
        <p:txBody>
          <a:bodyPr/>
          <a:lstStyle/>
          <a:p>
            <a:pPr algn="just"/>
            <a:r>
              <a:rPr lang="en-US" dirty="0"/>
              <a:t>Suppose we want to access location </a:t>
            </a:r>
            <a:r>
              <a:rPr lang="en-US" dirty="0" err="1"/>
              <a:t>i</a:t>
            </a:r>
            <a:r>
              <a:rPr lang="en-US" dirty="0"/>
              <a:t>. We must first index into the page table, using the value in the PTBR offset by the page number for </a:t>
            </a:r>
            <a:r>
              <a:rPr lang="en-US" dirty="0" err="1"/>
              <a:t>i</a:t>
            </a:r>
            <a:r>
              <a:rPr lang="en-US" dirty="0"/>
              <a:t>. </a:t>
            </a:r>
          </a:p>
          <a:p>
            <a:pPr algn="just"/>
            <a:r>
              <a:rPr lang="en-US" dirty="0"/>
              <a:t>This task requires one memory access. It provides us with the frame number, which is combined with the page offset to produce the actual address .</a:t>
            </a:r>
          </a:p>
          <a:p>
            <a:pPr algn="just"/>
            <a:r>
              <a:rPr lang="en-US" dirty="0"/>
              <a:t>With this scheme, two memory accesses are needed to access data (one for the page-table entry and one for the actual data). Thus, memory access is slowed by a factor of 2.</a:t>
            </a:r>
          </a:p>
          <a:p>
            <a:pPr algn="just"/>
            <a:r>
              <a:rPr lang="en-US" dirty="0"/>
              <a:t>The standard solution to this problem is to use a special, small, fast-lookup hardware cache called a </a:t>
            </a:r>
            <a:r>
              <a:rPr lang="en-US" b="1" dirty="0"/>
              <a:t>translation look-aside buffer (TLB)</a:t>
            </a:r>
            <a:endParaRPr lang="en-IN" b="1" dirty="0"/>
          </a:p>
        </p:txBody>
      </p:sp>
    </p:spTree>
    <p:extLst>
      <p:ext uri="{BB962C8B-B14F-4D97-AF65-F5344CB8AC3E}">
        <p14:creationId xmlns:p14="http://schemas.microsoft.com/office/powerpoint/2010/main" val="18990019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2D4433-D8FD-0962-0E9D-F3881F8F1F5B}"/>
              </a:ext>
            </a:extLst>
          </p:cNvPr>
          <p:cNvPicPr>
            <a:picLocks noChangeAspect="1"/>
          </p:cNvPicPr>
          <p:nvPr/>
        </p:nvPicPr>
        <p:blipFill>
          <a:blip r:embed="rId2"/>
          <a:stretch>
            <a:fillRect/>
          </a:stretch>
        </p:blipFill>
        <p:spPr>
          <a:xfrm>
            <a:off x="353845" y="236193"/>
            <a:ext cx="7024290" cy="5744200"/>
          </a:xfrm>
          <a:prstGeom prst="rect">
            <a:avLst/>
          </a:prstGeom>
        </p:spPr>
      </p:pic>
      <p:sp>
        <p:nvSpPr>
          <p:cNvPr id="7" name="TextBox 6">
            <a:extLst>
              <a:ext uri="{FF2B5EF4-FFF2-40B4-BE49-F238E27FC236}">
                <a16:creationId xmlns:a16="http://schemas.microsoft.com/office/drawing/2014/main" id="{3A933C3F-FB3E-F7D1-7600-3225A7028D7C}"/>
              </a:ext>
            </a:extLst>
          </p:cNvPr>
          <p:cNvSpPr txBox="1"/>
          <p:nvPr/>
        </p:nvSpPr>
        <p:spPr>
          <a:xfrm>
            <a:off x="7757651" y="1948085"/>
            <a:ext cx="3696929" cy="923330"/>
          </a:xfrm>
          <a:prstGeom prst="rect">
            <a:avLst/>
          </a:prstGeom>
          <a:noFill/>
        </p:spPr>
        <p:txBody>
          <a:bodyPr wrap="square">
            <a:spAutoFit/>
          </a:bodyPr>
          <a:lstStyle/>
          <a:p>
            <a:pPr algn="just"/>
            <a:r>
              <a:rPr lang="en-US" dirty="0">
                <a:highlight>
                  <a:srgbClr val="FFFF00"/>
                </a:highlight>
              </a:rPr>
              <a:t>The percentage of times that the page number of interest is found in the TLB is called the </a:t>
            </a:r>
            <a:r>
              <a:rPr lang="en-US" b="1" dirty="0">
                <a:highlight>
                  <a:srgbClr val="FFFF00"/>
                </a:highlight>
              </a:rPr>
              <a:t>hit ratio.</a:t>
            </a:r>
            <a:endParaRPr lang="en-IN" b="1" dirty="0">
              <a:highlight>
                <a:srgbClr val="FFFF00"/>
              </a:highlight>
            </a:endParaRPr>
          </a:p>
        </p:txBody>
      </p:sp>
    </p:spTree>
    <p:extLst>
      <p:ext uri="{BB962C8B-B14F-4D97-AF65-F5344CB8AC3E}">
        <p14:creationId xmlns:p14="http://schemas.microsoft.com/office/powerpoint/2010/main" val="40044224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751E81-14BC-78DA-98D8-E6549955826A}"/>
              </a:ext>
            </a:extLst>
          </p:cNvPr>
          <p:cNvSpPr>
            <a:spLocks noGrp="1"/>
          </p:cNvSpPr>
          <p:nvPr>
            <p:ph idx="1"/>
          </p:nvPr>
        </p:nvSpPr>
        <p:spPr>
          <a:xfrm>
            <a:off x="677333" y="993059"/>
            <a:ext cx="9105763" cy="5048304"/>
          </a:xfrm>
        </p:spPr>
        <p:txBody>
          <a:bodyPr>
            <a:normAutofit/>
          </a:bodyPr>
          <a:lstStyle/>
          <a:p>
            <a:pPr algn="just"/>
            <a:r>
              <a:rPr lang="en-US" dirty="0"/>
              <a:t>The TLB is associative, high-speed memory. </a:t>
            </a:r>
          </a:p>
          <a:p>
            <a:pPr algn="just"/>
            <a:r>
              <a:rPr lang="en-US" dirty="0"/>
              <a:t>Each entry in the TLB consists of two parts: a key (or tag) and a value. </a:t>
            </a:r>
          </a:p>
          <a:p>
            <a:pPr algn="just"/>
            <a:r>
              <a:rPr lang="en-US" dirty="0"/>
              <a:t>When the associative memory is presented with an item, the item is compared with all keys simultaneously. </a:t>
            </a:r>
          </a:p>
          <a:p>
            <a:pPr lvl="1" algn="just"/>
            <a:r>
              <a:rPr lang="en-US" sz="1800" dirty="0"/>
              <a:t>If the item is found, the corresponding value field is returned</a:t>
            </a:r>
          </a:p>
          <a:p>
            <a:pPr algn="just"/>
            <a:r>
              <a:rPr lang="en-US" dirty="0"/>
              <a:t>The TLB contains only a few of the page-table entries. When a logical address is generated by the CPU, the MMU first checks if its page number is present in the TLB. If the page number is found </a:t>
            </a:r>
            <a:r>
              <a:rPr lang="en-US" b="1" dirty="0">
                <a:solidFill>
                  <a:schemeClr val="tx1"/>
                </a:solidFill>
              </a:rPr>
              <a:t>(</a:t>
            </a:r>
            <a:r>
              <a:rPr lang="en-US" dirty="0"/>
              <a:t>known as a </a:t>
            </a:r>
            <a:r>
              <a:rPr lang="en-US" b="1" dirty="0">
                <a:solidFill>
                  <a:srgbClr val="00B0F0"/>
                </a:solidFill>
              </a:rPr>
              <a:t>TLB Hit) </a:t>
            </a:r>
            <a:r>
              <a:rPr lang="en-US" dirty="0"/>
              <a:t>, its frame number is immediately available and is used to access memory.</a:t>
            </a:r>
          </a:p>
          <a:p>
            <a:pPr algn="just"/>
            <a:r>
              <a:rPr lang="en-US" dirty="0"/>
              <a:t>If the page number is not in the TLB (known as a </a:t>
            </a:r>
            <a:r>
              <a:rPr lang="en-US" b="1" dirty="0">
                <a:solidFill>
                  <a:srgbClr val="FF0000"/>
                </a:solidFill>
              </a:rPr>
              <a:t>TLB miss</a:t>
            </a:r>
            <a:r>
              <a:rPr lang="en-US" dirty="0"/>
              <a:t>), address translation proceeds, where a memory reference to the page table must be made. When the frame number is obtained, we can use it to access .</a:t>
            </a:r>
          </a:p>
          <a:p>
            <a:pPr lvl="1" algn="just"/>
            <a:r>
              <a:rPr lang="en-US" sz="1800" dirty="0"/>
              <a:t>In addition, we add the page number and frame number to the TLB, so that they will be found quickly on the next reference.</a:t>
            </a:r>
            <a:endParaRPr lang="en-IN" sz="1800" dirty="0"/>
          </a:p>
        </p:txBody>
      </p:sp>
    </p:spTree>
    <p:extLst>
      <p:ext uri="{BB962C8B-B14F-4D97-AF65-F5344CB8AC3E}">
        <p14:creationId xmlns:p14="http://schemas.microsoft.com/office/powerpoint/2010/main" val="38757374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84DF4-96B1-C847-4544-4B8302F01162}"/>
              </a:ext>
            </a:extLst>
          </p:cNvPr>
          <p:cNvSpPr>
            <a:spLocks noGrp="1"/>
          </p:cNvSpPr>
          <p:nvPr>
            <p:ph type="title"/>
          </p:nvPr>
        </p:nvSpPr>
        <p:spPr/>
        <p:txBody>
          <a:bodyPr>
            <a:normAutofit/>
          </a:bodyPr>
          <a:lstStyle/>
          <a:p>
            <a:r>
              <a:rPr lang="en-US" sz="3200" b="1" dirty="0"/>
              <a:t>4.3 Protection : Valid/Invalid Bit</a:t>
            </a:r>
            <a:endParaRPr lang="en-IN" sz="3200" b="1" dirty="0"/>
          </a:p>
        </p:txBody>
      </p:sp>
      <p:sp>
        <p:nvSpPr>
          <p:cNvPr id="3" name="Content Placeholder 2">
            <a:extLst>
              <a:ext uri="{FF2B5EF4-FFF2-40B4-BE49-F238E27FC236}">
                <a16:creationId xmlns:a16="http://schemas.microsoft.com/office/drawing/2014/main" id="{E401CA78-4758-E22A-1442-9AE650DFE006}"/>
              </a:ext>
            </a:extLst>
          </p:cNvPr>
          <p:cNvSpPr>
            <a:spLocks noGrp="1"/>
          </p:cNvSpPr>
          <p:nvPr>
            <p:ph idx="1"/>
          </p:nvPr>
        </p:nvSpPr>
        <p:spPr>
          <a:xfrm>
            <a:off x="677334" y="1759975"/>
            <a:ext cx="8596668" cy="4281388"/>
          </a:xfrm>
        </p:spPr>
        <p:txBody>
          <a:bodyPr/>
          <a:lstStyle/>
          <a:p>
            <a:pPr algn="just"/>
            <a:r>
              <a:rPr lang="en-US" dirty="0"/>
              <a:t>Memory protection in a paged environment is accomplished by protection bits associated with each frame. Normally, these bits are kept in the page table.</a:t>
            </a:r>
          </a:p>
          <a:p>
            <a:pPr algn="just"/>
            <a:r>
              <a:rPr lang="en-US" dirty="0"/>
              <a:t>One bit can define a page to be read –write or read-only. </a:t>
            </a:r>
          </a:p>
          <a:p>
            <a:pPr algn="just"/>
            <a:r>
              <a:rPr lang="en-US" dirty="0"/>
              <a:t>Every reference to memory goes through the page table to find the correct frame number. </a:t>
            </a:r>
          </a:p>
          <a:p>
            <a:pPr algn="just"/>
            <a:r>
              <a:rPr lang="en-US" dirty="0"/>
              <a:t>At the same time that the physical address is being computed, the protection bits can be checked to verify that no writes are being made to a read-only page. </a:t>
            </a:r>
          </a:p>
          <a:p>
            <a:pPr algn="just"/>
            <a:r>
              <a:rPr lang="en-US" dirty="0"/>
              <a:t>An attempt to write to a read-only page causes a hardware trap to the operating system</a:t>
            </a:r>
            <a:endParaRPr lang="en-IN" dirty="0"/>
          </a:p>
        </p:txBody>
      </p:sp>
    </p:spTree>
    <p:extLst>
      <p:ext uri="{BB962C8B-B14F-4D97-AF65-F5344CB8AC3E}">
        <p14:creationId xmlns:p14="http://schemas.microsoft.com/office/powerpoint/2010/main" val="7055168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CEC110-E278-E353-D11D-199865FB8F7F}"/>
              </a:ext>
            </a:extLst>
          </p:cNvPr>
          <p:cNvSpPr>
            <a:spLocks noGrp="1"/>
          </p:cNvSpPr>
          <p:nvPr>
            <p:ph idx="1"/>
          </p:nvPr>
        </p:nvSpPr>
        <p:spPr>
          <a:xfrm>
            <a:off x="677334" y="1258529"/>
            <a:ext cx="8596668" cy="4782833"/>
          </a:xfrm>
        </p:spPr>
        <p:txBody>
          <a:bodyPr/>
          <a:lstStyle/>
          <a:p>
            <a:pPr algn="just"/>
            <a:r>
              <a:rPr lang="en-US" dirty="0"/>
              <a:t>One additional bit is generally attached to each entry in the page table: a </a:t>
            </a:r>
            <a:r>
              <a:rPr lang="en-US" b="1" dirty="0"/>
              <a:t>valid–invalid </a:t>
            </a:r>
            <a:r>
              <a:rPr lang="en-US" dirty="0"/>
              <a:t>bit. </a:t>
            </a:r>
          </a:p>
          <a:p>
            <a:pPr algn="just"/>
            <a:r>
              <a:rPr lang="en-US" dirty="0"/>
              <a:t>When this bit is set to </a:t>
            </a:r>
            <a:r>
              <a:rPr lang="en-US" b="1" dirty="0">
                <a:solidFill>
                  <a:srgbClr val="00B0F0"/>
                </a:solidFill>
              </a:rPr>
              <a:t>valid</a:t>
            </a:r>
            <a:r>
              <a:rPr lang="en-US" dirty="0"/>
              <a:t>, the associated page is in the process’s logical address space and is thus a legal (or valid) page. </a:t>
            </a:r>
          </a:p>
          <a:p>
            <a:pPr algn="just"/>
            <a:r>
              <a:rPr lang="en-US" dirty="0"/>
              <a:t>When the bit is set to </a:t>
            </a:r>
            <a:r>
              <a:rPr lang="en-US" b="1" dirty="0">
                <a:solidFill>
                  <a:srgbClr val="FF0000"/>
                </a:solidFill>
              </a:rPr>
              <a:t>invalid</a:t>
            </a:r>
            <a:r>
              <a:rPr lang="en-US" dirty="0"/>
              <a:t>, the page is not in the process’s logical address space. Illegal addresses are trapped by use of the valid –invalid bit. </a:t>
            </a:r>
          </a:p>
          <a:p>
            <a:pPr algn="just"/>
            <a:r>
              <a:rPr lang="en-US" dirty="0"/>
              <a:t>The operating system sets this bit for each page to allow or disallow access to the page.</a:t>
            </a:r>
            <a:endParaRPr lang="en-IN" dirty="0"/>
          </a:p>
        </p:txBody>
      </p:sp>
    </p:spTree>
    <p:extLst>
      <p:ext uri="{BB962C8B-B14F-4D97-AF65-F5344CB8AC3E}">
        <p14:creationId xmlns:p14="http://schemas.microsoft.com/office/powerpoint/2010/main" val="12250159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518E1DC-FF07-1769-5B42-C716943D9405}"/>
              </a:ext>
            </a:extLst>
          </p:cNvPr>
          <p:cNvPicPr>
            <a:picLocks noChangeAspect="1"/>
          </p:cNvPicPr>
          <p:nvPr/>
        </p:nvPicPr>
        <p:blipFill>
          <a:blip r:embed="rId2"/>
          <a:stretch>
            <a:fillRect/>
          </a:stretch>
        </p:blipFill>
        <p:spPr>
          <a:xfrm>
            <a:off x="1261706" y="172064"/>
            <a:ext cx="7898781" cy="6513871"/>
          </a:xfrm>
          <a:prstGeom prst="rect">
            <a:avLst/>
          </a:prstGeom>
        </p:spPr>
      </p:pic>
    </p:spTree>
    <p:extLst>
      <p:ext uri="{BB962C8B-B14F-4D97-AF65-F5344CB8AC3E}">
        <p14:creationId xmlns:p14="http://schemas.microsoft.com/office/powerpoint/2010/main" val="3994394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1AD77-49E6-9868-B884-F20F8CDC7199}"/>
              </a:ext>
            </a:extLst>
          </p:cNvPr>
          <p:cNvSpPr>
            <a:spLocks noGrp="1"/>
          </p:cNvSpPr>
          <p:nvPr>
            <p:ph type="title"/>
          </p:nvPr>
        </p:nvSpPr>
        <p:spPr/>
        <p:txBody>
          <a:bodyPr>
            <a:normAutofit/>
          </a:bodyPr>
          <a:lstStyle/>
          <a:p>
            <a:r>
              <a:rPr lang="en-US" sz="3200" b="1" dirty="0"/>
              <a:t>4.4 Shared Pages</a:t>
            </a:r>
            <a:endParaRPr lang="en-IN" sz="3200" b="1" dirty="0"/>
          </a:p>
        </p:txBody>
      </p:sp>
      <p:sp>
        <p:nvSpPr>
          <p:cNvPr id="3" name="Content Placeholder 2">
            <a:extLst>
              <a:ext uri="{FF2B5EF4-FFF2-40B4-BE49-F238E27FC236}">
                <a16:creationId xmlns:a16="http://schemas.microsoft.com/office/drawing/2014/main" id="{2E6C88DB-0721-C376-0ECF-FC66A045CAEE}"/>
              </a:ext>
            </a:extLst>
          </p:cNvPr>
          <p:cNvSpPr>
            <a:spLocks noGrp="1"/>
          </p:cNvSpPr>
          <p:nvPr>
            <p:ph idx="1"/>
          </p:nvPr>
        </p:nvSpPr>
        <p:spPr>
          <a:xfrm>
            <a:off x="677334" y="1730477"/>
            <a:ext cx="8596668" cy="4310885"/>
          </a:xfrm>
        </p:spPr>
        <p:txBody>
          <a:bodyPr/>
          <a:lstStyle/>
          <a:p>
            <a:pPr algn="just"/>
            <a:r>
              <a:rPr lang="en-US" dirty="0"/>
              <a:t>An advantage of paging is the possibility of sharing common code, a consideration that is particularly important in an environment with multiple processes. </a:t>
            </a:r>
          </a:p>
          <a:p>
            <a:pPr algn="just"/>
            <a:r>
              <a:rPr lang="en-US" dirty="0"/>
              <a:t>Consider the standard C library, most user processes require ,the standard C library </a:t>
            </a:r>
            <a:r>
              <a:rPr lang="en-US" dirty="0" err="1"/>
              <a:t>libc</a:t>
            </a:r>
            <a:r>
              <a:rPr lang="en-US" dirty="0"/>
              <a:t>.</a:t>
            </a:r>
          </a:p>
          <a:p>
            <a:pPr algn="just"/>
            <a:r>
              <a:rPr lang="en-US" dirty="0"/>
              <a:t> One option is to have each process load its own copy of </a:t>
            </a:r>
            <a:r>
              <a:rPr lang="en-US" dirty="0" err="1"/>
              <a:t>libc</a:t>
            </a:r>
            <a:r>
              <a:rPr lang="en-US" dirty="0"/>
              <a:t> into its address space. If a system has 40 user processes, and the </a:t>
            </a:r>
            <a:r>
              <a:rPr lang="en-US" dirty="0" err="1"/>
              <a:t>libc</a:t>
            </a:r>
            <a:r>
              <a:rPr lang="en-US" dirty="0"/>
              <a:t> library is 2 MB, this would require 80 MB of memory.</a:t>
            </a:r>
          </a:p>
          <a:p>
            <a:pPr algn="just"/>
            <a:r>
              <a:rPr lang="en-US" dirty="0"/>
              <a:t>The other option is Only one copy of the standard C library need to be kept in physical memory, and the page table for each user process maps onto the same physical copy of </a:t>
            </a:r>
            <a:r>
              <a:rPr lang="en-US" dirty="0" err="1"/>
              <a:t>libc</a:t>
            </a:r>
            <a:r>
              <a:rPr lang="en-US" dirty="0"/>
              <a:t>. </a:t>
            </a:r>
          </a:p>
          <a:p>
            <a:pPr lvl="1" algn="just"/>
            <a:r>
              <a:rPr lang="en-US" dirty="0"/>
              <a:t>Thus, to support 40 processes, we need only one copy of the library, and the total space now required is 2 MB instead of 80 MB—a significant saving</a:t>
            </a:r>
            <a:endParaRPr lang="en-IN" dirty="0"/>
          </a:p>
        </p:txBody>
      </p:sp>
    </p:spTree>
    <p:extLst>
      <p:ext uri="{BB962C8B-B14F-4D97-AF65-F5344CB8AC3E}">
        <p14:creationId xmlns:p14="http://schemas.microsoft.com/office/powerpoint/2010/main" val="13458064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398DA7F-7393-DD42-0073-B89F9A000088}"/>
              </a:ext>
            </a:extLst>
          </p:cNvPr>
          <p:cNvPicPr>
            <a:picLocks noChangeAspect="1"/>
          </p:cNvPicPr>
          <p:nvPr/>
        </p:nvPicPr>
        <p:blipFill>
          <a:blip r:embed="rId2"/>
          <a:stretch>
            <a:fillRect/>
          </a:stretch>
        </p:blipFill>
        <p:spPr>
          <a:xfrm>
            <a:off x="648930" y="373626"/>
            <a:ext cx="8788384" cy="5919019"/>
          </a:xfrm>
          <a:prstGeom prst="rect">
            <a:avLst/>
          </a:prstGeom>
        </p:spPr>
      </p:pic>
    </p:spTree>
    <p:extLst>
      <p:ext uri="{BB962C8B-B14F-4D97-AF65-F5344CB8AC3E}">
        <p14:creationId xmlns:p14="http://schemas.microsoft.com/office/powerpoint/2010/main" val="253320459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CD48D-D20E-D396-7B63-16BEC82B9476}"/>
              </a:ext>
            </a:extLst>
          </p:cNvPr>
          <p:cNvSpPr>
            <a:spLocks noGrp="1"/>
          </p:cNvSpPr>
          <p:nvPr>
            <p:ph type="title"/>
          </p:nvPr>
        </p:nvSpPr>
        <p:spPr>
          <a:xfrm>
            <a:off x="677334" y="609600"/>
            <a:ext cx="8596668" cy="904568"/>
          </a:xfrm>
        </p:spPr>
        <p:txBody>
          <a:bodyPr/>
          <a:lstStyle/>
          <a:p>
            <a:r>
              <a:rPr lang="en-US" b="1" dirty="0"/>
              <a:t>5. Structure of Page Table.</a:t>
            </a:r>
            <a:endParaRPr lang="en-IN" b="1" dirty="0"/>
          </a:p>
        </p:txBody>
      </p:sp>
      <p:sp>
        <p:nvSpPr>
          <p:cNvPr id="3" name="Content Placeholder 2">
            <a:extLst>
              <a:ext uri="{FF2B5EF4-FFF2-40B4-BE49-F238E27FC236}">
                <a16:creationId xmlns:a16="http://schemas.microsoft.com/office/drawing/2014/main" id="{2342CAD6-32C8-B579-7612-C46E2688FC33}"/>
              </a:ext>
            </a:extLst>
          </p:cNvPr>
          <p:cNvSpPr>
            <a:spLocks noGrp="1"/>
          </p:cNvSpPr>
          <p:nvPr>
            <p:ph idx="1"/>
          </p:nvPr>
        </p:nvSpPr>
        <p:spPr>
          <a:xfrm>
            <a:off x="677334" y="1720645"/>
            <a:ext cx="8596668" cy="4320717"/>
          </a:xfrm>
        </p:spPr>
        <p:txBody>
          <a:bodyPr>
            <a:normAutofit/>
          </a:bodyPr>
          <a:lstStyle/>
          <a:p>
            <a:pPr algn="just"/>
            <a:r>
              <a:rPr lang="en-US" sz="2000" dirty="0"/>
              <a:t>Most common techniques for structuring the page table including</a:t>
            </a:r>
          </a:p>
          <a:p>
            <a:pPr lvl="1" algn="just"/>
            <a:r>
              <a:rPr lang="en-US" sz="2000" dirty="0"/>
              <a:t> hierarchical paging, </a:t>
            </a:r>
          </a:p>
          <a:p>
            <a:pPr lvl="1" algn="just"/>
            <a:r>
              <a:rPr lang="en-US" sz="2000" dirty="0"/>
              <a:t>hashed page tables, and </a:t>
            </a:r>
          </a:p>
          <a:p>
            <a:pPr lvl="1" algn="just"/>
            <a:r>
              <a:rPr lang="en-US" sz="2000" dirty="0"/>
              <a:t>inverted page tables.</a:t>
            </a:r>
            <a:endParaRPr lang="en-IN" sz="2000" dirty="0"/>
          </a:p>
        </p:txBody>
      </p:sp>
    </p:spTree>
    <p:extLst>
      <p:ext uri="{BB962C8B-B14F-4D97-AF65-F5344CB8AC3E}">
        <p14:creationId xmlns:p14="http://schemas.microsoft.com/office/powerpoint/2010/main" val="18060893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DECD9-1EE4-E6B2-0466-EEC3D6A721C8}"/>
              </a:ext>
            </a:extLst>
          </p:cNvPr>
          <p:cNvSpPr>
            <a:spLocks noGrp="1"/>
          </p:cNvSpPr>
          <p:nvPr>
            <p:ph type="title"/>
          </p:nvPr>
        </p:nvSpPr>
        <p:spPr>
          <a:xfrm>
            <a:off x="677334" y="609600"/>
            <a:ext cx="8596668" cy="943897"/>
          </a:xfrm>
        </p:spPr>
        <p:txBody>
          <a:bodyPr>
            <a:normAutofit/>
          </a:bodyPr>
          <a:lstStyle/>
          <a:p>
            <a:r>
              <a:rPr lang="en-US" sz="3200" b="1" dirty="0"/>
              <a:t>5.1 Hierarchical Paging</a:t>
            </a:r>
            <a:endParaRPr lang="en-IN" sz="3200" b="1" dirty="0"/>
          </a:p>
        </p:txBody>
      </p:sp>
      <p:sp>
        <p:nvSpPr>
          <p:cNvPr id="3" name="Content Placeholder 2">
            <a:extLst>
              <a:ext uri="{FF2B5EF4-FFF2-40B4-BE49-F238E27FC236}">
                <a16:creationId xmlns:a16="http://schemas.microsoft.com/office/drawing/2014/main" id="{AE10D84D-2FDE-7FEA-97F5-BC156FA6A368}"/>
              </a:ext>
            </a:extLst>
          </p:cNvPr>
          <p:cNvSpPr>
            <a:spLocks noGrp="1"/>
          </p:cNvSpPr>
          <p:nvPr>
            <p:ph idx="1"/>
          </p:nvPr>
        </p:nvSpPr>
        <p:spPr>
          <a:xfrm>
            <a:off x="677334" y="1553497"/>
            <a:ext cx="8596668" cy="4487865"/>
          </a:xfrm>
        </p:spPr>
        <p:txBody>
          <a:bodyPr/>
          <a:lstStyle/>
          <a:p>
            <a:pPr algn="just"/>
            <a:r>
              <a:rPr lang="en-US" dirty="0"/>
              <a:t>Most modern computer systems support a large logical address space .</a:t>
            </a:r>
          </a:p>
          <a:p>
            <a:pPr algn="just"/>
            <a:r>
              <a:rPr lang="en-US" dirty="0"/>
              <a:t>In such an environment, the page table itself becomes excessively large. </a:t>
            </a:r>
          </a:p>
          <a:p>
            <a:pPr algn="just"/>
            <a:r>
              <a:rPr lang="en-US" dirty="0"/>
              <a:t>For example, consider a system with a 32-bit logical address space. If the page size in such a system is 4 KB (2^12), then a page table may consist of over 1 million entries .Assuming that each entry consists of 4 bytes, each process may need up to 4 MB of physical address space for the page table alone. Clearly, we would not want to allocate the page table contiguously in main memory. </a:t>
            </a:r>
          </a:p>
          <a:p>
            <a:pPr algn="just"/>
            <a:r>
              <a:rPr lang="en-US" b="1" dirty="0"/>
              <a:t>One simple solution to this problem is to divide the page table into smaller pieces</a:t>
            </a:r>
            <a:endParaRPr lang="en-IN" b="1" dirty="0"/>
          </a:p>
        </p:txBody>
      </p:sp>
    </p:spTree>
    <p:extLst>
      <p:ext uri="{BB962C8B-B14F-4D97-AF65-F5344CB8AC3E}">
        <p14:creationId xmlns:p14="http://schemas.microsoft.com/office/powerpoint/2010/main" val="8141372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F49F8E-23E9-A8D4-F9DC-DF71B80DBFED}"/>
              </a:ext>
            </a:extLst>
          </p:cNvPr>
          <p:cNvSpPr>
            <a:spLocks noGrp="1"/>
          </p:cNvSpPr>
          <p:nvPr>
            <p:ph idx="1"/>
          </p:nvPr>
        </p:nvSpPr>
        <p:spPr>
          <a:xfrm>
            <a:off x="677334" y="1061885"/>
            <a:ext cx="8596668" cy="4979478"/>
          </a:xfrm>
        </p:spPr>
        <p:txBody>
          <a:bodyPr/>
          <a:lstStyle/>
          <a:p>
            <a:pPr algn="just"/>
            <a:r>
              <a:rPr lang="en-US" dirty="0"/>
              <a:t>One way is to use a two-level paging algorithm, in which the page table itself is also paged .</a:t>
            </a:r>
          </a:p>
          <a:p>
            <a:pPr algn="just"/>
            <a:r>
              <a:rPr lang="en-US" dirty="0"/>
              <a:t>For example, consider again the system with a 32-bit logical address space and a page size of 4 KB. A logical address is divided into a page number consisting of 20 bits and a page offset consisting of 12 bits. Because we page the page table, the page number is further divided into a 10-bit page number and a 10-bit page offset. Thus, a logical address is as follows:</a:t>
            </a:r>
          </a:p>
          <a:p>
            <a:pPr algn="just"/>
            <a:endParaRPr lang="en-US" dirty="0"/>
          </a:p>
          <a:p>
            <a:pPr algn="just"/>
            <a:endParaRPr lang="en-US" dirty="0"/>
          </a:p>
          <a:p>
            <a:pPr algn="just"/>
            <a:endParaRPr lang="en-US" dirty="0"/>
          </a:p>
          <a:p>
            <a:pPr marL="0" indent="0" algn="just">
              <a:buNone/>
            </a:pPr>
            <a:r>
              <a:rPr lang="en-US" dirty="0"/>
              <a:t>		where p1 is an index into the outer page table and p2 is the displacement within the page of the inner page table. The address-translation method for this architecture is shown in </a:t>
            </a:r>
            <a:r>
              <a:rPr lang="en-IN" dirty="0"/>
              <a:t>a </a:t>
            </a:r>
            <a:r>
              <a:rPr lang="en-IN" b="1" dirty="0"/>
              <a:t>forward-mapped page table</a:t>
            </a:r>
            <a:r>
              <a:rPr lang="en-IN" dirty="0"/>
              <a:t>.</a:t>
            </a:r>
            <a:endParaRPr lang="en-US" dirty="0"/>
          </a:p>
          <a:p>
            <a:pPr algn="just"/>
            <a:endParaRPr lang="en-IN" dirty="0"/>
          </a:p>
        </p:txBody>
      </p:sp>
      <p:pic>
        <p:nvPicPr>
          <p:cNvPr id="5" name="Picture 4">
            <a:extLst>
              <a:ext uri="{FF2B5EF4-FFF2-40B4-BE49-F238E27FC236}">
                <a16:creationId xmlns:a16="http://schemas.microsoft.com/office/drawing/2014/main" id="{9F63A3EB-49D1-268A-E201-724E322A3392}"/>
              </a:ext>
            </a:extLst>
          </p:cNvPr>
          <p:cNvPicPr>
            <a:picLocks noChangeAspect="1"/>
          </p:cNvPicPr>
          <p:nvPr/>
        </p:nvPicPr>
        <p:blipFill>
          <a:blip r:embed="rId2"/>
          <a:stretch>
            <a:fillRect/>
          </a:stretch>
        </p:blipFill>
        <p:spPr>
          <a:xfrm>
            <a:off x="3179955" y="3429000"/>
            <a:ext cx="3591426" cy="1009791"/>
          </a:xfrm>
          <a:prstGeom prst="rect">
            <a:avLst/>
          </a:prstGeom>
        </p:spPr>
      </p:pic>
    </p:spTree>
    <p:extLst>
      <p:ext uri="{BB962C8B-B14F-4D97-AF65-F5344CB8AC3E}">
        <p14:creationId xmlns:p14="http://schemas.microsoft.com/office/powerpoint/2010/main" val="105140693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23CD244-5BED-3916-C634-15538511DC1C}"/>
              </a:ext>
            </a:extLst>
          </p:cNvPr>
          <p:cNvPicPr>
            <a:picLocks noChangeAspect="1"/>
          </p:cNvPicPr>
          <p:nvPr/>
        </p:nvPicPr>
        <p:blipFill>
          <a:blip r:embed="rId2"/>
          <a:stretch>
            <a:fillRect/>
          </a:stretch>
        </p:blipFill>
        <p:spPr>
          <a:xfrm>
            <a:off x="1278194" y="861654"/>
            <a:ext cx="7318467" cy="5627636"/>
          </a:xfrm>
          <a:prstGeom prst="rect">
            <a:avLst/>
          </a:prstGeom>
        </p:spPr>
      </p:pic>
    </p:spTree>
    <p:extLst>
      <p:ext uri="{BB962C8B-B14F-4D97-AF65-F5344CB8AC3E}">
        <p14:creationId xmlns:p14="http://schemas.microsoft.com/office/powerpoint/2010/main" val="22808614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839B8D-B643-4F79-C90D-29D3D29E139E}"/>
              </a:ext>
            </a:extLst>
          </p:cNvPr>
          <p:cNvPicPr>
            <a:picLocks noChangeAspect="1"/>
          </p:cNvPicPr>
          <p:nvPr/>
        </p:nvPicPr>
        <p:blipFill>
          <a:blip r:embed="rId2"/>
          <a:stretch>
            <a:fillRect/>
          </a:stretch>
        </p:blipFill>
        <p:spPr>
          <a:xfrm>
            <a:off x="2143835" y="2702947"/>
            <a:ext cx="5229955" cy="2350834"/>
          </a:xfrm>
          <a:prstGeom prst="rect">
            <a:avLst/>
          </a:prstGeom>
        </p:spPr>
      </p:pic>
      <p:pic>
        <p:nvPicPr>
          <p:cNvPr id="7" name="Picture 6">
            <a:extLst>
              <a:ext uri="{FF2B5EF4-FFF2-40B4-BE49-F238E27FC236}">
                <a16:creationId xmlns:a16="http://schemas.microsoft.com/office/drawing/2014/main" id="{136EB7BC-6DB5-20C6-4312-C193CF014150}"/>
              </a:ext>
            </a:extLst>
          </p:cNvPr>
          <p:cNvPicPr>
            <a:picLocks noChangeAspect="1"/>
          </p:cNvPicPr>
          <p:nvPr/>
        </p:nvPicPr>
        <p:blipFill>
          <a:blip r:embed="rId3"/>
          <a:stretch>
            <a:fillRect/>
          </a:stretch>
        </p:blipFill>
        <p:spPr>
          <a:xfrm>
            <a:off x="2440244" y="782040"/>
            <a:ext cx="4707808" cy="1049576"/>
          </a:xfrm>
          <a:prstGeom prst="rect">
            <a:avLst/>
          </a:prstGeom>
        </p:spPr>
      </p:pic>
      <p:sp>
        <p:nvSpPr>
          <p:cNvPr id="8" name="TextBox 7">
            <a:extLst>
              <a:ext uri="{FF2B5EF4-FFF2-40B4-BE49-F238E27FC236}">
                <a16:creationId xmlns:a16="http://schemas.microsoft.com/office/drawing/2014/main" id="{F4483F2C-F89E-2D39-1FB0-EDA988EBF4FE}"/>
              </a:ext>
            </a:extLst>
          </p:cNvPr>
          <p:cNvSpPr txBox="1"/>
          <p:nvPr/>
        </p:nvSpPr>
        <p:spPr>
          <a:xfrm>
            <a:off x="7905135" y="2349910"/>
            <a:ext cx="1936955" cy="369332"/>
          </a:xfrm>
          <a:prstGeom prst="rect">
            <a:avLst/>
          </a:prstGeom>
          <a:noFill/>
        </p:spPr>
        <p:txBody>
          <a:bodyPr wrap="square" rtlCol="0">
            <a:spAutoFit/>
          </a:bodyPr>
          <a:lstStyle/>
          <a:p>
            <a:r>
              <a:rPr lang="en-US" b="1" dirty="0"/>
              <a:t>4 LEVEL PAGING</a:t>
            </a:r>
            <a:endParaRPr lang="en-IN" b="1" dirty="0"/>
          </a:p>
        </p:txBody>
      </p:sp>
    </p:spTree>
    <p:extLst>
      <p:ext uri="{BB962C8B-B14F-4D97-AF65-F5344CB8AC3E}">
        <p14:creationId xmlns:p14="http://schemas.microsoft.com/office/powerpoint/2010/main" val="35606568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54349-F417-D0C2-F164-C98E2501A119}"/>
              </a:ext>
            </a:extLst>
          </p:cNvPr>
          <p:cNvSpPr>
            <a:spLocks noGrp="1"/>
          </p:cNvSpPr>
          <p:nvPr>
            <p:ph type="title"/>
          </p:nvPr>
        </p:nvSpPr>
        <p:spPr/>
        <p:txBody>
          <a:bodyPr>
            <a:normAutofit/>
          </a:bodyPr>
          <a:lstStyle/>
          <a:p>
            <a:r>
              <a:rPr lang="en-US" sz="3200" b="1" dirty="0"/>
              <a:t>5.2 </a:t>
            </a:r>
            <a:r>
              <a:rPr lang="en-IN" sz="3200" b="1" dirty="0"/>
              <a:t>Hashed Page Tables</a:t>
            </a:r>
          </a:p>
        </p:txBody>
      </p:sp>
      <p:sp>
        <p:nvSpPr>
          <p:cNvPr id="3" name="Content Placeholder 2">
            <a:extLst>
              <a:ext uri="{FF2B5EF4-FFF2-40B4-BE49-F238E27FC236}">
                <a16:creationId xmlns:a16="http://schemas.microsoft.com/office/drawing/2014/main" id="{3CAF39FC-E3B0-B30A-931B-FAD6D756810A}"/>
              </a:ext>
            </a:extLst>
          </p:cNvPr>
          <p:cNvSpPr>
            <a:spLocks noGrp="1"/>
          </p:cNvSpPr>
          <p:nvPr>
            <p:ph idx="1"/>
          </p:nvPr>
        </p:nvSpPr>
        <p:spPr>
          <a:xfrm>
            <a:off x="677334" y="1602659"/>
            <a:ext cx="8596668" cy="4438704"/>
          </a:xfrm>
        </p:spPr>
        <p:txBody>
          <a:bodyPr>
            <a:normAutofit/>
          </a:bodyPr>
          <a:lstStyle/>
          <a:p>
            <a:pPr algn="just"/>
            <a:r>
              <a:rPr lang="en-US" dirty="0"/>
              <a:t>One approach for handling  address spaces larger than 32 bits is to use a hashed page table, with the hash value being the virtual page number.</a:t>
            </a:r>
          </a:p>
          <a:p>
            <a:pPr algn="just"/>
            <a:r>
              <a:rPr lang="en-US" dirty="0"/>
              <a:t> Each entry in the hash table contains a linked list of elements that hash to the same location (to handle collisions). </a:t>
            </a:r>
          </a:p>
          <a:p>
            <a:pPr algn="just"/>
            <a:r>
              <a:rPr lang="en-US" dirty="0"/>
              <a:t>Each element consists of three fields: </a:t>
            </a:r>
          </a:p>
          <a:p>
            <a:pPr lvl="1" algn="just"/>
            <a:r>
              <a:rPr lang="en-US" dirty="0"/>
              <a:t>(1) the virtual page number, </a:t>
            </a:r>
          </a:p>
          <a:p>
            <a:pPr lvl="1" algn="just"/>
            <a:r>
              <a:rPr lang="en-US" dirty="0"/>
              <a:t>(2) the value of the mapped page frame, and </a:t>
            </a:r>
          </a:p>
          <a:p>
            <a:pPr lvl="1" algn="just"/>
            <a:r>
              <a:rPr lang="en-US" dirty="0"/>
              <a:t>(3) a pointer to the next element in the linked list. </a:t>
            </a:r>
          </a:p>
        </p:txBody>
      </p:sp>
    </p:spTree>
    <p:extLst>
      <p:ext uri="{BB962C8B-B14F-4D97-AF65-F5344CB8AC3E}">
        <p14:creationId xmlns:p14="http://schemas.microsoft.com/office/powerpoint/2010/main" val="26585169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23B525A-D433-6BA2-D297-39BE97C0EF4F}"/>
              </a:ext>
            </a:extLst>
          </p:cNvPr>
          <p:cNvSpPr>
            <a:spLocks noGrp="1"/>
          </p:cNvSpPr>
          <p:nvPr>
            <p:ph idx="1"/>
          </p:nvPr>
        </p:nvSpPr>
        <p:spPr>
          <a:xfrm>
            <a:off x="677334" y="1482160"/>
            <a:ext cx="8596668" cy="3880773"/>
          </a:xfrm>
        </p:spPr>
        <p:txBody>
          <a:bodyPr/>
          <a:lstStyle/>
          <a:p>
            <a:r>
              <a:rPr lang="en-US" b="1" dirty="0"/>
              <a:t>The algorithm works as follows: </a:t>
            </a:r>
          </a:p>
          <a:p>
            <a:r>
              <a:rPr lang="en-US" dirty="0"/>
              <a:t>The virtual page number in the virtual address is hashed into the hash table. </a:t>
            </a:r>
          </a:p>
          <a:p>
            <a:r>
              <a:rPr lang="en-US" dirty="0"/>
              <a:t>The virtual page number is compared with field 1 in the first element in the linked list.</a:t>
            </a:r>
          </a:p>
          <a:p>
            <a:pPr algn="just"/>
            <a:r>
              <a:rPr lang="en-US" dirty="0"/>
              <a:t> If there is a match, the corresponding page frame (field 2) is used to form the desired physical address. </a:t>
            </a:r>
          </a:p>
          <a:p>
            <a:pPr lvl="1"/>
            <a:r>
              <a:rPr lang="en-US" dirty="0"/>
              <a:t>If there is no match, subsequent entries in the linked list are searched for a matching virtual page number</a:t>
            </a:r>
            <a:endParaRPr lang="en-IN" dirty="0"/>
          </a:p>
          <a:p>
            <a:endParaRPr lang="en-IN" dirty="0"/>
          </a:p>
        </p:txBody>
      </p:sp>
    </p:spTree>
    <p:extLst>
      <p:ext uri="{BB962C8B-B14F-4D97-AF65-F5344CB8AC3E}">
        <p14:creationId xmlns:p14="http://schemas.microsoft.com/office/powerpoint/2010/main" val="388137950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84CF93-DCEF-D96B-849B-82AB93BC512D}"/>
              </a:ext>
            </a:extLst>
          </p:cNvPr>
          <p:cNvPicPr>
            <a:picLocks noChangeAspect="1"/>
          </p:cNvPicPr>
          <p:nvPr/>
        </p:nvPicPr>
        <p:blipFill>
          <a:blip r:embed="rId2"/>
          <a:stretch>
            <a:fillRect/>
          </a:stretch>
        </p:blipFill>
        <p:spPr>
          <a:xfrm>
            <a:off x="1189703" y="580103"/>
            <a:ext cx="7659406" cy="5879691"/>
          </a:xfrm>
          <a:prstGeom prst="rect">
            <a:avLst/>
          </a:prstGeom>
        </p:spPr>
      </p:pic>
    </p:spTree>
    <p:extLst>
      <p:ext uri="{BB962C8B-B14F-4D97-AF65-F5344CB8AC3E}">
        <p14:creationId xmlns:p14="http://schemas.microsoft.com/office/powerpoint/2010/main" val="29355573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F270D-410D-2684-E97F-B04306828E35}"/>
              </a:ext>
            </a:extLst>
          </p:cNvPr>
          <p:cNvSpPr>
            <a:spLocks noGrp="1"/>
          </p:cNvSpPr>
          <p:nvPr>
            <p:ph type="title"/>
          </p:nvPr>
        </p:nvSpPr>
        <p:spPr>
          <a:xfrm>
            <a:off x="677334" y="609600"/>
            <a:ext cx="8596668" cy="757084"/>
          </a:xfrm>
        </p:spPr>
        <p:txBody>
          <a:bodyPr>
            <a:normAutofit/>
          </a:bodyPr>
          <a:lstStyle/>
          <a:p>
            <a:r>
              <a:rPr lang="en-US" sz="3200" b="1" dirty="0"/>
              <a:t>5.3 Inverted Page Tables</a:t>
            </a:r>
            <a:endParaRPr lang="en-IN" sz="3200" b="1" dirty="0"/>
          </a:p>
        </p:txBody>
      </p:sp>
      <p:sp>
        <p:nvSpPr>
          <p:cNvPr id="3" name="Content Placeholder 2">
            <a:extLst>
              <a:ext uri="{FF2B5EF4-FFF2-40B4-BE49-F238E27FC236}">
                <a16:creationId xmlns:a16="http://schemas.microsoft.com/office/drawing/2014/main" id="{533A6A4E-417B-358C-C249-4382B1EFC6CA}"/>
              </a:ext>
            </a:extLst>
          </p:cNvPr>
          <p:cNvSpPr>
            <a:spLocks noGrp="1"/>
          </p:cNvSpPr>
          <p:nvPr>
            <p:ph idx="1"/>
          </p:nvPr>
        </p:nvSpPr>
        <p:spPr>
          <a:xfrm>
            <a:off x="677334" y="1494503"/>
            <a:ext cx="8596668" cy="4546859"/>
          </a:xfrm>
        </p:spPr>
        <p:txBody>
          <a:bodyPr/>
          <a:lstStyle/>
          <a:p>
            <a:pPr algn="just"/>
            <a:r>
              <a:rPr lang="en-US" dirty="0"/>
              <a:t>Most Operating Systems implement a separate page table for each process, i.e. for the ‘n’ number of processes running on a Multiprocessing/ Timesharing Operating System, there is an ‘n’ number of page tables stored in the memory. </a:t>
            </a:r>
          </a:p>
          <a:p>
            <a:pPr algn="just"/>
            <a:r>
              <a:rPr lang="en-US" dirty="0"/>
              <a:t>Sometimes when a process is very large and it occupies virtual memory then with the size of the process, its page table size also increases substantially</a:t>
            </a:r>
          </a:p>
          <a:p>
            <a:pPr algn="just"/>
            <a:r>
              <a:rPr lang="en-US" dirty="0"/>
              <a:t>In an operating system that uses virtual memory, an </a:t>
            </a:r>
            <a:r>
              <a:rPr lang="en-US" b="1" dirty="0"/>
              <a:t>Inverted Page Table </a:t>
            </a:r>
            <a:r>
              <a:rPr lang="en-US" dirty="0"/>
              <a:t>(IPT) is a data structure used to map physical memory pages to virtual memory pages.</a:t>
            </a:r>
          </a:p>
          <a:p>
            <a:pPr algn="just"/>
            <a:r>
              <a:rPr lang="en-US" dirty="0">
                <a:solidFill>
                  <a:srgbClr val="273239"/>
                </a:solidFill>
                <a:latin typeface="Nunito" pitchFamily="2" charset="0"/>
              </a:rPr>
              <a:t>It c</a:t>
            </a:r>
            <a:r>
              <a:rPr lang="en-US" b="0" i="0" dirty="0">
                <a:solidFill>
                  <a:srgbClr val="273239"/>
                </a:solidFill>
                <a:effectLst/>
                <a:latin typeface="Nunito" pitchFamily="2" charset="0"/>
              </a:rPr>
              <a:t>onsists of a one-page table entry for every frame of the main memory. So the number of page table entries in the Inverted Page Table reduces to the number of frames in physical memory and a single page table is used to represent the paging information of all the processes.</a:t>
            </a:r>
          </a:p>
          <a:p>
            <a:pPr algn="just"/>
            <a:endParaRPr lang="en-IN" dirty="0"/>
          </a:p>
        </p:txBody>
      </p:sp>
      <p:pic>
        <p:nvPicPr>
          <p:cNvPr id="7" name="Picture 6">
            <a:extLst>
              <a:ext uri="{FF2B5EF4-FFF2-40B4-BE49-F238E27FC236}">
                <a16:creationId xmlns:a16="http://schemas.microsoft.com/office/drawing/2014/main" id="{A0BA4ADA-71E8-575C-AC0C-ADD80A3B5079}"/>
              </a:ext>
            </a:extLst>
          </p:cNvPr>
          <p:cNvPicPr>
            <a:picLocks noChangeAspect="1"/>
          </p:cNvPicPr>
          <p:nvPr/>
        </p:nvPicPr>
        <p:blipFill>
          <a:blip r:embed="rId2"/>
          <a:stretch>
            <a:fillRect/>
          </a:stretch>
        </p:blipFill>
        <p:spPr>
          <a:xfrm>
            <a:off x="3628674" y="5819292"/>
            <a:ext cx="2791215" cy="371527"/>
          </a:xfrm>
          <a:prstGeom prst="rect">
            <a:avLst/>
          </a:prstGeom>
        </p:spPr>
      </p:pic>
    </p:spTree>
    <p:extLst>
      <p:ext uri="{BB962C8B-B14F-4D97-AF65-F5344CB8AC3E}">
        <p14:creationId xmlns:p14="http://schemas.microsoft.com/office/powerpoint/2010/main" val="36001563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0F7106-8DDE-AA64-BAB1-9FDD82450956}"/>
              </a:ext>
            </a:extLst>
          </p:cNvPr>
          <p:cNvPicPr>
            <a:picLocks noChangeAspect="1"/>
          </p:cNvPicPr>
          <p:nvPr/>
        </p:nvPicPr>
        <p:blipFill>
          <a:blip r:embed="rId2"/>
          <a:stretch>
            <a:fillRect/>
          </a:stretch>
        </p:blipFill>
        <p:spPr>
          <a:xfrm>
            <a:off x="2223585" y="707923"/>
            <a:ext cx="5848699" cy="5230761"/>
          </a:xfrm>
          <a:prstGeom prst="rect">
            <a:avLst/>
          </a:prstGeom>
        </p:spPr>
      </p:pic>
    </p:spTree>
    <p:extLst>
      <p:ext uri="{BB962C8B-B14F-4D97-AF65-F5344CB8AC3E}">
        <p14:creationId xmlns:p14="http://schemas.microsoft.com/office/powerpoint/2010/main" val="10589239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663</TotalTime>
  <Words>4390</Words>
  <Application>Microsoft Office PowerPoint</Application>
  <PresentationFormat>Widescreen</PresentationFormat>
  <Paragraphs>271</Paragraphs>
  <Slides>75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Nunito</vt:lpstr>
      <vt:lpstr>Trebuchet MS</vt:lpstr>
      <vt:lpstr>Wingdings 3</vt:lpstr>
      <vt:lpstr>Facet</vt:lpstr>
      <vt:lpstr>MAIN MEMORY</vt:lpstr>
      <vt:lpstr>PowerPoint Presentation</vt:lpstr>
      <vt:lpstr>PowerPoint Presentation</vt:lpstr>
      <vt:lpstr>PowerPoint Presentation</vt:lpstr>
      <vt:lpstr>PowerPoint Presentation</vt:lpstr>
      <vt:lpstr>1.1 Basic Hardware</vt:lpstr>
      <vt:lpstr>PowerPoint Presentation</vt:lpstr>
      <vt:lpstr>PowerPoint Presentation</vt:lpstr>
      <vt:lpstr>PowerPoint Presentation</vt:lpstr>
      <vt:lpstr>1.2 Address Binding</vt:lpstr>
      <vt:lpstr>PowerPoint Presentation</vt:lpstr>
      <vt:lpstr>PowerPoint Presentation</vt:lpstr>
      <vt:lpstr>1.3 Logical versus Physical Address</vt:lpstr>
      <vt:lpstr>PowerPoint Presentation</vt:lpstr>
      <vt:lpstr>PowerPoint Presentation</vt:lpstr>
      <vt:lpstr>PowerPoint Presentation</vt:lpstr>
      <vt:lpstr>PowerPoint Presentation</vt:lpstr>
      <vt:lpstr>1.5 Dynamic Linking and Shared Libraries</vt:lpstr>
      <vt:lpstr>PowerPoint Presentation</vt:lpstr>
      <vt:lpstr>2. Swapping</vt:lpstr>
      <vt:lpstr>PowerPoint Presentation</vt:lpstr>
      <vt:lpstr>Swapping with Paging</vt:lpstr>
      <vt:lpstr>PowerPoint Presentation</vt:lpstr>
      <vt:lpstr>3.Contiguous Memory Allocation</vt:lpstr>
      <vt:lpstr>PowerPoint Presentation</vt:lpstr>
      <vt:lpstr>3.1 Memory Protection </vt:lpstr>
      <vt:lpstr>PowerPoint Presentation</vt:lpstr>
      <vt:lpstr>3.2 Memory Allocation </vt:lpstr>
      <vt:lpstr>3.2.1 Fixed size partition or Allocation</vt:lpstr>
      <vt:lpstr>PowerPoint Presentation</vt:lpstr>
      <vt:lpstr>PowerPoint Presentation</vt:lpstr>
      <vt:lpstr>PowerPoint Presentation</vt:lpstr>
      <vt:lpstr>PowerPoint Presentation</vt:lpstr>
      <vt:lpstr>PowerPoint Presentation</vt:lpstr>
      <vt:lpstr>First fit  </vt:lpstr>
      <vt:lpstr>PowerPoint Presentation</vt:lpstr>
      <vt:lpstr>PowerPoint Presentation</vt:lpstr>
      <vt:lpstr>Worst fit</vt:lpstr>
      <vt:lpstr>PowerPoint Presentation</vt:lpstr>
      <vt:lpstr>PowerPoint Presentation</vt:lpstr>
      <vt:lpstr>Best fit </vt:lpstr>
      <vt:lpstr>PowerPoint Presentation</vt:lpstr>
      <vt:lpstr>PowerPoint Presentation</vt:lpstr>
      <vt:lpstr>Practice :</vt:lpstr>
      <vt:lpstr>3.3 Fragmentation</vt:lpstr>
      <vt:lpstr>PowerPoint Presentation</vt:lpstr>
      <vt:lpstr>4. Paging</vt:lpstr>
      <vt:lpstr>4.1 Basic Method</vt:lpstr>
      <vt:lpstr>PowerPoint Presentation</vt:lpstr>
      <vt:lpstr> PAGING HARDWARE</vt:lpstr>
      <vt:lpstr>PowerPoint Presentation</vt:lpstr>
      <vt:lpstr>PowerPoint Presentation</vt:lpstr>
      <vt:lpstr>PowerPoint Presentation</vt:lpstr>
      <vt:lpstr>PowerPoint Presentation</vt:lpstr>
      <vt:lpstr>PowerPoint Presentation</vt:lpstr>
      <vt:lpstr>PowerPoint Presentation</vt:lpstr>
      <vt:lpstr>4.2 Hardware Support</vt:lpstr>
      <vt:lpstr>4.2.1 Translation Look-Aside Buffer</vt:lpstr>
      <vt:lpstr>PowerPoint Presentation</vt:lpstr>
      <vt:lpstr>PowerPoint Presentation</vt:lpstr>
      <vt:lpstr>4.3 Protection : Valid/Invalid Bit</vt:lpstr>
      <vt:lpstr>PowerPoint Presentation</vt:lpstr>
      <vt:lpstr>PowerPoint Presentation</vt:lpstr>
      <vt:lpstr>4.4 Shared Pages</vt:lpstr>
      <vt:lpstr>PowerPoint Presentation</vt:lpstr>
      <vt:lpstr>5. Structure of Page Table.</vt:lpstr>
      <vt:lpstr>5.1 Hierarchical Paging</vt:lpstr>
      <vt:lpstr>PowerPoint Presentation</vt:lpstr>
      <vt:lpstr>PowerPoint Presentation</vt:lpstr>
      <vt:lpstr>PowerPoint Presentation</vt:lpstr>
      <vt:lpstr>5.2 Hashed Page Tables</vt:lpstr>
      <vt:lpstr>PowerPoint Presentation</vt:lpstr>
      <vt:lpstr>PowerPoint Presentation</vt:lpstr>
      <vt:lpstr>5.3 Inverted Page Tables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 Vinti</dc:creator>
  <cp:lastModifiedBy>Surya Vinti</cp:lastModifiedBy>
  <cp:revision>16</cp:revision>
  <dcterms:created xsi:type="dcterms:W3CDTF">2025-03-13T09:36:44Z</dcterms:created>
  <dcterms:modified xsi:type="dcterms:W3CDTF">2025-03-20T01:16:16Z</dcterms:modified>
</cp:coreProperties>
</file>