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94" r:id="rId31"/>
    <p:sldId id="286" r:id="rId32"/>
    <p:sldId id="287" r:id="rId33"/>
    <p:sldId id="288" r:id="rId34"/>
    <p:sldId id="289" r:id="rId35"/>
    <p:sldId id="290" r:id="rId36"/>
    <p:sldId id="295" r:id="rId37"/>
    <p:sldId id="291" r:id="rId38"/>
    <p:sldId id="292" r:id="rId39"/>
    <p:sldId id="293"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FC1D09-AD86-4EEF-9F62-3445B2281939}" v="9" dt="2025-02-07T07:49:12.3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jana Challapalli" userId="482ffdd06f6d4f52" providerId="LiveId" clId="{17FC1D09-AD86-4EEF-9F62-3445B2281939}"/>
    <pc:docChg chg="undo redo custSel addSld delSld modSld sldOrd">
      <pc:chgData name="Sujana Challapalli" userId="482ffdd06f6d4f52" providerId="LiveId" clId="{17FC1D09-AD86-4EEF-9F62-3445B2281939}" dt="2025-02-07T07:49:12.359" v="1341" actId="14100"/>
      <pc:docMkLst>
        <pc:docMk/>
      </pc:docMkLst>
      <pc:sldChg chg="addSp modSp mod">
        <pc:chgData name="Sujana Challapalli" userId="482ffdd06f6d4f52" providerId="LiveId" clId="{17FC1D09-AD86-4EEF-9F62-3445B2281939}" dt="2025-02-04T04:06:58.347" v="1" actId="1076"/>
        <pc:sldMkLst>
          <pc:docMk/>
          <pc:sldMk cId="154128274" sldId="256"/>
        </pc:sldMkLst>
        <pc:picChg chg="add mod">
          <ac:chgData name="Sujana Challapalli" userId="482ffdd06f6d4f52" providerId="LiveId" clId="{17FC1D09-AD86-4EEF-9F62-3445B2281939}" dt="2025-02-04T04:06:58.347" v="1" actId="1076"/>
          <ac:picMkLst>
            <pc:docMk/>
            <pc:sldMk cId="154128274" sldId="256"/>
            <ac:picMk id="4" creationId="{3DF5661B-1573-28B9-E297-5E3FBC522155}"/>
          </ac:picMkLst>
        </pc:picChg>
      </pc:sldChg>
      <pc:sldChg chg="addSp delSp modSp add mod">
        <pc:chgData name="Sujana Challapalli" userId="482ffdd06f6d4f52" providerId="LiveId" clId="{17FC1D09-AD86-4EEF-9F62-3445B2281939}" dt="2025-02-04T04:42:44.820" v="171" actId="14100"/>
        <pc:sldMkLst>
          <pc:docMk/>
          <pc:sldMk cId="816003850" sldId="257"/>
        </pc:sldMkLst>
        <pc:spChg chg="mod">
          <ac:chgData name="Sujana Challapalli" userId="482ffdd06f6d4f52" providerId="LiveId" clId="{17FC1D09-AD86-4EEF-9F62-3445B2281939}" dt="2025-02-04T04:09:09.028" v="15" actId="1076"/>
          <ac:spMkLst>
            <pc:docMk/>
            <pc:sldMk cId="816003850" sldId="257"/>
            <ac:spMk id="2" creationId="{D2392B7B-D68F-E102-1E3A-F4ECA01D59C1}"/>
          </ac:spMkLst>
        </pc:spChg>
        <pc:spChg chg="mod">
          <ac:chgData name="Sujana Challapalli" userId="482ffdd06f6d4f52" providerId="LiveId" clId="{17FC1D09-AD86-4EEF-9F62-3445B2281939}" dt="2025-02-04T04:42:08.648" v="158"/>
          <ac:spMkLst>
            <pc:docMk/>
            <pc:sldMk cId="816003850" sldId="257"/>
            <ac:spMk id="3" creationId="{7D2A4725-8034-46BF-3224-59A5430D670C}"/>
          </ac:spMkLst>
        </pc:spChg>
        <pc:spChg chg="add mod">
          <ac:chgData name="Sujana Challapalli" userId="482ffdd06f6d4f52" providerId="LiveId" clId="{17FC1D09-AD86-4EEF-9F62-3445B2281939}" dt="2025-02-04T04:42:33.584" v="169" actId="14100"/>
          <ac:spMkLst>
            <pc:docMk/>
            <pc:sldMk cId="816003850" sldId="257"/>
            <ac:spMk id="12" creationId="{0477C602-5713-C2CF-EE3E-ADA092ADF567}"/>
          </ac:spMkLst>
        </pc:spChg>
        <pc:picChg chg="add mod">
          <ac:chgData name="Sujana Challapalli" userId="482ffdd06f6d4f52" providerId="LiveId" clId="{17FC1D09-AD86-4EEF-9F62-3445B2281939}" dt="2025-02-04T04:41:30.741" v="154" actId="1076"/>
          <ac:picMkLst>
            <pc:docMk/>
            <pc:sldMk cId="816003850" sldId="257"/>
            <ac:picMk id="6" creationId="{CCAF7951-8D47-5215-FD01-29A173A2A2D9}"/>
          </ac:picMkLst>
        </pc:picChg>
        <pc:picChg chg="add mod">
          <ac:chgData name="Sujana Challapalli" userId="482ffdd06f6d4f52" providerId="LiveId" clId="{17FC1D09-AD86-4EEF-9F62-3445B2281939}" dt="2025-02-04T04:42:44.820" v="171" actId="14100"/>
          <ac:picMkLst>
            <pc:docMk/>
            <pc:sldMk cId="816003850" sldId="257"/>
            <ac:picMk id="10" creationId="{4BE09BCD-7514-FDEC-6359-2202F0339200}"/>
          </ac:picMkLst>
        </pc:picChg>
      </pc:sldChg>
      <pc:sldChg chg="add del">
        <pc:chgData name="Sujana Challapalli" userId="482ffdd06f6d4f52" providerId="LiveId" clId="{17FC1D09-AD86-4EEF-9F62-3445B2281939}" dt="2025-02-04T04:26:27.479" v="125" actId="47"/>
        <pc:sldMkLst>
          <pc:docMk/>
          <pc:sldMk cId="4277823186" sldId="258"/>
        </pc:sldMkLst>
      </pc:sldChg>
      <pc:sldChg chg="addSp delSp modSp add mod">
        <pc:chgData name="Sujana Challapalli" userId="482ffdd06f6d4f52" providerId="LiveId" clId="{17FC1D09-AD86-4EEF-9F62-3445B2281939}" dt="2025-02-04T04:43:22.255" v="172" actId="1076"/>
        <pc:sldMkLst>
          <pc:docMk/>
          <pc:sldMk cId="1576645444" sldId="259"/>
        </pc:sldMkLst>
        <pc:spChg chg="mod">
          <ac:chgData name="Sujana Challapalli" userId="482ffdd06f6d4f52" providerId="LiveId" clId="{17FC1D09-AD86-4EEF-9F62-3445B2281939}" dt="2025-02-04T04:14:02.609" v="42" actId="113"/>
          <ac:spMkLst>
            <pc:docMk/>
            <pc:sldMk cId="1576645444" sldId="259"/>
            <ac:spMk id="3" creationId="{55527B64-559C-5DD6-49BE-54198ECFE755}"/>
          </ac:spMkLst>
        </pc:spChg>
        <pc:spChg chg="add mod">
          <ac:chgData name="Sujana Challapalli" userId="482ffdd06f6d4f52" providerId="LiveId" clId="{17FC1D09-AD86-4EEF-9F62-3445B2281939}" dt="2025-02-04T04:41:18.465" v="153" actId="1076"/>
          <ac:spMkLst>
            <pc:docMk/>
            <pc:sldMk cId="1576645444" sldId="259"/>
            <ac:spMk id="5" creationId="{1A5365B5-0656-AB7C-04F0-E14C1BD7ED51}"/>
          </ac:spMkLst>
        </pc:spChg>
        <pc:spChg chg="mod">
          <ac:chgData name="Sujana Challapalli" userId="482ffdd06f6d4f52" providerId="LiveId" clId="{17FC1D09-AD86-4EEF-9F62-3445B2281939}" dt="2025-02-04T04:43:22.255" v="172" actId="1076"/>
          <ac:spMkLst>
            <pc:docMk/>
            <pc:sldMk cId="1576645444" sldId="259"/>
            <ac:spMk id="8" creationId="{047BFA2E-F76D-DFCC-CCD9-10F139D066BC}"/>
          </ac:spMkLst>
        </pc:spChg>
      </pc:sldChg>
      <pc:sldChg chg="addSp delSp modSp add mod">
        <pc:chgData name="Sujana Challapalli" userId="482ffdd06f6d4f52" providerId="LiveId" clId="{17FC1D09-AD86-4EEF-9F62-3445B2281939}" dt="2025-02-04T04:40:54.680" v="149" actId="14100"/>
        <pc:sldMkLst>
          <pc:docMk/>
          <pc:sldMk cId="463944118" sldId="260"/>
        </pc:sldMkLst>
        <pc:spChg chg="mod">
          <ac:chgData name="Sujana Challapalli" userId="482ffdd06f6d4f52" providerId="LiveId" clId="{17FC1D09-AD86-4EEF-9F62-3445B2281939}" dt="2025-02-04T04:16:32.871" v="60" actId="113"/>
          <ac:spMkLst>
            <pc:docMk/>
            <pc:sldMk cId="463944118" sldId="260"/>
            <ac:spMk id="3" creationId="{6AC369CB-92A1-E5AF-7AAD-64247ECF9ECE}"/>
          </ac:spMkLst>
        </pc:spChg>
        <pc:spChg chg="add mod">
          <ac:chgData name="Sujana Challapalli" userId="482ffdd06f6d4f52" providerId="LiveId" clId="{17FC1D09-AD86-4EEF-9F62-3445B2281939}" dt="2025-02-04T04:40:54.680" v="149" actId="14100"/>
          <ac:spMkLst>
            <pc:docMk/>
            <pc:sldMk cId="463944118" sldId="260"/>
            <ac:spMk id="6" creationId="{0114293A-445F-ECA7-38FD-E80D54782D52}"/>
          </ac:spMkLst>
        </pc:spChg>
      </pc:sldChg>
      <pc:sldChg chg="addSp delSp modSp add mod">
        <pc:chgData name="Sujana Challapalli" userId="482ffdd06f6d4f52" providerId="LiveId" clId="{17FC1D09-AD86-4EEF-9F62-3445B2281939}" dt="2025-02-04T04:19:12.733" v="89" actId="1076"/>
        <pc:sldMkLst>
          <pc:docMk/>
          <pc:sldMk cId="2755898310" sldId="261"/>
        </pc:sldMkLst>
        <pc:spChg chg="mod">
          <ac:chgData name="Sujana Challapalli" userId="482ffdd06f6d4f52" providerId="LiveId" clId="{17FC1D09-AD86-4EEF-9F62-3445B2281939}" dt="2025-02-04T04:17:13.470" v="68" actId="1076"/>
          <ac:spMkLst>
            <pc:docMk/>
            <pc:sldMk cId="2755898310" sldId="261"/>
            <ac:spMk id="2" creationId="{BE4AF643-CA0B-40E0-9916-425C4DC9FC90}"/>
          </ac:spMkLst>
        </pc:spChg>
        <pc:spChg chg="add del mod">
          <ac:chgData name="Sujana Challapalli" userId="482ffdd06f6d4f52" providerId="LiveId" clId="{17FC1D09-AD86-4EEF-9F62-3445B2281939}" dt="2025-02-04T04:19:01.317" v="85" actId="207"/>
          <ac:spMkLst>
            <pc:docMk/>
            <pc:sldMk cId="2755898310" sldId="261"/>
            <ac:spMk id="3" creationId="{1CB67FC5-1B2B-F8C2-97FD-992672E171CE}"/>
          </ac:spMkLst>
        </pc:spChg>
        <pc:picChg chg="add mod">
          <ac:chgData name="Sujana Challapalli" userId="482ffdd06f6d4f52" providerId="LiveId" clId="{17FC1D09-AD86-4EEF-9F62-3445B2281939}" dt="2025-02-04T04:18:56.615" v="84" actId="14100"/>
          <ac:picMkLst>
            <pc:docMk/>
            <pc:sldMk cId="2755898310" sldId="261"/>
            <ac:picMk id="8" creationId="{95DE13DD-D531-79BD-2283-C81E1C31544B}"/>
          </ac:picMkLst>
        </pc:picChg>
        <pc:picChg chg="add mod">
          <ac:chgData name="Sujana Challapalli" userId="482ffdd06f6d4f52" providerId="LiveId" clId="{17FC1D09-AD86-4EEF-9F62-3445B2281939}" dt="2025-02-04T04:19:07.771" v="87" actId="14100"/>
          <ac:picMkLst>
            <pc:docMk/>
            <pc:sldMk cId="2755898310" sldId="261"/>
            <ac:picMk id="10" creationId="{2026F284-3071-8802-21A2-D97D8C2F003E}"/>
          </ac:picMkLst>
        </pc:picChg>
        <pc:picChg chg="add mod">
          <ac:chgData name="Sujana Challapalli" userId="482ffdd06f6d4f52" providerId="LiveId" clId="{17FC1D09-AD86-4EEF-9F62-3445B2281939}" dt="2025-02-04T04:19:12.733" v="89" actId="1076"/>
          <ac:picMkLst>
            <pc:docMk/>
            <pc:sldMk cId="2755898310" sldId="261"/>
            <ac:picMk id="12" creationId="{DA6D9748-427D-AF1E-5EE7-17F810640FB5}"/>
          </ac:picMkLst>
        </pc:picChg>
      </pc:sldChg>
      <pc:sldChg chg="addSp delSp modSp add mod">
        <pc:chgData name="Sujana Challapalli" userId="482ffdd06f6d4f52" providerId="LiveId" clId="{17FC1D09-AD86-4EEF-9F62-3445B2281939}" dt="2025-02-04T04:20:17.655" v="102" actId="14100"/>
        <pc:sldMkLst>
          <pc:docMk/>
          <pc:sldMk cId="802970132" sldId="262"/>
        </pc:sldMkLst>
        <pc:spChg chg="mod">
          <ac:chgData name="Sujana Challapalli" userId="482ffdd06f6d4f52" providerId="LiveId" clId="{17FC1D09-AD86-4EEF-9F62-3445B2281939}" dt="2025-02-04T04:19:51.478" v="98" actId="20577"/>
          <ac:spMkLst>
            <pc:docMk/>
            <pc:sldMk cId="802970132" sldId="262"/>
            <ac:spMk id="3" creationId="{F115272B-77E3-B533-23F3-8E23F5095DDE}"/>
          </ac:spMkLst>
        </pc:spChg>
        <pc:picChg chg="add mod">
          <ac:chgData name="Sujana Challapalli" userId="482ffdd06f6d4f52" providerId="LiveId" clId="{17FC1D09-AD86-4EEF-9F62-3445B2281939}" dt="2025-02-04T04:20:17.655" v="102" actId="14100"/>
          <ac:picMkLst>
            <pc:docMk/>
            <pc:sldMk cId="802970132" sldId="262"/>
            <ac:picMk id="6" creationId="{C449BAE8-E03B-0E3A-50AC-5D5240CD22E1}"/>
          </ac:picMkLst>
        </pc:picChg>
      </pc:sldChg>
      <pc:sldChg chg="addSp delSp modSp add mod">
        <pc:chgData name="Sujana Challapalli" userId="482ffdd06f6d4f52" providerId="LiveId" clId="{17FC1D09-AD86-4EEF-9F62-3445B2281939}" dt="2025-02-04T04:22:26.015" v="124" actId="113"/>
        <pc:sldMkLst>
          <pc:docMk/>
          <pc:sldMk cId="970703217" sldId="263"/>
        </pc:sldMkLst>
        <pc:spChg chg="mod">
          <ac:chgData name="Sujana Challapalli" userId="482ffdd06f6d4f52" providerId="LiveId" clId="{17FC1D09-AD86-4EEF-9F62-3445B2281939}" dt="2025-02-04T04:21:11.710" v="106"/>
          <ac:spMkLst>
            <pc:docMk/>
            <pc:sldMk cId="970703217" sldId="263"/>
            <ac:spMk id="2" creationId="{703B4883-F712-9B4E-5F49-430E2833D435}"/>
          </ac:spMkLst>
        </pc:spChg>
        <pc:spChg chg="mod">
          <ac:chgData name="Sujana Challapalli" userId="482ffdd06f6d4f52" providerId="LiveId" clId="{17FC1D09-AD86-4EEF-9F62-3445B2281939}" dt="2025-02-04T04:21:41.294" v="114" actId="20577"/>
          <ac:spMkLst>
            <pc:docMk/>
            <pc:sldMk cId="970703217" sldId="263"/>
            <ac:spMk id="3" creationId="{A048BE61-9C98-DA0C-F8E3-E63D9115CC7E}"/>
          </ac:spMkLst>
        </pc:spChg>
        <pc:spChg chg="add mod">
          <ac:chgData name="Sujana Challapalli" userId="482ffdd06f6d4f52" providerId="LiveId" clId="{17FC1D09-AD86-4EEF-9F62-3445B2281939}" dt="2025-02-04T04:22:26.015" v="124" actId="113"/>
          <ac:spMkLst>
            <pc:docMk/>
            <pc:sldMk cId="970703217" sldId="263"/>
            <ac:spMk id="7" creationId="{73A7C239-801C-20E4-B9BA-8FB0D4337F40}"/>
          </ac:spMkLst>
        </pc:spChg>
      </pc:sldChg>
      <pc:sldChg chg="delSp modSp add mod">
        <pc:chgData name="Sujana Challapalli" userId="482ffdd06f6d4f52" providerId="LiveId" clId="{17FC1D09-AD86-4EEF-9F62-3445B2281939}" dt="2025-02-04T07:48:10.631" v="195" actId="1076"/>
        <pc:sldMkLst>
          <pc:docMk/>
          <pc:sldMk cId="69376576" sldId="264"/>
        </pc:sldMkLst>
        <pc:spChg chg="mod">
          <ac:chgData name="Sujana Challapalli" userId="482ffdd06f6d4f52" providerId="LiveId" clId="{17FC1D09-AD86-4EEF-9F62-3445B2281939}" dt="2025-02-04T07:48:10.631" v="195" actId="1076"/>
          <ac:spMkLst>
            <pc:docMk/>
            <pc:sldMk cId="69376576" sldId="264"/>
            <ac:spMk id="3" creationId="{F458292F-3FA9-7084-C57E-F136CFA37670}"/>
          </ac:spMkLst>
        </pc:spChg>
      </pc:sldChg>
      <pc:sldChg chg="modSp add mod">
        <pc:chgData name="Sujana Challapalli" userId="482ffdd06f6d4f52" providerId="LiveId" clId="{17FC1D09-AD86-4EEF-9F62-3445B2281939}" dt="2025-02-04T07:53:52.359" v="229" actId="20577"/>
        <pc:sldMkLst>
          <pc:docMk/>
          <pc:sldMk cId="3982284551" sldId="265"/>
        </pc:sldMkLst>
        <pc:spChg chg="mod">
          <ac:chgData name="Sujana Challapalli" userId="482ffdd06f6d4f52" providerId="LiveId" clId="{17FC1D09-AD86-4EEF-9F62-3445B2281939}" dt="2025-02-04T07:53:52.359" v="229" actId="20577"/>
          <ac:spMkLst>
            <pc:docMk/>
            <pc:sldMk cId="3982284551" sldId="265"/>
            <ac:spMk id="3" creationId="{E466B9A2-3AF3-E95A-3846-BCC788C49908}"/>
          </ac:spMkLst>
        </pc:spChg>
      </pc:sldChg>
      <pc:sldChg chg="modSp add mod">
        <pc:chgData name="Sujana Challapalli" userId="482ffdd06f6d4f52" providerId="LiveId" clId="{17FC1D09-AD86-4EEF-9F62-3445B2281939}" dt="2025-02-04T07:54:54.569" v="241" actId="113"/>
        <pc:sldMkLst>
          <pc:docMk/>
          <pc:sldMk cId="752064834" sldId="266"/>
        </pc:sldMkLst>
        <pc:spChg chg="mod">
          <ac:chgData name="Sujana Challapalli" userId="482ffdd06f6d4f52" providerId="LiveId" clId="{17FC1D09-AD86-4EEF-9F62-3445B2281939}" dt="2025-02-04T07:54:54.569" v="241" actId="113"/>
          <ac:spMkLst>
            <pc:docMk/>
            <pc:sldMk cId="752064834" sldId="266"/>
            <ac:spMk id="3" creationId="{71D6A61C-F3DC-9E50-E1A2-AD04E01CF8B4}"/>
          </ac:spMkLst>
        </pc:spChg>
      </pc:sldChg>
      <pc:sldChg chg="addSp modSp add mod">
        <pc:chgData name="Sujana Challapalli" userId="482ffdd06f6d4f52" providerId="LiveId" clId="{17FC1D09-AD86-4EEF-9F62-3445B2281939}" dt="2025-02-04T07:57:17.416" v="265" actId="113"/>
        <pc:sldMkLst>
          <pc:docMk/>
          <pc:sldMk cId="3104293248" sldId="267"/>
        </pc:sldMkLst>
        <pc:spChg chg="mod">
          <ac:chgData name="Sujana Challapalli" userId="482ffdd06f6d4f52" providerId="LiveId" clId="{17FC1D09-AD86-4EEF-9F62-3445B2281939}" dt="2025-02-04T07:55:45.998" v="247" actId="113"/>
          <ac:spMkLst>
            <pc:docMk/>
            <pc:sldMk cId="3104293248" sldId="267"/>
            <ac:spMk id="3" creationId="{E0BE04A8-7B3A-1D78-B604-C66B8E9DB317}"/>
          </ac:spMkLst>
        </pc:spChg>
        <pc:spChg chg="add mod">
          <ac:chgData name="Sujana Challapalli" userId="482ffdd06f6d4f52" providerId="LiveId" clId="{17FC1D09-AD86-4EEF-9F62-3445B2281939}" dt="2025-02-04T07:57:17.416" v="265" actId="113"/>
          <ac:spMkLst>
            <pc:docMk/>
            <pc:sldMk cId="3104293248" sldId="267"/>
            <ac:spMk id="6" creationId="{12AE6FE9-BC3C-B0D9-9453-E1C0745F6F45}"/>
          </ac:spMkLst>
        </pc:spChg>
      </pc:sldChg>
      <pc:sldChg chg="addSp delSp modSp add mod">
        <pc:chgData name="Sujana Challapalli" userId="482ffdd06f6d4f52" providerId="LiveId" clId="{17FC1D09-AD86-4EEF-9F62-3445B2281939}" dt="2025-02-04T07:58:16.617" v="273" actId="14100"/>
        <pc:sldMkLst>
          <pc:docMk/>
          <pc:sldMk cId="572642719" sldId="268"/>
        </pc:sldMkLst>
        <pc:picChg chg="add mod">
          <ac:chgData name="Sujana Challapalli" userId="482ffdd06f6d4f52" providerId="LiveId" clId="{17FC1D09-AD86-4EEF-9F62-3445B2281939}" dt="2025-02-04T07:58:16.617" v="273" actId="14100"/>
          <ac:picMkLst>
            <pc:docMk/>
            <pc:sldMk cId="572642719" sldId="268"/>
            <ac:picMk id="7" creationId="{DAA1F7E0-1FD5-F1E8-D2A9-58951EE67385}"/>
          </ac:picMkLst>
        </pc:picChg>
      </pc:sldChg>
      <pc:sldChg chg="addSp delSp modSp add mod">
        <pc:chgData name="Sujana Challapalli" userId="482ffdd06f6d4f52" providerId="LiveId" clId="{17FC1D09-AD86-4EEF-9F62-3445B2281939}" dt="2025-02-04T08:01:12.988" v="313" actId="14100"/>
        <pc:sldMkLst>
          <pc:docMk/>
          <pc:sldMk cId="874756414" sldId="269"/>
        </pc:sldMkLst>
        <pc:spChg chg="mod">
          <ac:chgData name="Sujana Challapalli" userId="482ffdd06f6d4f52" providerId="LiveId" clId="{17FC1D09-AD86-4EEF-9F62-3445B2281939}" dt="2025-02-04T07:58:43.483" v="289" actId="20577"/>
          <ac:spMkLst>
            <pc:docMk/>
            <pc:sldMk cId="874756414" sldId="269"/>
            <ac:spMk id="3" creationId="{DEE1FB11-3D9F-EC41-B655-9FB8A0603943}"/>
          </ac:spMkLst>
        </pc:spChg>
        <pc:spChg chg="add mod">
          <ac:chgData name="Sujana Challapalli" userId="482ffdd06f6d4f52" providerId="LiveId" clId="{17FC1D09-AD86-4EEF-9F62-3445B2281939}" dt="2025-02-04T07:59:40.976" v="303" actId="2711"/>
          <ac:spMkLst>
            <pc:docMk/>
            <pc:sldMk cId="874756414" sldId="269"/>
            <ac:spMk id="6" creationId="{09A3BE7E-C072-8D64-BE48-CB3F6A66FC7D}"/>
          </ac:spMkLst>
        </pc:spChg>
        <pc:spChg chg="add mod">
          <ac:chgData name="Sujana Challapalli" userId="482ffdd06f6d4f52" providerId="LiveId" clId="{17FC1D09-AD86-4EEF-9F62-3445B2281939}" dt="2025-02-04T08:01:12.988" v="313" actId="14100"/>
          <ac:spMkLst>
            <pc:docMk/>
            <pc:sldMk cId="874756414" sldId="269"/>
            <ac:spMk id="9" creationId="{57DC605F-6E84-7288-B6FF-AD54081D2329}"/>
          </ac:spMkLst>
        </pc:spChg>
      </pc:sldChg>
      <pc:sldChg chg="addSp delSp modSp add mod">
        <pc:chgData name="Sujana Challapalli" userId="482ffdd06f6d4f52" providerId="LiveId" clId="{17FC1D09-AD86-4EEF-9F62-3445B2281939}" dt="2025-02-04T08:13:34.990" v="357" actId="1076"/>
        <pc:sldMkLst>
          <pc:docMk/>
          <pc:sldMk cId="3387670044" sldId="270"/>
        </pc:sldMkLst>
        <pc:spChg chg="mod">
          <ac:chgData name="Sujana Challapalli" userId="482ffdd06f6d4f52" providerId="LiveId" clId="{17FC1D09-AD86-4EEF-9F62-3445B2281939}" dt="2025-02-04T08:01:56.070" v="318" actId="1076"/>
          <ac:spMkLst>
            <pc:docMk/>
            <pc:sldMk cId="3387670044" sldId="270"/>
            <ac:spMk id="3" creationId="{C9EABD5D-05CE-4B0F-79C5-7832A89D699A}"/>
          </ac:spMkLst>
        </pc:spChg>
        <pc:spChg chg="add mod">
          <ac:chgData name="Sujana Challapalli" userId="482ffdd06f6d4f52" providerId="LiveId" clId="{17FC1D09-AD86-4EEF-9F62-3445B2281939}" dt="2025-02-04T08:13:25.030" v="353" actId="113"/>
          <ac:spMkLst>
            <pc:docMk/>
            <pc:sldMk cId="3387670044" sldId="270"/>
            <ac:spMk id="7" creationId="{DD75513C-71FA-A090-01C1-75803D88FDE5}"/>
          </ac:spMkLst>
        </pc:spChg>
        <pc:spChg chg="mod">
          <ac:chgData name="Sujana Challapalli" userId="482ffdd06f6d4f52" providerId="LiveId" clId="{17FC1D09-AD86-4EEF-9F62-3445B2281939}" dt="2025-02-04T08:13:34.990" v="357" actId="1076"/>
          <ac:spMkLst>
            <pc:docMk/>
            <pc:sldMk cId="3387670044" sldId="270"/>
            <ac:spMk id="9" creationId="{2F571582-366F-C4B4-0255-337DEFB9ED1E}"/>
          </ac:spMkLst>
        </pc:spChg>
      </pc:sldChg>
      <pc:sldChg chg="addSp delSp modSp add mod">
        <pc:chgData name="Sujana Challapalli" userId="482ffdd06f6d4f52" providerId="LiveId" clId="{17FC1D09-AD86-4EEF-9F62-3445B2281939}" dt="2025-02-04T08:21:25.347" v="414" actId="20577"/>
        <pc:sldMkLst>
          <pc:docMk/>
          <pc:sldMk cId="55884699" sldId="271"/>
        </pc:sldMkLst>
        <pc:spChg chg="mod">
          <ac:chgData name="Sujana Challapalli" userId="482ffdd06f6d4f52" providerId="LiveId" clId="{17FC1D09-AD86-4EEF-9F62-3445B2281939}" dt="2025-02-04T08:21:25.347" v="414" actId="20577"/>
          <ac:spMkLst>
            <pc:docMk/>
            <pc:sldMk cId="55884699" sldId="271"/>
            <ac:spMk id="9" creationId="{E63E0BD7-E788-2A8B-22AA-E331BFDA549A}"/>
          </ac:spMkLst>
        </pc:spChg>
        <pc:picChg chg="add mod">
          <ac:chgData name="Sujana Challapalli" userId="482ffdd06f6d4f52" providerId="LiveId" clId="{17FC1D09-AD86-4EEF-9F62-3445B2281939}" dt="2025-02-04T08:15:32.559" v="373" actId="1076"/>
          <ac:picMkLst>
            <pc:docMk/>
            <pc:sldMk cId="55884699" sldId="271"/>
            <ac:picMk id="5" creationId="{693CD3E9-7C54-0D28-6A26-C62B1FD9BEB0}"/>
          </ac:picMkLst>
        </pc:picChg>
      </pc:sldChg>
      <pc:sldChg chg="addSp delSp modSp add mod">
        <pc:chgData name="Sujana Challapalli" userId="482ffdd06f6d4f52" providerId="LiveId" clId="{17FC1D09-AD86-4EEF-9F62-3445B2281939}" dt="2025-02-04T08:17:14.386" v="389" actId="2711"/>
        <pc:sldMkLst>
          <pc:docMk/>
          <pc:sldMk cId="450755494" sldId="272"/>
        </pc:sldMkLst>
        <pc:spChg chg="add mod">
          <ac:chgData name="Sujana Challapalli" userId="482ffdd06f6d4f52" providerId="LiveId" clId="{17FC1D09-AD86-4EEF-9F62-3445B2281939}" dt="2025-02-04T08:17:14.386" v="389" actId="2711"/>
          <ac:spMkLst>
            <pc:docMk/>
            <pc:sldMk cId="450755494" sldId="272"/>
            <ac:spMk id="8" creationId="{9BDF414A-B8E2-116F-B60E-182D21198A1C}"/>
          </ac:spMkLst>
        </pc:spChg>
        <pc:spChg chg="mod">
          <ac:chgData name="Sujana Challapalli" userId="482ffdd06f6d4f52" providerId="LiveId" clId="{17FC1D09-AD86-4EEF-9F62-3445B2281939}" dt="2025-02-04T08:15:56.608" v="378" actId="20577"/>
          <ac:spMkLst>
            <pc:docMk/>
            <pc:sldMk cId="450755494" sldId="272"/>
            <ac:spMk id="9" creationId="{20043370-E39E-CA2E-9F1C-9A41093666A6}"/>
          </ac:spMkLst>
        </pc:spChg>
        <pc:picChg chg="add mod">
          <ac:chgData name="Sujana Challapalli" userId="482ffdd06f6d4f52" providerId="LiveId" clId="{17FC1D09-AD86-4EEF-9F62-3445B2281939}" dt="2025-02-04T08:16:36.961" v="382" actId="1076"/>
          <ac:picMkLst>
            <pc:docMk/>
            <pc:sldMk cId="450755494" sldId="272"/>
            <ac:picMk id="6" creationId="{3B661830-DCB9-704C-EA01-FDF13D6588C5}"/>
          </ac:picMkLst>
        </pc:picChg>
      </pc:sldChg>
      <pc:sldChg chg="addSp delSp modSp add mod">
        <pc:chgData name="Sujana Challapalli" userId="482ffdd06f6d4f52" providerId="LiveId" clId="{17FC1D09-AD86-4EEF-9F62-3445B2281939}" dt="2025-02-04T08:22:44.533" v="476" actId="1076"/>
        <pc:sldMkLst>
          <pc:docMk/>
          <pc:sldMk cId="2719875005" sldId="273"/>
        </pc:sldMkLst>
        <pc:spChg chg="add mod">
          <ac:chgData name="Sujana Challapalli" userId="482ffdd06f6d4f52" providerId="LiveId" clId="{17FC1D09-AD86-4EEF-9F62-3445B2281939}" dt="2025-02-04T08:20:59.729" v="410" actId="113"/>
          <ac:spMkLst>
            <pc:docMk/>
            <pc:sldMk cId="2719875005" sldId="273"/>
            <ac:spMk id="5" creationId="{80E515CB-8141-6B08-01AB-E1E1040A42DB}"/>
          </ac:spMkLst>
        </pc:spChg>
        <pc:spChg chg="mod">
          <ac:chgData name="Sujana Challapalli" userId="482ffdd06f6d4f52" providerId="LiveId" clId="{17FC1D09-AD86-4EEF-9F62-3445B2281939}" dt="2025-02-04T08:19:31.170" v="403" actId="2711"/>
          <ac:spMkLst>
            <pc:docMk/>
            <pc:sldMk cId="2719875005" sldId="273"/>
            <ac:spMk id="8" creationId="{731C05DE-9763-40E1-E390-F7322C102AA6}"/>
          </ac:spMkLst>
        </pc:spChg>
        <pc:spChg chg="add mod">
          <ac:chgData name="Sujana Challapalli" userId="482ffdd06f6d4f52" providerId="LiveId" clId="{17FC1D09-AD86-4EEF-9F62-3445B2281939}" dt="2025-02-04T08:22:44.533" v="476" actId="1076"/>
          <ac:spMkLst>
            <pc:docMk/>
            <pc:sldMk cId="2719875005" sldId="273"/>
            <ac:spMk id="10" creationId="{379ED98B-628E-43ED-7CDB-6F7CC1C48DB7}"/>
          </ac:spMkLst>
        </pc:spChg>
      </pc:sldChg>
      <pc:sldChg chg="addSp delSp modSp add mod">
        <pc:chgData name="Sujana Challapalli" userId="482ffdd06f6d4f52" providerId="LiveId" clId="{17FC1D09-AD86-4EEF-9F62-3445B2281939}" dt="2025-02-05T15:51:49.861" v="522" actId="113"/>
        <pc:sldMkLst>
          <pc:docMk/>
          <pc:sldMk cId="3975254171" sldId="274"/>
        </pc:sldMkLst>
        <pc:spChg chg="mod">
          <ac:chgData name="Sujana Challapalli" userId="482ffdd06f6d4f52" providerId="LiveId" clId="{17FC1D09-AD86-4EEF-9F62-3445B2281939}" dt="2025-02-05T15:47:54.841" v="482"/>
          <ac:spMkLst>
            <pc:docMk/>
            <pc:sldMk cId="3975254171" sldId="274"/>
            <ac:spMk id="3" creationId="{E25D5B9C-9B7F-7E17-1A7B-A7EA8B4F5A8A}"/>
          </ac:spMkLst>
        </pc:spChg>
        <pc:spChg chg="mod">
          <ac:chgData name="Sujana Challapalli" userId="482ffdd06f6d4f52" providerId="LiveId" clId="{17FC1D09-AD86-4EEF-9F62-3445B2281939}" dt="2025-02-05T15:48:44.884" v="487" actId="2711"/>
          <ac:spMkLst>
            <pc:docMk/>
            <pc:sldMk cId="3975254171" sldId="274"/>
            <ac:spMk id="9" creationId="{7AD3541F-3C1E-FD2A-99F5-E9B935B05B91}"/>
          </ac:spMkLst>
        </pc:spChg>
        <pc:spChg chg="add mod">
          <ac:chgData name="Sujana Challapalli" userId="482ffdd06f6d4f52" providerId="LiveId" clId="{17FC1D09-AD86-4EEF-9F62-3445B2281939}" dt="2025-02-05T15:51:49.861" v="522" actId="113"/>
          <ac:spMkLst>
            <pc:docMk/>
            <pc:sldMk cId="3975254171" sldId="274"/>
            <ac:spMk id="11" creationId="{ADFD1C09-86E4-6F78-83B8-62892F3B7A77}"/>
          </ac:spMkLst>
        </pc:spChg>
        <pc:picChg chg="add mod">
          <ac:chgData name="Sujana Challapalli" userId="482ffdd06f6d4f52" providerId="LiveId" clId="{17FC1D09-AD86-4EEF-9F62-3445B2281939}" dt="2025-02-05T15:49:27.719" v="490" actId="1076"/>
          <ac:picMkLst>
            <pc:docMk/>
            <pc:sldMk cId="3975254171" sldId="274"/>
            <ac:picMk id="6" creationId="{51DF9A0D-D297-C05E-0318-9ECBC4BF29E9}"/>
          </ac:picMkLst>
        </pc:picChg>
      </pc:sldChg>
      <pc:sldChg chg="delSp modSp add mod">
        <pc:chgData name="Sujana Challapalli" userId="482ffdd06f6d4f52" providerId="LiveId" clId="{17FC1D09-AD86-4EEF-9F62-3445B2281939}" dt="2025-02-05T15:58:24.639" v="591" actId="122"/>
        <pc:sldMkLst>
          <pc:docMk/>
          <pc:sldMk cId="201030350" sldId="275"/>
        </pc:sldMkLst>
        <pc:spChg chg="mod">
          <ac:chgData name="Sujana Challapalli" userId="482ffdd06f6d4f52" providerId="LiveId" clId="{17FC1D09-AD86-4EEF-9F62-3445B2281939}" dt="2025-02-05T15:58:24.639" v="591" actId="122"/>
          <ac:spMkLst>
            <pc:docMk/>
            <pc:sldMk cId="201030350" sldId="275"/>
            <ac:spMk id="11" creationId="{66291403-559D-E9A8-9D81-9B0094BEDAAD}"/>
          </ac:spMkLst>
        </pc:spChg>
      </pc:sldChg>
      <pc:sldChg chg="modSp add mod">
        <pc:chgData name="Sujana Challapalli" userId="482ffdd06f6d4f52" providerId="LiveId" clId="{17FC1D09-AD86-4EEF-9F62-3445B2281939}" dt="2025-02-05T16:02:16.737" v="642" actId="20577"/>
        <pc:sldMkLst>
          <pc:docMk/>
          <pc:sldMk cId="2367915733" sldId="276"/>
        </pc:sldMkLst>
        <pc:spChg chg="mod">
          <ac:chgData name="Sujana Challapalli" userId="482ffdd06f6d4f52" providerId="LiveId" clId="{17FC1D09-AD86-4EEF-9F62-3445B2281939}" dt="2025-02-05T16:02:16.737" v="642" actId="20577"/>
          <ac:spMkLst>
            <pc:docMk/>
            <pc:sldMk cId="2367915733" sldId="276"/>
            <ac:spMk id="11" creationId="{D343F889-36E2-6E57-D5D0-64AF8F5AC403}"/>
          </ac:spMkLst>
        </pc:spChg>
      </pc:sldChg>
      <pc:sldChg chg="addSp modSp add mod">
        <pc:chgData name="Sujana Challapalli" userId="482ffdd06f6d4f52" providerId="LiveId" clId="{17FC1D09-AD86-4EEF-9F62-3445B2281939}" dt="2025-02-05T16:07:13.550" v="689" actId="1076"/>
        <pc:sldMkLst>
          <pc:docMk/>
          <pc:sldMk cId="2041842060" sldId="277"/>
        </pc:sldMkLst>
        <pc:spChg chg="mod">
          <ac:chgData name="Sujana Challapalli" userId="482ffdd06f6d4f52" providerId="LiveId" clId="{17FC1D09-AD86-4EEF-9F62-3445B2281939}" dt="2025-02-05T16:07:09.475" v="688" actId="20577"/>
          <ac:spMkLst>
            <pc:docMk/>
            <pc:sldMk cId="2041842060" sldId="277"/>
            <ac:spMk id="11" creationId="{B5190851-3B73-6913-3C6B-296A862F64B2}"/>
          </ac:spMkLst>
        </pc:spChg>
        <pc:picChg chg="add mod">
          <ac:chgData name="Sujana Challapalli" userId="482ffdd06f6d4f52" providerId="LiveId" clId="{17FC1D09-AD86-4EEF-9F62-3445B2281939}" dt="2025-02-05T16:07:13.550" v="689" actId="1076"/>
          <ac:picMkLst>
            <pc:docMk/>
            <pc:sldMk cId="2041842060" sldId="277"/>
            <ac:picMk id="5" creationId="{AC7AFF0D-C72F-9AF1-CA2A-4D797E98BF14}"/>
          </ac:picMkLst>
        </pc:picChg>
      </pc:sldChg>
      <pc:sldChg chg="addSp delSp modSp add mod">
        <pc:chgData name="Sujana Challapalli" userId="482ffdd06f6d4f52" providerId="LiveId" clId="{17FC1D09-AD86-4EEF-9F62-3445B2281939}" dt="2025-02-06T08:06:38.987" v="717" actId="1076"/>
        <pc:sldMkLst>
          <pc:docMk/>
          <pc:sldMk cId="1603095934" sldId="278"/>
        </pc:sldMkLst>
        <pc:spChg chg="mod">
          <ac:chgData name="Sujana Challapalli" userId="482ffdd06f6d4f52" providerId="LiveId" clId="{17FC1D09-AD86-4EEF-9F62-3445B2281939}" dt="2025-02-06T08:04:15.991" v="697" actId="20577"/>
          <ac:spMkLst>
            <pc:docMk/>
            <pc:sldMk cId="1603095934" sldId="278"/>
            <ac:spMk id="3" creationId="{0DEF3A24-6EF7-8BA0-457C-A02DD3BADEC2}"/>
          </ac:spMkLst>
        </pc:spChg>
        <pc:spChg chg="add mod">
          <ac:chgData name="Sujana Challapalli" userId="482ffdd06f6d4f52" providerId="LiveId" clId="{17FC1D09-AD86-4EEF-9F62-3445B2281939}" dt="2025-02-06T08:06:06.693" v="712" actId="20577"/>
          <ac:spMkLst>
            <pc:docMk/>
            <pc:sldMk cId="1603095934" sldId="278"/>
            <ac:spMk id="8" creationId="{622104A2-2BF5-F772-8137-C6C51D8851A2}"/>
          </ac:spMkLst>
        </pc:spChg>
        <pc:spChg chg="del">
          <ac:chgData name="Sujana Challapalli" userId="482ffdd06f6d4f52" providerId="LiveId" clId="{17FC1D09-AD86-4EEF-9F62-3445B2281939}" dt="2025-02-06T08:04:52.519" v="698" actId="478"/>
          <ac:spMkLst>
            <pc:docMk/>
            <pc:sldMk cId="1603095934" sldId="278"/>
            <ac:spMk id="11" creationId="{716C837E-3755-EEEA-E2EE-ADE7AB0EB863}"/>
          </ac:spMkLst>
        </pc:spChg>
        <pc:picChg chg="del">
          <ac:chgData name="Sujana Challapalli" userId="482ffdd06f6d4f52" providerId="LiveId" clId="{17FC1D09-AD86-4EEF-9F62-3445B2281939}" dt="2025-02-06T08:04:59.513" v="702" actId="478"/>
          <ac:picMkLst>
            <pc:docMk/>
            <pc:sldMk cId="1603095934" sldId="278"/>
            <ac:picMk id="5" creationId="{6CAB30BE-9E65-4AFD-CABE-C97BAF903882}"/>
          </ac:picMkLst>
        </pc:picChg>
        <pc:picChg chg="add mod">
          <ac:chgData name="Sujana Challapalli" userId="482ffdd06f6d4f52" providerId="LiveId" clId="{17FC1D09-AD86-4EEF-9F62-3445B2281939}" dt="2025-02-06T08:04:57.799" v="701" actId="1076"/>
          <ac:picMkLst>
            <pc:docMk/>
            <pc:sldMk cId="1603095934" sldId="278"/>
            <ac:picMk id="6" creationId="{CEAE9ABB-F37F-F7CA-61B8-580C6EC63606}"/>
          </ac:picMkLst>
        </pc:picChg>
        <pc:picChg chg="add mod">
          <ac:chgData name="Sujana Challapalli" userId="482ffdd06f6d4f52" providerId="LiveId" clId="{17FC1D09-AD86-4EEF-9F62-3445B2281939}" dt="2025-02-06T08:06:38.987" v="717" actId="1076"/>
          <ac:picMkLst>
            <pc:docMk/>
            <pc:sldMk cId="1603095934" sldId="278"/>
            <ac:picMk id="10" creationId="{2BE96A22-8BEF-25CA-179E-A76653CAA450}"/>
          </ac:picMkLst>
        </pc:picChg>
      </pc:sldChg>
      <pc:sldChg chg="addSp delSp modSp add mod">
        <pc:chgData name="Sujana Challapalli" userId="482ffdd06f6d4f52" providerId="LiveId" clId="{17FC1D09-AD86-4EEF-9F62-3445B2281939}" dt="2025-02-06T08:07:44.413" v="730" actId="113"/>
        <pc:sldMkLst>
          <pc:docMk/>
          <pc:sldMk cId="2059089848" sldId="279"/>
        </pc:sldMkLst>
        <pc:spChg chg="add mod">
          <ac:chgData name="Sujana Challapalli" userId="482ffdd06f6d4f52" providerId="LiveId" clId="{17FC1D09-AD86-4EEF-9F62-3445B2281939}" dt="2025-02-06T08:07:44.413" v="730" actId="113"/>
          <ac:spMkLst>
            <pc:docMk/>
            <pc:sldMk cId="2059089848" sldId="279"/>
            <ac:spMk id="5" creationId="{3550A82F-CAE5-E8FD-8537-79802DC70BA8}"/>
          </ac:spMkLst>
        </pc:spChg>
        <pc:picChg chg="del">
          <ac:chgData name="Sujana Challapalli" userId="482ffdd06f6d4f52" providerId="LiveId" clId="{17FC1D09-AD86-4EEF-9F62-3445B2281939}" dt="2025-02-06T08:07:14.230" v="718" actId="478"/>
          <ac:picMkLst>
            <pc:docMk/>
            <pc:sldMk cId="2059089848" sldId="279"/>
            <ac:picMk id="6" creationId="{B13140E7-2A09-EE23-C621-CC1A266A4F9C}"/>
          </ac:picMkLst>
        </pc:picChg>
      </pc:sldChg>
      <pc:sldChg chg="modSp add mod">
        <pc:chgData name="Sujana Challapalli" userId="482ffdd06f6d4f52" providerId="LiveId" clId="{17FC1D09-AD86-4EEF-9F62-3445B2281939}" dt="2025-02-06T08:10:09.376" v="743" actId="20577"/>
        <pc:sldMkLst>
          <pc:docMk/>
          <pc:sldMk cId="3115071533" sldId="280"/>
        </pc:sldMkLst>
        <pc:spChg chg="mod">
          <ac:chgData name="Sujana Challapalli" userId="482ffdd06f6d4f52" providerId="LiveId" clId="{17FC1D09-AD86-4EEF-9F62-3445B2281939}" dt="2025-02-06T08:10:09.376" v="743" actId="20577"/>
          <ac:spMkLst>
            <pc:docMk/>
            <pc:sldMk cId="3115071533" sldId="280"/>
            <ac:spMk id="5" creationId="{AF7D0F8F-F1DE-291E-E2A5-863BF772ACF1}"/>
          </ac:spMkLst>
        </pc:spChg>
      </pc:sldChg>
      <pc:sldChg chg="addSp modSp add mod">
        <pc:chgData name="Sujana Challapalli" userId="482ffdd06f6d4f52" providerId="LiveId" clId="{17FC1D09-AD86-4EEF-9F62-3445B2281939}" dt="2025-02-06T08:12:43.385" v="762" actId="113"/>
        <pc:sldMkLst>
          <pc:docMk/>
          <pc:sldMk cId="2346451244" sldId="281"/>
        </pc:sldMkLst>
        <pc:spChg chg="mod">
          <ac:chgData name="Sujana Challapalli" userId="482ffdd06f6d4f52" providerId="LiveId" clId="{17FC1D09-AD86-4EEF-9F62-3445B2281939}" dt="2025-02-06T08:12:43.385" v="762" actId="113"/>
          <ac:spMkLst>
            <pc:docMk/>
            <pc:sldMk cId="2346451244" sldId="281"/>
            <ac:spMk id="5" creationId="{9ECC248E-A267-835C-4EA0-F6E1F8B526A3}"/>
          </ac:spMkLst>
        </pc:spChg>
        <pc:picChg chg="add mod">
          <ac:chgData name="Sujana Challapalli" userId="482ffdd06f6d4f52" providerId="LiveId" clId="{17FC1D09-AD86-4EEF-9F62-3445B2281939}" dt="2025-02-06T08:11:31.084" v="760" actId="1076"/>
          <ac:picMkLst>
            <pc:docMk/>
            <pc:sldMk cId="2346451244" sldId="281"/>
            <ac:picMk id="6" creationId="{C33997E1-85DB-8E18-860D-6EBD2BEF6AD3}"/>
          </ac:picMkLst>
        </pc:picChg>
      </pc:sldChg>
      <pc:sldChg chg="delSp modSp add mod">
        <pc:chgData name="Sujana Challapalli" userId="482ffdd06f6d4f52" providerId="LiveId" clId="{17FC1D09-AD86-4EEF-9F62-3445B2281939}" dt="2025-02-06T08:14:38.756" v="852" actId="2711"/>
        <pc:sldMkLst>
          <pc:docMk/>
          <pc:sldMk cId="2851069962" sldId="282"/>
        </pc:sldMkLst>
        <pc:spChg chg="mod">
          <ac:chgData name="Sujana Challapalli" userId="482ffdd06f6d4f52" providerId="LiveId" clId="{17FC1D09-AD86-4EEF-9F62-3445B2281939}" dt="2025-02-06T08:14:38.756" v="852" actId="2711"/>
          <ac:spMkLst>
            <pc:docMk/>
            <pc:sldMk cId="2851069962" sldId="282"/>
            <ac:spMk id="5" creationId="{A406D14F-797D-1A79-43C5-9ED1F336998E}"/>
          </ac:spMkLst>
        </pc:spChg>
        <pc:picChg chg="del">
          <ac:chgData name="Sujana Challapalli" userId="482ffdd06f6d4f52" providerId="LiveId" clId="{17FC1D09-AD86-4EEF-9F62-3445B2281939}" dt="2025-02-06T08:13:53.216" v="799" actId="478"/>
          <ac:picMkLst>
            <pc:docMk/>
            <pc:sldMk cId="2851069962" sldId="282"/>
            <ac:picMk id="6" creationId="{465F23BA-8F83-503F-AB21-D2B5E1711489}"/>
          </ac:picMkLst>
        </pc:picChg>
      </pc:sldChg>
      <pc:sldChg chg="addSp modSp add mod">
        <pc:chgData name="Sujana Challapalli" userId="482ffdd06f6d4f52" providerId="LiveId" clId="{17FC1D09-AD86-4EEF-9F62-3445B2281939}" dt="2025-02-06T08:18:02.387" v="871" actId="2711"/>
        <pc:sldMkLst>
          <pc:docMk/>
          <pc:sldMk cId="939053161" sldId="283"/>
        </pc:sldMkLst>
        <pc:spChg chg="mod">
          <ac:chgData name="Sujana Challapalli" userId="482ffdd06f6d4f52" providerId="LiveId" clId="{17FC1D09-AD86-4EEF-9F62-3445B2281939}" dt="2025-02-06T08:18:02.387" v="871" actId="2711"/>
          <ac:spMkLst>
            <pc:docMk/>
            <pc:sldMk cId="939053161" sldId="283"/>
            <ac:spMk id="5" creationId="{F13B3CBB-D6F3-E654-DCC5-2E67B2532018}"/>
          </ac:spMkLst>
        </pc:spChg>
        <pc:picChg chg="add mod">
          <ac:chgData name="Sujana Challapalli" userId="482ffdd06f6d4f52" providerId="LiveId" clId="{17FC1D09-AD86-4EEF-9F62-3445B2281939}" dt="2025-02-06T08:17:56.025" v="869" actId="14100"/>
          <ac:picMkLst>
            <pc:docMk/>
            <pc:sldMk cId="939053161" sldId="283"/>
            <ac:picMk id="6" creationId="{25C2648D-0DAF-776C-7506-B99B6A2A2133}"/>
          </ac:picMkLst>
        </pc:picChg>
      </pc:sldChg>
      <pc:sldChg chg="delSp modSp add mod">
        <pc:chgData name="Sujana Challapalli" userId="482ffdd06f6d4f52" providerId="LiveId" clId="{17FC1D09-AD86-4EEF-9F62-3445B2281939}" dt="2025-02-07T03:55:35.657" v="896" actId="1076"/>
        <pc:sldMkLst>
          <pc:docMk/>
          <pc:sldMk cId="2115924344" sldId="284"/>
        </pc:sldMkLst>
        <pc:spChg chg="mod">
          <ac:chgData name="Sujana Challapalli" userId="482ffdd06f6d4f52" providerId="LiveId" clId="{17FC1D09-AD86-4EEF-9F62-3445B2281939}" dt="2025-02-07T03:55:35.657" v="896" actId="1076"/>
          <ac:spMkLst>
            <pc:docMk/>
            <pc:sldMk cId="2115924344" sldId="284"/>
            <ac:spMk id="5" creationId="{0B5BE042-5E00-C745-57E9-82265E173C9A}"/>
          </ac:spMkLst>
        </pc:spChg>
        <pc:picChg chg="del">
          <ac:chgData name="Sujana Challapalli" userId="482ffdd06f6d4f52" providerId="LiveId" clId="{17FC1D09-AD86-4EEF-9F62-3445B2281939}" dt="2025-02-07T03:54:44.953" v="874" actId="478"/>
          <ac:picMkLst>
            <pc:docMk/>
            <pc:sldMk cId="2115924344" sldId="284"/>
            <ac:picMk id="6" creationId="{DE25D9F9-69E1-46D9-984C-816300FB5E96}"/>
          </ac:picMkLst>
        </pc:picChg>
      </pc:sldChg>
      <pc:sldChg chg="add del">
        <pc:chgData name="Sujana Challapalli" userId="482ffdd06f6d4f52" providerId="LiveId" clId="{17FC1D09-AD86-4EEF-9F62-3445B2281939}" dt="2025-02-07T03:54:40.129" v="872" actId="47"/>
        <pc:sldMkLst>
          <pc:docMk/>
          <pc:sldMk cId="2266452360" sldId="284"/>
        </pc:sldMkLst>
      </pc:sldChg>
      <pc:sldChg chg="modSp add mod">
        <pc:chgData name="Sujana Challapalli" userId="482ffdd06f6d4f52" providerId="LiveId" clId="{17FC1D09-AD86-4EEF-9F62-3445B2281939}" dt="2025-02-07T04:55:59.006" v="921" actId="2711"/>
        <pc:sldMkLst>
          <pc:docMk/>
          <pc:sldMk cId="350294739" sldId="285"/>
        </pc:sldMkLst>
        <pc:spChg chg="mod">
          <ac:chgData name="Sujana Challapalli" userId="482ffdd06f6d4f52" providerId="LiveId" clId="{17FC1D09-AD86-4EEF-9F62-3445B2281939}" dt="2025-02-07T04:54:21.384" v="903" actId="20577"/>
          <ac:spMkLst>
            <pc:docMk/>
            <pc:sldMk cId="350294739" sldId="285"/>
            <ac:spMk id="3" creationId="{9289ECE2-0960-B83C-1FE0-814689690B32}"/>
          </ac:spMkLst>
        </pc:spChg>
        <pc:spChg chg="mod">
          <ac:chgData name="Sujana Challapalli" userId="482ffdd06f6d4f52" providerId="LiveId" clId="{17FC1D09-AD86-4EEF-9F62-3445B2281939}" dt="2025-02-07T04:55:59.006" v="921" actId="2711"/>
          <ac:spMkLst>
            <pc:docMk/>
            <pc:sldMk cId="350294739" sldId="285"/>
            <ac:spMk id="5" creationId="{94573FE6-6AE5-89DF-4C6B-934FA6821CE8}"/>
          </ac:spMkLst>
        </pc:spChg>
      </pc:sldChg>
      <pc:sldChg chg="addSp modSp add mod">
        <pc:chgData name="Sujana Challapalli" userId="482ffdd06f6d4f52" providerId="LiveId" clId="{17FC1D09-AD86-4EEF-9F62-3445B2281939}" dt="2025-02-07T05:18:55.439" v="1088" actId="1076"/>
        <pc:sldMkLst>
          <pc:docMk/>
          <pc:sldMk cId="1583335399" sldId="286"/>
        </pc:sldMkLst>
        <pc:spChg chg="mod">
          <ac:chgData name="Sujana Challapalli" userId="482ffdd06f6d4f52" providerId="LiveId" clId="{17FC1D09-AD86-4EEF-9F62-3445B2281939}" dt="2025-02-07T05:07:22.104" v="990" actId="20577"/>
          <ac:spMkLst>
            <pc:docMk/>
            <pc:sldMk cId="1583335399" sldId="286"/>
            <ac:spMk id="5" creationId="{CF4A90E5-E252-B6D5-BE5C-CE4CD0B78ECB}"/>
          </ac:spMkLst>
        </pc:spChg>
        <pc:spChg chg="add mod">
          <ac:chgData name="Sujana Challapalli" userId="482ffdd06f6d4f52" providerId="LiveId" clId="{17FC1D09-AD86-4EEF-9F62-3445B2281939}" dt="2025-02-07T05:18:55.439" v="1088" actId="1076"/>
          <ac:spMkLst>
            <pc:docMk/>
            <pc:sldMk cId="1583335399" sldId="286"/>
            <ac:spMk id="6" creationId="{10092741-8985-A284-D8D6-A06B09F51069}"/>
          </ac:spMkLst>
        </pc:spChg>
      </pc:sldChg>
      <pc:sldChg chg="delSp modSp add mod">
        <pc:chgData name="Sujana Challapalli" userId="482ffdd06f6d4f52" providerId="LiveId" clId="{17FC1D09-AD86-4EEF-9F62-3445B2281939}" dt="2025-02-07T05:20:27.442" v="1111" actId="20577"/>
        <pc:sldMkLst>
          <pc:docMk/>
          <pc:sldMk cId="1786618192" sldId="287"/>
        </pc:sldMkLst>
        <pc:spChg chg="mod">
          <ac:chgData name="Sujana Challapalli" userId="482ffdd06f6d4f52" providerId="LiveId" clId="{17FC1D09-AD86-4EEF-9F62-3445B2281939}" dt="2025-02-07T05:20:27.442" v="1111" actId="20577"/>
          <ac:spMkLst>
            <pc:docMk/>
            <pc:sldMk cId="1786618192" sldId="287"/>
            <ac:spMk id="5" creationId="{1910C3CD-5FBC-7933-3E0F-242E268C843D}"/>
          </ac:spMkLst>
        </pc:spChg>
        <pc:spChg chg="del">
          <ac:chgData name="Sujana Challapalli" userId="482ffdd06f6d4f52" providerId="LiveId" clId="{17FC1D09-AD86-4EEF-9F62-3445B2281939}" dt="2025-02-07T05:20:11.887" v="1097" actId="478"/>
          <ac:spMkLst>
            <pc:docMk/>
            <pc:sldMk cId="1786618192" sldId="287"/>
            <ac:spMk id="6" creationId="{521F2D09-5909-05A4-02DE-01B489419EDE}"/>
          </ac:spMkLst>
        </pc:spChg>
      </pc:sldChg>
      <pc:sldChg chg="modSp add mod">
        <pc:chgData name="Sujana Challapalli" userId="482ffdd06f6d4f52" providerId="LiveId" clId="{17FC1D09-AD86-4EEF-9F62-3445B2281939}" dt="2025-02-07T05:23:03.720" v="1127" actId="20577"/>
        <pc:sldMkLst>
          <pc:docMk/>
          <pc:sldMk cId="2821174550" sldId="288"/>
        </pc:sldMkLst>
        <pc:spChg chg="mod">
          <ac:chgData name="Sujana Challapalli" userId="482ffdd06f6d4f52" providerId="LiveId" clId="{17FC1D09-AD86-4EEF-9F62-3445B2281939}" dt="2025-02-07T05:23:03.720" v="1127" actId="20577"/>
          <ac:spMkLst>
            <pc:docMk/>
            <pc:sldMk cId="2821174550" sldId="288"/>
            <ac:spMk id="5" creationId="{1542F9F1-C543-BD2D-E638-16AA466308CA}"/>
          </ac:spMkLst>
        </pc:spChg>
      </pc:sldChg>
      <pc:sldChg chg="modSp add mod">
        <pc:chgData name="Sujana Challapalli" userId="482ffdd06f6d4f52" providerId="LiveId" clId="{17FC1D09-AD86-4EEF-9F62-3445B2281939}" dt="2025-02-07T05:24:54.758" v="1165" actId="113"/>
        <pc:sldMkLst>
          <pc:docMk/>
          <pc:sldMk cId="422108843" sldId="289"/>
        </pc:sldMkLst>
        <pc:spChg chg="mod">
          <ac:chgData name="Sujana Challapalli" userId="482ffdd06f6d4f52" providerId="LiveId" clId="{17FC1D09-AD86-4EEF-9F62-3445B2281939}" dt="2025-02-07T05:24:54.758" v="1165" actId="113"/>
          <ac:spMkLst>
            <pc:docMk/>
            <pc:sldMk cId="422108843" sldId="289"/>
            <ac:spMk id="5" creationId="{CB964FB4-8843-5057-519B-EA8F4F28C64F}"/>
          </ac:spMkLst>
        </pc:spChg>
      </pc:sldChg>
      <pc:sldChg chg="addSp delSp modSp add mod">
        <pc:chgData name="Sujana Challapalli" userId="482ffdd06f6d4f52" providerId="LiveId" clId="{17FC1D09-AD86-4EEF-9F62-3445B2281939}" dt="2025-02-07T05:45:50.668" v="1172" actId="1076"/>
        <pc:sldMkLst>
          <pc:docMk/>
          <pc:sldMk cId="2338065397" sldId="290"/>
        </pc:sldMkLst>
        <pc:spChg chg="del mod">
          <ac:chgData name="Sujana Challapalli" userId="482ffdd06f6d4f52" providerId="LiveId" clId="{17FC1D09-AD86-4EEF-9F62-3445B2281939}" dt="2025-02-07T05:45:44.404" v="1169"/>
          <ac:spMkLst>
            <pc:docMk/>
            <pc:sldMk cId="2338065397" sldId="290"/>
            <ac:spMk id="5" creationId="{7D2532AB-5632-5B45-050C-14C8A04E464C}"/>
          </ac:spMkLst>
        </pc:spChg>
        <pc:picChg chg="add mod">
          <ac:chgData name="Sujana Challapalli" userId="482ffdd06f6d4f52" providerId="LiveId" clId="{17FC1D09-AD86-4EEF-9F62-3445B2281939}" dt="2025-02-07T05:45:50.668" v="1172" actId="1076"/>
          <ac:picMkLst>
            <pc:docMk/>
            <pc:sldMk cId="2338065397" sldId="290"/>
            <ac:picMk id="6" creationId="{4D973E4F-C3C0-27E3-3E98-F0A941B70B8A}"/>
          </ac:picMkLst>
        </pc:picChg>
      </pc:sldChg>
      <pc:sldChg chg="addSp delSp modSp add mod">
        <pc:chgData name="Sujana Challapalli" userId="482ffdd06f6d4f52" providerId="LiveId" clId="{17FC1D09-AD86-4EEF-9F62-3445B2281939}" dt="2025-02-07T05:49:37.669" v="1260" actId="115"/>
        <pc:sldMkLst>
          <pc:docMk/>
          <pc:sldMk cId="165350163" sldId="291"/>
        </pc:sldMkLst>
        <pc:spChg chg="add mod">
          <ac:chgData name="Sujana Challapalli" userId="482ffdd06f6d4f52" providerId="LiveId" clId="{17FC1D09-AD86-4EEF-9F62-3445B2281939}" dt="2025-02-07T05:49:37.669" v="1260" actId="115"/>
          <ac:spMkLst>
            <pc:docMk/>
            <pc:sldMk cId="165350163" sldId="291"/>
            <ac:spMk id="5" creationId="{8AE3EF9B-0E3F-8BDC-F6B1-D08D74F319D5}"/>
          </ac:spMkLst>
        </pc:spChg>
        <pc:picChg chg="del">
          <ac:chgData name="Sujana Challapalli" userId="482ffdd06f6d4f52" providerId="LiveId" clId="{17FC1D09-AD86-4EEF-9F62-3445B2281939}" dt="2025-02-07T05:46:58.539" v="1174" actId="478"/>
          <ac:picMkLst>
            <pc:docMk/>
            <pc:sldMk cId="165350163" sldId="291"/>
            <ac:picMk id="6" creationId="{CA564334-F741-1B1F-1CE7-D30FB4A3E3EB}"/>
          </ac:picMkLst>
        </pc:picChg>
      </pc:sldChg>
      <pc:sldChg chg="addSp delSp modSp add mod">
        <pc:chgData name="Sujana Challapalli" userId="482ffdd06f6d4f52" providerId="LiveId" clId="{17FC1D09-AD86-4EEF-9F62-3445B2281939}" dt="2025-02-07T05:53:28.838" v="1266" actId="14100"/>
        <pc:sldMkLst>
          <pc:docMk/>
          <pc:sldMk cId="1694453911" sldId="292"/>
        </pc:sldMkLst>
        <pc:spChg chg="del">
          <ac:chgData name="Sujana Challapalli" userId="482ffdd06f6d4f52" providerId="LiveId" clId="{17FC1D09-AD86-4EEF-9F62-3445B2281939}" dt="2025-02-07T05:53:17.607" v="1262" actId="478"/>
          <ac:spMkLst>
            <pc:docMk/>
            <pc:sldMk cId="1694453911" sldId="292"/>
            <ac:spMk id="5" creationId="{69400BCB-2849-4934-DF3B-BA65BEAEAAE9}"/>
          </ac:spMkLst>
        </pc:spChg>
        <pc:picChg chg="add mod">
          <ac:chgData name="Sujana Challapalli" userId="482ffdd06f6d4f52" providerId="LiveId" clId="{17FC1D09-AD86-4EEF-9F62-3445B2281939}" dt="2025-02-07T05:53:28.838" v="1266" actId="14100"/>
          <ac:picMkLst>
            <pc:docMk/>
            <pc:sldMk cId="1694453911" sldId="292"/>
            <ac:picMk id="1026" creationId="{3C628A3A-3F81-B814-F78C-345083C485B8}"/>
          </ac:picMkLst>
        </pc:picChg>
      </pc:sldChg>
      <pc:sldChg chg="add">
        <pc:chgData name="Sujana Challapalli" userId="482ffdd06f6d4f52" providerId="LiveId" clId="{17FC1D09-AD86-4EEF-9F62-3445B2281939}" dt="2025-02-07T07:39:52.424" v="1267" actId="2890"/>
        <pc:sldMkLst>
          <pc:docMk/>
          <pc:sldMk cId="3269064312" sldId="293"/>
        </pc:sldMkLst>
      </pc:sldChg>
      <pc:sldChg chg="delSp modSp add mod ord">
        <pc:chgData name="Sujana Challapalli" userId="482ffdd06f6d4f52" providerId="LiveId" clId="{17FC1D09-AD86-4EEF-9F62-3445B2281939}" dt="2025-02-07T07:43:45.945" v="1333" actId="20577"/>
        <pc:sldMkLst>
          <pc:docMk/>
          <pc:sldMk cId="3721149736" sldId="294"/>
        </pc:sldMkLst>
        <pc:spChg chg="mod">
          <ac:chgData name="Sujana Challapalli" userId="482ffdd06f6d4f52" providerId="LiveId" clId="{17FC1D09-AD86-4EEF-9F62-3445B2281939}" dt="2025-02-07T07:43:45.945" v="1333" actId="20577"/>
          <ac:spMkLst>
            <pc:docMk/>
            <pc:sldMk cId="3721149736" sldId="294"/>
            <ac:spMk id="5" creationId="{77E4A795-9B23-6FE7-0E2C-6CFD847B23AA}"/>
          </ac:spMkLst>
        </pc:spChg>
        <pc:spChg chg="del">
          <ac:chgData name="Sujana Challapalli" userId="482ffdd06f6d4f52" providerId="LiveId" clId="{17FC1D09-AD86-4EEF-9F62-3445B2281939}" dt="2025-02-07T07:42:43.432" v="1285" actId="478"/>
          <ac:spMkLst>
            <pc:docMk/>
            <pc:sldMk cId="3721149736" sldId="294"/>
            <ac:spMk id="6" creationId="{D77FBC2F-6A4E-EBE8-D7C9-D73C5DA311E7}"/>
          </ac:spMkLst>
        </pc:spChg>
      </pc:sldChg>
      <pc:sldChg chg="addSp delSp modSp add mod">
        <pc:chgData name="Sujana Challapalli" userId="482ffdd06f6d4f52" providerId="LiveId" clId="{17FC1D09-AD86-4EEF-9F62-3445B2281939}" dt="2025-02-07T07:49:12.359" v="1341" actId="14100"/>
        <pc:sldMkLst>
          <pc:docMk/>
          <pc:sldMk cId="1722910648" sldId="295"/>
        </pc:sldMkLst>
        <pc:spChg chg="mod">
          <ac:chgData name="Sujana Challapalli" userId="482ffdd06f6d4f52" providerId="LiveId" clId="{17FC1D09-AD86-4EEF-9F62-3445B2281939}" dt="2025-02-07T07:49:06.661" v="1339" actId="1076"/>
          <ac:spMkLst>
            <pc:docMk/>
            <pc:sldMk cId="1722910648" sldId="295"/>
            <ac:spMk id="3" creationId="{BC04183A-151A-6E4A-A45C-04D5F1986C4D}"/>
          </ac:spMkLst>
        </pc:spChg>
        <pc:picChg chg="del">
          <ac:chgData name="Sujana Challapalli" userId="482ffdd06f6d4f52" providerId="LiveId" clId="{17FC1D09-AD86-4EEF-9F62-3445B2281939}" dt="2025-02-07T07:48:48.571" v="1335" actId="478"/>
          <ac:picMkLst>
            <pc:docMk/>
            <pc:sldMk cId="1722910648" sldId="295"/>
            <ac:picMk id="6" creationId="{BE7E6CEC-8137-C69B-78F5-4B076AA1BAF8}"/>
          </ac:picMkLst>
        </pc:picChg>
        <pc:picChg chg="add mod">
          <ac:chgData name="Sujana Challapalli" userId="482ffdd06f6d4f52" providerId="LiveId" clId="{17FC1D09-AD86-4EEF-9F62-3445B2281939}" dt="2025-02-07T07:49:12.359" v="1341" actId="14100"/>
          <ac:picMkLst>
            <pc:docMk/>
            <pc:sldMk cId="1722910648" sldId="295"/>
            <ac:picMk id="2050" creationId="{07638EE5-382C-44A5-8F6C-BC83A80BDA8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27E598-E801-42FF-A6A1-2F46412BC805}" type="datetimeFigureOut">
              <a:rPr lang="en-IN" smtClean="0"/>
              <a:t>07-02-2025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B1456F-053F-47D0-9905-1FC4CAF1EC47}" type="slidenum">
              <a:rPr lang="en-IN" smtClean="0"/>
              <a:t>‹#›</a:t>
            </a:fld>
            <a:endParaRPr lang="en-IN"/>
          </a:p>
        </p:txBody>
      </p:sp>
    </p:spTree>
    <p:extLst>
      <p:ext uri="{BB962C8B-B14F-4D97-AF65-F5344CB8AC3E}">
        <p14:creationId xmlns:p14="http://schemas.microsoft.com/office/powerpoint/2010/main" val="1681247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1B1456F-053F-47D0-9905-1FC4CAF1EC47}" type="slidenum">
              <a:rPr lang="en-IN" smtClean="0"/>
              <a:t>34</a:t>
            </a:fld>
            <a:endParaRPr lang="en-IN"/>
          </a:p>
        </p:txBody>
      </p:sp>
    </p:spTree>
    <p:extLst>
      <p:ext uri="{BB962C8B-B14F-4D97-AF65-F5344CB8AC3E}">
        <p14:creationId xmlns:p14="http://schemas.microsoft.com/office/powerpoint/2010/main" val="39022351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B9BF0-AF0D-1A13-37BC-78CB1F893D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C8B30D-6AA1-7CDF-1B29-5B2073380A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5F209A-BB19-AC1A-DDCF-842BA173259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A407E32-6EE4-B83C-77C1-C63C18DB6EFB}"/>
              </a:ext>
            </a:extLst>
          </p:cNvPr>
          <p:cNvSpPr>
            <a:spLocks noGrp="1"/>
          </p:cNvSpPr>
          <p:nvPr>
            <p:ph type="sldNum" sz="quarter" idx="5"/>
          </p:nvPr>
        </p:nvSpPr>
        <p:spPr/>
        <p:txBody>
          <a:bodyPr/>
          <a:lstStyle/>
          <a:p>
            <a:fld id="{F1B1456F-053F-47D0-9905-1FC4CAF1EC47}" type="slidenum">
              <a:rPr lang="en-IN" smtClean="0"/>
              <a:t>35</a:t>
            </a:fld>
            <a:endParaRPr lang="en-IN"/>
          </a:p>
        </p:txBody>
      </p:sp>
    </p:spTree>
    <p:extLst>
      <p:ext uri="{BB962C8B-B14F-4D97-AF65-F5344CB8AC3E}">
        <p14:creationId xmlns:p14="http://schemas.microsoft.com/office/powerpoint/2010/main" val="2235718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9273B-82C2-B133-5C24-6537206D60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4F78CE-05A3-3AE2-9B71-1B950915E3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BF2892-D745-DE90-55A2-BE4275DE36A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6218CB0-9E44-FCBF-5F6B-FCF1E4779FF8}"/>
              </a:ext>
            </a:extLst>
          </p:cNvPr>
          <p:cNvSpPr>
            <a:spLocks noGrp="1"/>
          </p:cNvSpPr>
          <p:nvPr>
            <p:ph type="sldNum" sz="quarter" idx="5"/>
          </p:nvPr>
        </p:nvSpPr>
        <p:spPr/>
        <p:txBody>
          <a:bodyPr/>
          <a:lstStyle/>
          <a:p>
            <a:fld id="{F1B1456F-053F-47D0-9905-1FC4CAF1EC47}" type="slidenum">
              <a:rPr lang="en-IN" smtClean="0"/>
              <a:t>36</a:t>
            </a:fld>
            <a:endParaRPr lang="en-IN"/>
          </a:p>
        </p:txBody>
      </p:sp>
    </p:spTree>
    <p:extLst>
      <p:ext uri="{BB962C8B-B14F-4D97-AF65-F5344CB8AC3E}">
        <p14:creationId xmlns:p14="http://schemas.microsoft.com/office/powerpoint/2010/main" val="3039831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3714B-17F6-0409-02CE-97B70421EA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0ADAE5-4477-CB3D-9DC4-50ED2539F7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0C7088-5668-43A7-894A-11FF492349A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3E35A1E-3ACD-4D8B-0E6C-D5B8310E20BB}"/>
              </a:ext>
            </a:extLst>
          </p:cNvPr>
          <p:cNvSpPr>
            <a:spLocks noGrp="1"/>
          </p:cNvSpPr>
          <p:nvPr>
            <p:ph type="sldNum" sz="quarter" idx="5"/>
          </p:nvPr>
        </p:nvSpPr>
        <p:spPr/>
        <p:txBody>
          <a:bodyPr/>
          <a:lstStyle/>
          <a:p>
            <a:fld id="{F1B1456F-053F-47D0-9905-1FC4CAF1EC47}" type="slidenum">
              <a:rPr lang="en-IN" smtClean="0"/>
              <a:t>37</a:t>
            </a:fld>
            <a:endParaRPr lang="en-IN"/>
          </a:p>
        </p:txBody>
      </p:sp>
    </p:spTree>
    <p:extLst>
      <p:ext uri="{BB962C8B-B14F-4D97-AF65-F5344CB8AC3E}">
        <p14:creationId xmlns:p14="http://schemas.microsoft.com/office/powerpoint/2010/main" val="120186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B470D-D166-2429-9CB8-BE552C58DF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1BD3EB-72A1-793B-9C2A-D4E5173BDD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40A988-9496-51D4-4C7D-6198433FD30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B15A189-1C7E-A867-FCCB-52E4B3623A32}"/>
              </a:ext>
            </a:extLst>
          </p:cNvPr>
          <p:cNvSpPr>
            <a:spLocks noGrp="1"/>
          </p:cNvSpPr>
          <p:nvPr>
            <p:ph type="sldNum" sz="quarter" idx="5"/>
          </p:nvPr>
        </p:nvSpPr>
        <p:spPr/>
        <p:txBody>
          <a:bodyPr/>
          <a:lstStyle/>
          <a:p>
            <a:fld id="{F1B1456F-053F-47D0-9905-1FC4CAF1EC47}" type="slidenum">
              <a:rPr lang="en-IN" smtClean="0"/>
              <a:t>38</a:t>
            </a:fld>
            <a:endParaRPr lang="en-IN"/>
          </a:p>
        </p:txBody>
      </p:sp>
    </p:spTree>
    <p:extLst>
      <p:ext uri="{BB962C8B-B14F-4D97-AF65-F5344CB8AC3E}">
        <p14:creationId xmlns:p14="http://schemas.microsoft.com/office/powerpoint/2010/main" val="703443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7B59E-4899-BA3A-6537-CF987F5FB9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09C9F4-3F92-38EB-F0DB-B88FD39557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CC3A1F-ACBC-F131-AC41-A21C8549333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6113D1-F20F-116E-68B6-8D29CD73F1EF}"/>
              </a:ext>
            </a:extLst>
          </p:cNvPr>
          <p:cNvSpPr>
            <a:spLocks noGrp="1"/>
          </p:cNvSpPr>
          <p:nvPr>
            <p:ph type="sldNum" sz="quarter" idx="5"/>
          </p:nvPr>
        </p:nvSpPr>
        <p:spPr/>
        <p:txBody>
          <a:bodyPr/>
          <a:lstStyle/>
          <a:p>
            <a:fld id="{F1B1456F-053F-47D0-9905-1FC4CAF1EC47}" type="slidenum">
              <a:rPr lang="en-IN" smtClean="0"/>
              <a:t>39</a:t>
            </a:fld>
            <a:endParaRPr lang="en-IN"/>
          </a:p>
        </p:txBody>
      </p:sp>
    </p:spTree>
    <p:extLst>
      <p:ext uri="{BB962C8B-B14F-4D97-AF65-F5344CB8AC3E}">
        <p14:creationId xmlns:p14="http://schemas.microsoft.com/office/powerpoint/2010/main" val="608157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40E16-B7AC-555D-DB4C-CC5804FDB7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F9129D7-E954-A7C7-84A7-80C76AF1A5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9D73A72-D454-20D0-288D-E1DD4C755330}"/>
              </a:ext>
            </a:extLst>
          </p:cNvPr>
          <p:cNvSpPr>
            <a:spLocks noGrp="1"/>
          </p:cNvSpPr>
          <p:nvPr>
            <p:ph type="dt" sz="half" idx="10"/>
          </p:nvPr>
        </p:nvSpPr>
        <p:spPr/>
        <p:txBody>
          <a:bodyPr/>
          <a:lstStyle/>
          <a:p>
            <a:fld id="{D0E8FFF7-17B0-458F-A16F-16A5FF98FCF5}" type="datetimeFigureOut">
              <a:rPr lang="en-IN" smtClean="0"/>
              <a:t>05-02-2025</a:t>
            </a:fld>
            <a:endParaRPr lang="en-IN"/>
          </a:p>
        </p:txBody>
      </p:sp>
      <p:sp>
        <p:nvSpPr>
          <p:cNvPr id="5" name="Footer Placeholder 4">
            <a:extLst>
              <a:ext uri="{FF2B5EF4-FFF2-40B4-BE49-F238E27FC236}">
                <a16:creationId xmlns:a16="http://schemas.microsoft.com/office/drawing/2014/main" id="{C055487E-A4F5-2D51-F99D-8C4C90A77A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829132-2D3E-0914-B690-A5CBA0B57298}"/>
              </a:ext>
            </a:extLst>
          </p:cNvPr>
          <p:cNvSpPr>
            <a:spLocks noGrp="1"/>
          </p:cNvSpPr>
          <p:nvPr>
            <p:ph type="sldNum" sz="quarter" idx="12"/>
          </p:nvPr>
        </p:nvSpPr>
        <p:spPr/>
        <p:txBody>
          <a:bodyPr/>
          <a:lstStyle/>
          <a:p>
            <a:fld id="{D09706C5-6BAD-412D-9DDD-B1EB1598DB36}" type="slidenum">
              <a:rPr lang="en-IN" smtClean="0"/>
              <a:t>‹#›</a:t>
            </a:fld>
            <a:endParaRPr lang="en-IN"/>
          </a:p>
        </p:txBody>
      </p:sp>
    </p:spTree>
    <p:extLst>
      <p:ext uri="{BB962C8B-B14F-4D97-AF65-F5344CB8AC3E}">
        <p14:creationId xmlns:p14="http://schemas.microsoft.com/office/powerpoint/2010/main" val="1122300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D38BA-EC04-19AA-C47E-0A789E59AFE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E5640F5-CC45-53AA-4166-09CBCBBED9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ED0922-67C8-21C4-B514-3628F0E31814}"/>
              </a:ext>
            </a:extLst>
          </p:cNvPr>
          <p:cNvSpPr>
            <a:spLocks noGrp="1"/>
          </p:cNvSpPr>
          <p:nvPr>
            <p:ph type="dt" sz="half" idx="10"/>
          </p:nvPr>
        </p:nvSpPr>
        <p:spPr/>
        <p:txBody>
          <a:bodyPr/>
          <a:lstStyle/>
          <a:p>
            <a:fld id="{D0E8FFF7-17B0-458F-A16F-16A5FF98FCF5}" type="datetimeFigureOut">
              <a:rPr lang="en-IN" smtClean="0"/>
              <a:t>05-02-2025</a:t>
            </a:fld>
            <a:endParaRPr lang="en-IN"/>
          </a:p>
        </p:txBody>
      </p:sp>
      <p:sp>
        <p:nvSpPr>
          <p:cNvPr id="5" name="Footer Placeholder 4">
            <a:extLst>
              <a:ext uri="{FF2B5EF4-FFF2-40B4-BE49-F238E27FC236}">
                <a16:creationId xmlns:a16="http://schemas.microsoft.com/office/drawing/2014/main" id="{659EBD45-6957-6794-08C2-E184D4B5BA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4B10F5-15F5-70B5-16A1-3AC8F7CC3EA3}"/>
              </a:ext>
            </a:extLst>
          </p:cNvPr>
          <p:cNvSpPr>
            <a:spLocks noGrp="1"/>
          </p:cNvSpPr>
          <p:nvPr>
            <p:ph type="sldNum" sz="quarter" idx="12"/>
          </p:nvPr>
        </p:nvSpPr>
        <p:spPr/>
        <p:txBody>
          <a:bodyPr/>
          <a:lstStyle/>
          <a:p>
            <a:fld id="{D09706C5-6BAD-412D-9DDD-B1EB1598DB36}" type="slidenum">
              <a:rPr lang="en-IN" smtClean="0"/>
              <a:t>‹#›</a:t>
            </a:fld>
            <a:endParaRPr lang="en-IN"/>
          </a:p>
        </p:txBody>
      </p:sp>
    </p:spTree>
    <p:extLst>
      <p:ext uri="{BB962C8B-B14F-4D97-AF65-F5344CB8AC3E}">
        <p14:creationId xmlns:p14="http://schemas.microsoft.com/office/powerpoint/2010/main" val="620146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D9EE2-4D27-E670-6F4A-849773BAF2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A69E732-7B82-7C6D-0711-1BA928A9B3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BE0C61-B0EE-8BCC-C77A-4470AC45894B}"/>
              </a:ext>
            </a:extLst>
          </p:cNvPr>
          <p:cNvSpPr>
            <a:spLocks noGrp="1"/>
          </p:cNvSpPr>
          <p:nvPr>
            <p:ph type="dt" sz="half" idx="10"/>
          </p:nvPr>
        </p:nvSpPr>
        <p:spPr/>
        <p:txBody>
          <a:bodyPr/>
          <a:lstStyle/>
          <a:p>
            <a:fld id="{D0E8FFF7-17B0-458F-A16F-16A5FF98FCF5}" type="datetimeFigureOut">
              <a:rPr lang="en-IN" smtClean="0"/>
              <a:t>05-02-2025</a:t>
            </a:fld>
            <a:endParaRPr lang="en-IN"/>
          </a:p>
        </p:txBody>
      </p:sp>
      <p:sp>
        <p:nvSpPr>
          <p:cNvPr id="5" name="Footer Placeholder 4">
            <a:extLst>
              <a:ext uri="{FF2B5EF4-FFF2-40B4-BE49-F238E27FC236}">
                <a16:creationId xmlns:a16="http://schemas.microsoft.com/office/drawing/2014/main" id="{7C8E5E48-DBCB-DABE-99E6-40747EACC1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15F609-825B-6A88-2AB7-9FB087CD8BCE}"/>
              </a:ext>
            </a:extLst>
          </p:cNvPr>
          <p:cNvSpPr>
            <a:spLocks noGrp="1"/>
          </p:cNvSpPr>
          <p:nvPr>
            <p:ph type="sldNum" sz="quarter" idx="12"/>
          </p:nvPr>
        </p:nvSpPr>
        <p:spPr/>
        <p:txBody>
          <a:bodyPr/>
          <a:lstStyle/>
          <a:p>
            <a:fld id="{D09706C5-6BAD-412D-9DDD-B1EB1598DB36}" type="slidenum">
              <a:rPr lang="en-IN" smtClean="0"/>
              <a:t>‹#›</a:t>
            </a:fld>
            <a:endParaRPr lang="en-IN"/>
          </a:p>
        </p:txBody>
      </p:sp>
    </p:spTree>
    <p:extLst>
      <p:ext uri="{BB962C8B-B14F-4D97-AF65-F5344CB8AC3E}">
        <p14:creationId xmlns:p14="http://schemas.microsoft.com/office/powerpoint/2010/main" val="1873850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3823-64BA-7F68-21F1-29217DA047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FC3044-A8B1-15F9-9E74-BE1C9DF2A0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1056201-3937-CC8B-1A62-E3010FB6D7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BF01790-D0C1-7823-0C00-2E1822B98873}"/>
              </a:ext>
            </a:extLst>
          </p:cNvPr>
          <p:cNvSpPr>
            <a:spLocks noGrp="1"/>
          </p:cNvSpPr>
          <p:nvPr>
            <p:ph type="dt" sz="half" idx="10"/>
          </p:nvPr>
        </p:nvSpPr>
        <p:spPr/>
        <p:txBody>
          <a:bodyPr/>
          <a:lstStyle/>
          <a:p>
            <a:fld id="{D0E8FFF7-17B0-458F-A16F-16A5FF98FCF5}" type="datetimeFigureOut">
              <a:rPr lang="en-IN" smtClean="0"/>
              <a:t>05-02-2025</a:t>
            </a:fld>
            <a:endParaRPr lang="en-IN"/>
          </a:p>
        </p:txBody>
      </p:sp>
      <p:sp>
        <p:nvSpPr>
          <p:cNvPr id="6" name="Footer Placeholder 5">
            <a:extLst>
              <a:ext uri="{FF2B5EF4-FFF2-40B4-BE49-F238E27FC236}">
                <a16:creationId xmlns:a16="http://schemas.microsoft.com/office/drawing/2014/main" id="{1925D49F-68F3-4BC3-99A9-7EDAE8DE42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F8DF56-9C5D-5974-FA9B-6E8C324FAFA8}"/>
              </a:ext>
            </a:extLst>
          </p:cNvPr>
          <p:cNvSpPr>
            <a:spLocks noGrp="1"/>
          </p:cNvSpPr>
          <p:nvPr>
            <p:ph type="sldNum" sz="quarter" idx="12"/>
          </p:nvPr>
        </p:nvSpPr>
        <p:spPr/>
        <p:txBody>
          <a:bodyPr/>
          <a:lstStyle/>
          <a:p>
            <a:fld id="{D09706C5-6BAD-412D-9DDD-B1EB1598DB36}" type="slidenum">
              <a:rPr lang="en-IN" smtClean="0"/>
              <a:t>‹#›</a:t>
            </a:fld>
            <a:endParaRPr lang="en-IN"/>
          </a:p>
        </p:txBody>
      </p:sp>
    </p:spTree>
    <p:extLst>
      <p:ext uri="{BB962C8B-B14F-4D97-AF65-F5344CB8AC3E}">
        <p14:creationId xmlns:p14="http://schemas.microsoft.com/office/powerpoint/2010/main" val="2464438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8836B-FB06-3BD9-1449-13416DFBC6E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9F82EF2-5EEA-5D49-0AB5-B409936030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1869D4-12CE-E83F-4B7F-20FFBA0C5C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7F087FF-527E-F569-D29F-A2FB19BD14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92A6D2-7283-61E9-6EBC-DAB1F359C5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410D515-E4E5-3AC4-BE89-61BB08601532}"/>
              </a:ext>
            </a:extLst>
          </p:cNvPr>
          <p:cNvSpPr>
            <a:spLocks noGrp="1"/>
          </p:cNvSpPr>
          <p:nvPr>
            <p:ph type="dt" sz="half" idx="10"/>
          </p:nvPr>
        </p:nvSpPr>
        <p:spPr/>
        <p:txBody>
          <a:bodyPr/>
          <a:lstStyle/>
          <a:p>
            <a:fld id="{D0E8FFF7-17B0-458F-A16F-16A5FF98FCF5}" type="datetimeFigureOut">
              <a:rPr lang="en-IN" smtClean="0"/>
              <a:t>05-02-2025</a:t>
            </a:fld>
            <a:endParaRPr lang="en-IN"/>
          </a:p>
        </p:txBody>
      </p:sp>
      <p:sp>
        <p:nvSpPr>
          <p:cNvPr id="8" name="Footer Placeholder 7">
            <a:extLst>
              <a:ext uri="{FF2B5EF4-FFF2-40B4-BE49-F238E27FC236}">
                <a16:creationId xmlns:a16="http://schemas.microsoft.com/office/drawing/2014/main" id="{0FC2B80A-571B-0794-D6FF-DF8E1D76B0B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F204E5A-5AD5-9873-8594-B1D33A4097BA}"/>
              </a:ext>
            </a:extLst>
          </p:cNvPr>
          <p:cNvSpPr>
            <a:spLocks noGrp="1"/>
          </p:cNvSpPr>
          <p:nvPr>
            <p:ph type="sldNum" sz="quarter" idx="12"/>
          </p:nvPr>
        </p:nvSpPr>
        <p:spPr/>
        <p:txBody>
          <a:bodyPr/>
          <a:lstStyle/>
          <a:p>
            <a:fld id="{D09706C5-6BAD-412D-9DDD-B1EB1598DB36}" type="slidenum">
              <a:rPr lang="en-IN" smtClean="0"/>
              <a:t>‹#›</a:t>
            </a:fld>
            <a:endParaRPr lang="en-IN"/>
          </a:p>
        </p:txBody>
      </p:sp>
    </p:spTree>
    <p:extLst>
      <p:ext uri="{BB962C8B-B14F-4D97-AF65-F5344CB8AC3E}">
        <p14:creationId xmlns:p14="http://schemas.microsoft.com/office/powerpoint/2010/main" val="1225029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2DA45-EA8A-BDC4-E243-57F7D2EF010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7078502-C5F5-ED70-75BB-70349397B8BB}"/>
              </a:ext>
            </a:extLst>
          </p:cNvPr>
          <p:cNvSpPr>
            <a:spLocks noGrp="1"/>
          </p:cNvSpPr>
          <p:nvPr>
            <p:ph type="dt" sz="half" idx="10"/>
          </p:nvPr>
        </p:nvSpPr>
        <p:spPr/>
        <p:txBody>
          <a:bodyPr/>
          <a:lstStyle/>
          <a:p>
            <a:fld id="{D0E8FFF7-17B0-458F-A16F-16A5FF98FCF5}" type="datetimeFigureOut">
              <a:rPr lang="en-IN" smtClean="0"/>
              <a:t>05-02-2025</a:t>
            </a:fld>
            <a:endParaRPr lang="en-IN"/>
          </a:p>
        </p:txBody>
      </p:sp>
      <p:sp>
        <p:nvSpPr>
          <p:cNvPr id="4" name="Footer Placeholder 3">
            <a:extLst>
              <a:ext uri="{FF2B5EF4-FFF2-40B4-BE49-F238E27FC236}">
                <a16:creationId xmlns:a16="http://schemas.microsoft.com/office/drawing/2014/main" id="{103A2DF6-00FA-1AAE-D0E5-90AD13B5D16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1055A05-757A-A374-5F63-C83B2458F6C1}"/>
              </a:ext>
            </a:extLst>
          </p:cNvPr>
          <p:cNvSpPr>
            <a:spLocks noGrp="1"/>
          </p:cNvSpPr>
          <p:nvPr>
            <p:ph type="sldNum" sz="quarter" idx="12"/>
          </p:nvPr>
        </p:nvSpPr>
        <p:spPr/>
        <p:txBody>
          <a:bodyPr/>
          <a:lstStyle/>
          <a:p>
            <a:fld id="{D09706C5-6BAD-412D-9DDD-B1EB1598DB36}" type="slidenum">
              <a:rPr lang="en-IN" smtClean="0"/>
              <a:t>‹#›</a:t>
            </a:fld>
            <a:endParaRPr lang="en-IN"/>
          </a:p>
        </p:txBody>
      </p:sp>
    </p:spTree>
    <p:extLst>
      <p:ext uri="{BB962C8B-B14F-4D97-AF65-F5344CB8AC3E}">
        <p14:creationId xmlns:p14="http://schemas.microsoft.com/office/powerpoint/2010/main" val="10650154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209DEF-DAC5-5C8C-12F4-FF1802965177}"/>
              </a:ext>
            </a:extLst>
          </p:cNvPr>
          <p:cNvSpPr>
            <a:spLocks noGrp="1"/>
          </p:cNvSpPr>
          <p:nvPr>
            <p:ph type="dt" sz="half" idx="10"/>
          </p:nvPr>
        </p:nvSpPr>
        <p:spPr/>
        <p:txBody>
          <a:bodyPr/>
          <a:lstStyle/>
          <a:p>
            <a:fld id="{D0E8FFF7-17B0-458F-A16F-16A5FF98FCF5}" type="datetimeFigureOut">
              <a:rPr lang="en-IN" smtClean="0"/>
              <a:t>05-02-2025</a:t>
            </a:fld>
            <a:endParaRPr lang="en-IN"/>
          </a:p>
        </p:txBody>
      </p:sp>
      <p:sp>
        <p:nvSpPr>
          <p:cNvPr id="3" name="Footer Placeholder 2">
            <a:extLst>
              <a:ext uri="{FF2B5EF4-FFF2-40B4-BE49-F238E27FC236}">
                <a16:creationId xmlns:a16="http://schemas.microsoft.com/office/drawing/2014/main" id="{F85F58FD-2B01-DC53-1741-2BC0A3CE8B9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ABFFC82-1D81-F4AA-434F-1EFB151BEAC3}"/>
              </a:ext>
            </a:extLst>
          </p:cNvPr>
          <p:cNvSpPr>
            <a:spLocks noGrp="1"/>
          </p:cNvSpPr>
          <p:nvPr>
            <p:ph type="sldNum" sz="quarter" idx="12"/>
          </p:nvPr>
        </p:nvSpPr>
        <p:spPr/>
        <p:txBody>
          <a:bodyPr/>
          <a:lstStyle/>
          <a:p>
            <a:fld id="{D09706C5-6BAD-412D-9DDD-B1EB1598DB36}" type="slidenum">
              <a:rPr lang="en-IN" smtClean="0"/>
              <a:t>‹#›</a:t>
            </a:fld>
            <a:endParaRPr lang="en-IN"/>
          </a:p>
        </p:txBody>
      </p:sp>
    </p:spTree>
    <p:extLst>
      <p:ext uri="{BB962C8B-B14F-4D97-AF65-F5344CB8AC3E}">
        <p14:creationId xmlns:p14="http://schemas.microsoft.com/office/powerpoint/2010/main" val="3640372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BB4B9-9EE4-1EA1-BB8C-95F89AB6F6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DB290CA-868A-30CC-B1C1-991F826567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3B9FEB8-8C64-4C11-952D-05C004EBBB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6CADF9-37B1-108B-FECC-62C7A947E893}"/>
              </a:ext>
            </a:extLst>
          </p:cNvPr>
          <p:cNvSpPr>
            <a:spLocks noGrp="1"/>
          </p:cNvSpPr>
          <p:nvPr>
            <p:ph type="dt" sz="half" idx="10"/>
          </p:nvPr>
        </p:nvSpPr>
        <p:spPr/>
        <p:txBody>
          <a:bodyPr/>
          <a:lstStyle/>
          <a:p>
            <a:fld id="{D0E8FFF7-17B0-458F-A16F-16A5FF98FCF5}" type="datetimeFigureOut">
              <a:rPr lang="en-IN" smtClean="0"/>
              <a:t>05-02-2025</a:t>
            </a:fld>
            <a:endParaRPr lang="en-IN"/>
          </a:p>
        </p:txBody>
      </p:sp>
      <p:sp>
        <p:nvSpPr>
          <p:cNvPr id="6" name="Footer Placeholder 5">
            <a:extLst>
              <a:ext uri="{FF2B5EF4-FFF2-40B4-BE49-F238E27FC236}">
                <a16:creationId xmlns:a16="http://schemas.microsoft.com/office/drawing/2014/main" id="{9533BC24-39BF-67AE-FBE8-54C720FD6D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6FD978-DBC1-313C-4BC5-41C9B14D0AB0}"/>
              </a:ext>
            </a:extLst>
          </p:cNvPr>
          <p:cNvSpPr>
            <a:spLocks noGrp="1"/>
          </p:cNvSpPr>
          <p:nvPr>
            <p:ph type="sldNum" sz="quarter" idx="12"/>
          </p:nvPr>
        </p:nvSpPr>
        <p:spPr/>
        <p:txBody>
          <a:bodyPr/>
          <a:lstStyle/>
          <a:p>
            <a:fld id="{D09706C5-6BAD-412D-9DDD-B1EB1598DB36}" type="slidenum">
              <a:rPr lang="en-IN" smtClean="0"/>
              <a:t>‹#›</a:t>
            </a:fld>
            <a:endParaRPr lang="en-IN"/>
          </a:p>
        </p:txBody>
      </p:sp>
    </p:spTree>
    <p:extLst>
      <p:ext uri="{BB962C8B-B14F-4D97-AF65-F5344CB8AC3E}">
        <p14:creationId xmlns:p14="http://schemas.microsoft.com/office/powerpoint/2010/main" val="1856563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0ECC4-EE3A-A15A-B0D7-2C6E4EE30A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6C9E3B8-EBDF-17C7-43F8-E932F25541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FF4C4BB-0C97-6E5B-FBD0-6DC04FFFE2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5EFAE6-0D9C-226A-9B9A-9B2AFF08CD3F}"/>
              </a:ext>
            </a:extLst>
          </p:cNvPr>
          <p:cNvSpPr>
            <a:spLocks noGrp="1"/>
          </p:cNvSpPr>
          <p:nvPr>
            <p:ph type="dt" sz="half" idx="10"/>
          </p:nvPr>
        </p:nvSpPr>
        <p:spPr/>
        <p:txBody>
          <a:bodyPr/>
          <a:lstStyle/>
          <a:p>
            <a:fld id="{D0E8FFF7-17B0-458F-A16F-16A5FF98FCF5}" type="datetimeFigureOut">
              <a:rPr lang="en-IN" smtClean="0"/>
              <a:t>05-02-2025</a:t>
            </a:fld>
            <a:endParaRPr lang="en-IN"/>
          </a:p>
        </p:txBody>
      </p:sp>
      <p:sp>
        <p:nvSpPr>
          <p:cNvPr id="6" name="Footer Placeholder 5">
            <a:extLst>
              <a:ext uri="{FF2B5EF4-FFF2-40B4-BE49-F238E27FC236}">
                <a16:creationId xmlns:a16="http://schemas.microsoft.com/office/drawing/2014/main" id="{CB04D17E-DEE5-B5BF-D1D5-5A7D8233B6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68D5E1-1361-7B96-B456-9E28860A0167}"/>
              </a:ext>
            </a:extLst>
          </p:cNvPr>
          <p:cNvSpPr>
            <a:spLocks noGrp="1"/>
          </p:cNvSpPr>
          <p:nvPr>
            <p:ph type="sldNum" sz="quarter" idx="12"/>
          </p:nvPr>
        </p:nvSpPr>
        <p:spPr/>
        <p:txBody>
          <a:bodyPr/>
          <a:lstStyle/>
          <a:p>
            <a:fld id="{D09706C5-6BAD-412D-9DDD-B1EB1598DB36}" type="slidenum">
              <a:rPr lang="en-IN" smtClean="0"/>
              <a:t>‹#›</a:t>
            </a:fld>
            <a:endParaRPr lang="en-IN"/>
          </a:p>
        </p:txBody>
      </p:sp>
    </p:spTree>
    <p:extLst>
      <p:ext uri="{BB962C8B-B14F-4D97-AF65-F5344CB8AC3E}">
        <p14:creationId xmlns:p14="http://schemas.microsoft.com/office/powerpoint/2010/main" val="222399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A56E2-6068-C44D-9F5B-D3A9824DBF8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851932-DE1D-3598-7794-53FB0D54AE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A02995-7F13-7C53-9241-803BDB8841FC}"/>
              </a:ext>
            </a:extLst>
          </p:cNvPr>
          <p:cNvSpPr>
            <a:spLocks noGrp="1"/>
          </p:cNvSpPr>
          <p:nvPr>
            <p:ph type="dt" sz="half" idx="10"/>
          </p:nvPr>
        </p:nvSpPr>
        <p:spPr/>
        <p:txBody>
          <a:bodyPr/>
          <a:lstStyle/>
          <a:p>
            <a:fld id="{D0E8FFF7-17B0-458F-A16F-16A5FF98FCF5}" type="datetimeFigureOut">
              <a:rPr lang="en-IN" smtClean="0"/>
              <a:t>05-02-2025</a:t>
            </a:fld>
            <a:endParaRPr lang="en-IN"/>
          </a:p>
        </p:txBody>
      </p:sp>
      <p:sp>
        <p:nvSpPr>
          <p:cNvPr id="5" name="Footer Placeholder 4">
            <a:extLst>
              <a:ext uri="{FF2B5EF4-FFF2-40B4-BE49-F238E27FC236}">
                <a16:creationId xmlns:a16="http://schemas.microsoft.com/office/drawing/2014/main" id="{33B9804E-2E4E-A31B-FA18-34F90DDB2A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05A8DC-DFEF-5BD9-A69A-583762B4D368}"/>
              </a:ext>
            </a:extLst>
          </p:cNvPr>
          <p:cNvSpPr>
            <a:spLocks noGrp="1"/>
          </p:cNvSpPr>
          <p:nvPr>
            <p:ph type="sldNum" sz="quarter" idx="12"/>
          </p:nvPr>
        </p:nvSpPr>
        <p:spPr/>
        <p:txBody>
          <a:bodyPr/>
          <a:lstStyle/>
          <a:p>
            <a:fld id="{D09706C5-6BAD-412D-9DDD-B1EB1598DB36}" type="slidenum">
              <a:rPr lang="en-IN" smtClean="0"/>
              <a:t>‹#›</a:t>
            </a:fld>
            <a:endParaRPr lang="en-IN"/>
          </a:p>
        </p:txBody>
      </p:sp>
    </p:spTree>
    <p:extLst>
      <p:ext uri="{BB962C8B-B14F-4D97-AF65-F5344CB8AC3E}">
        <p14:creationId xmlns:p14="http://schemas.microsoft.com/office/powerpoint/2010/main" val="4150715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9E76E0-6E58-41A2-282A-906C02565D4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E0426C-ECF3-96AC-3DA8-F99084C250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AF0C29-A740-A700-9F69-823ABE7E6069}"/>
              </a:ext>
            </a:extLst>
          </p:cNvPr>
          <p:cNvSpPr>
            <a:spLocks noGrp="1"/>
          </p:cNvSpPr>
          <p:nvPr>
            <p:ph type="dt" sz="half" idx="10"/>
          </p:nvPr>
        </p:nvSpPr>
        <p:spPr/>
        <p:txBody>
          <a:bodyPr/>
          <a:lstStyle/>
          <a:p>
            <a:fld id="{D0E8FFF7-17B0-458F-A16F-16A5FF98FCF5}" type="datetimeFigureOut">
              <a:rPr lang="en-IN" smtClean="0"/>
              <a:t>05-02-2025</a:t>
            </a:fld>
            <a:endParaRPr lang="en-IN"/>
          </a:p>
        </p:txBody>
      </p:sp>
      <p:sp>
        <p:nvSpPr>
          <p:cNvPr id="5" name="Footer Placeholder 4">
            <a:extLst>
              <a:ext uri="{FF2B5EF4-FFF2-40B4-BE49-F238E27FC236}">
                <a16:creationId xmlns:a16="http://schemas.microsoft.com/office/drawing/2014/main" id="{EB39358E-158E-AFA0-3530-A2A23EF967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EF125B-2338-B790-F2AA-6CE7C5667936}"/>
              </a:ext>
            </a:extLst>
          </p:cNvPr>
          <p:cNvSpPr>
            <a:spLocks noGrp="1"/>
          </p:cNvSpPr>
          <p:nvPr>
            <p:ph type="sldNum" sz="quarter" idx="12"/>
          </p:nvPr>
        </p:nvSpPr>
        <p:spPr/>
        <p:txBody>
          <a:bodyPr/>
          <a:lstStyle/>
          <a:p>
            <a:fld id="{D09706C5-6BAD-412D-9DDD-B1EB1598DB36}" type="slidenum">
              <a:rPr lang="en-IN" smtClean="0"/>
              <a:t>‹#›</a:t>
            </a:fld>
            <a:endParaRPr lang="en-IN"/>
          </a:p>
        </p:txBody>
      </p:sp>
    </p:spTree>
    <p:extLst>
      <p:ext uri="{BB962C8B-B14F-4D97-AF65-F5344CB8AC3E}">
        <p14:creationId xmlns:p14="http://schemas.microsoft.com/office/powerpoint/2010/main" val="1515163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5B3CED-9AD2-AE37-3FD7-8F3BB95275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A264B9-EACF-E9C0-3249-6981401709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E02CF7-1830-C5C6-A685-12F1F8B959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E8FFF7-17B0-458F-A16F-16A5FF98FCF5}" type="datetimeFigureOut">
              <a:rPr lang="en-IN" smtClean="0"/>
              <a:t>05-02-2025</a:t>
            </a:fld>
            <a:endParaRPr lang="en-IN"/>
          </a:p>
        </p:txBody>
      </p:sp>
      <p:sp>
        <p:nvSpPr>
          <p:cNvPr id="5" name="Footer Placeholder 4">
            <a:extLst>
              <a:ext uri="{FF2B5EF4-FFF2-40B4-BE49-F238E27FC236}">
                <a16:creationId xmlns:a16="http://schemas.microsoft.com/office/drawing/2014/main" id="{49C4C09F-8EC4-B983-4F2F-B2E465F160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89D2051-6206-C76D-4FD6-4C323C64D6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9706C5-6BAD-412D-9DDD-B1EB1598DB36}" type="slidenum">
              <a:rPr lang="en-IN" smtClean="0"/>
              <a:t>‹#›</a:t>
            </a:fld>
            <a:endParaRPr lang="en-IN"/>
          </a:p>
        </p:txBody>
      </p:sp>
    </p:spTree>
    <p:extLst>
      <p:ext uri="{BB962C8B-B14F-4D97-AF65-F5344CB8AC3E}">
        <p14:creationId xmlns:p14="http://schemas.microsoft.com/office/powerpoint/2010/main" val="20924217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8.jpe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C904C-48E4-AC2F-E865-4A3B2762E9E2}"/>
              </a:ext>
            </a:extLst>
          </p:cNvPr>
          <p:cNvSpPr>
            <a:spLocks noGrp="1"/>
          </p:cNvSpPr>
          <p:nvPr>
            <p:ph type="ctrTitle"/>
          </p:nvPr>
        </p:nvSpPr>
        <p:spPr>
          <a:xfrm>
            <a:off x="1414272" y="146303"/>
            <a:ext cx="9144000" cy="1187387"/>
          </a:xfrm>
        </p:spPr>
        <p:txBody>
          <a:bodyPr/>
          <a:lstStyle/>
          <a:p>
            <a:r>
              <a:rPr lang="en-US" dirty="0">
                <a:latin typeface="Times New Roman" panose="02020603050405020304" pitchFamily="18" charset="0"/>
                <a:cs typeface="Times New Roman" panose="02020603050405020304" pitchFamily="18" charset="0"/>
              </a:rPr>
              <a:t>UNIT 2</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B8ED431-CD7A-2560-AB0A-136C128F1AF0}"/>
              </a:ext>
            </a:extLst>
          </p:cNvPr>
          <p:cNvSpPr>
            <a:spLocks noGrp="1"/>
          </p:cNvSpPr>
          <p:nvPr>
            <p:ph type="subTitle" idx="1"/>
          </p:nvPr>
        </p:nvSpPr>
        <p:spPr>
          <a:xfrm>
            <a:off x="1414272" y="1562926"/>
            <a:ext cx="9741408"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Software Project Management: </a:t>
            </a:r>
            <a:r>
              <a:rPr lang="en-IN" sz="2800" dirty="0">
                <a:latin typeface="Times New Roman" panose="02020603050405020304" pitchFamily="18" charset="0"/>
                <a:cs typeface="Times New Roman" panose="02020603050405020304" pitchFamily="18" charset="0"/>
              </a:rPr>
              <a:t>Software project management complexities, Responsibilities of a software project manager, Metrics for project size estimation, Project estimation techniques, Empirical Estimation techniques, COCOMO, Halstead’s software science, risk management. </a:t>
            </a:r>
          </a:p>
          <a:p>
            <a:pPr algn="just"/>
            <a:r>
              <a:rPr lang="en-IN" sz="2800" b="1" dirty="0">
                <a:latin typeface="Times New Roman" panose="02020603050405020304" pitchFamily="18" charset="0"/>
                <a:cs typeface="Times New Roman" panose="02020603050405020304" pitchFamily="18" charset="0"/>
              </a:rPr>
              <a:t>Requirements Analysis And Specification: </a:t>
            </a:r>
            <a:r>
              <a:rPr lang="en-IN" sz="2800" dirty="0">
                <a:latin typeface="Times New Roman" panose="02020603050405020304" pitchFamily="18" charset="0"/>
                <a:cs typeface="Times New Roman" panose="02020603050405020304" pitchFamily="18" charset="0"/>
              </a:rPr>
              <a:t>Requirements gathering and analysis, Software Requirements Specification (SRS), Formal system specification, Axiomatic specification, Algebraic specification, Executable specification and 4GL</a:t>
            </a:r>
          </a:p>
        </p:txBody>
      </p:sp>
      <p:pic>
        <p:nvPicPr>
          <p:cNvPr id="4" name="Picture 3">
            <a:extLst>
              <a:ext uri="{FF2B5EF4-FFF2-40B4-BE49-F238E27FC236}">
                <a16:creationId xmlns:a16="http://schemas.microsoft.com/office/drawing/2014/main" id="{3DF5661B-1573-28B9-E297-5E3FBC522155}"/>
              </a:ext>
            </a:extLst>
          </p:cNvPr>
          <p:cNvPicPr>
            <a:picLocks noChangeAspect="1"/>
          </p:cNvPicPr>
          <p:nvPr/>
        </p:nvPicPr>
        <p:blipFill>
          <a:blip r:embed="rId2"/>
          <a:stretch>
            <a:fillRect/>
          </a:stretch>
        </p:blipFill>
        <p:spPr>
          <a:xfrm>
            <a:off x="92946" y="97522"/>
            <a:ext cx="990334" cy="614374"/>
          </a:xfrm>
          <a:prstGeom prst="rect">
            <a:avLst/>
          </a:prstGeom>
        </p:spPr>
      </p:pic>
    </p:spTree>
    <p:extLst>
      <p:ext uri="{BB962C8B-B14F-4D97-AF65-F5344CB8AC3E}">
        <p14:creationId xmlns:p14="http://schemas.microsoft.com/office/powerpoint/2010/main" val="154128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084D7-32EA-1044-3916-9C8F627C3B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392B7B-D68F-E102-1E3A-F4ECA01D59C1}"/>
              </a:ext>
            </a:extLst>
          </p:cNvPr>
          <p:cNvSpPr>
            <a:spLocks noGrp="1"/>
          </p:cNvSpPr>
          <p:nvPr>
            <p:ph type="ctrTitle"/>
          </p:nvPr>
        </p:nvSpPr>
        <p:spPr>
          <a:xfrm>
            <a:off x="1267968" y="192024"/>
            <a:ext cx="10034016" cy="730186"/>
          </a:xfrm>
        </p:spPr>
        <p:txBody>
          <a:bodyPr>
            <a:noAutofit/>
          </a:bodyPr>
          <a:lstStyle/>
          <a:p>
            <a:pPr algn="just"/>
            <a:r>
              <a:rPr lang="en-IN" sz="4000" b="1" dirty="0">
                <a:latin typeface="Times New Roman" panose="02020603050405020304" pitchFamily="18" charset="0"/>
                <a:cs typeface="Times New Roman" panose="02020603050405020304" pitchFamily="18" charset="0"/>
              </a:rPr>
              <a:t>Software project management complexities</a:t>
            </a:r>
          </a:p>
        </p:txBody>
      </p:sp>
      <p:sp>
        <p:nvSpPr>
          <p:cNvPr id="3" name="Subtitle 2">
            <a:extLst>
              <a:ext uri="{FF2B5EF4-FFF2-40B4-BE49-F238E27FC236}">
                <a16:creationId xmlns:a16="http://schemas.microsoft.com/office/drawing/2014/main" id="{7D2A4725-8034-46BF-3224-59A5430D670C}"/>
              </a:ext>
            </a:extLst>
          </p:cNvPr>
          <p:cNvSpPr>
            <a:spLocks noGrp="1"/>
          </p:cNvSpPr>
          <p:nvPr>
            <p:ph type="subTitle" idx="1"/>
          </p:nvPr>
        </p:nvSpPr>
        <p:spPr>
          <a:xfrm>
            <a:off x="588112" y="3842689"/>
            <a:ext cx="11088775" cy="1271714"/>
          </a:xfrm>
        </p:spPr>
        <p:txBody>
          <a:bodyPr>
            <a:noAutofit/>
          </a:bodyPr>
          <a:lstStyle/>
          <a:p>
            <a:pPr algn="just"/>
            <a:r>
              <a:rPr lang="en-US" sz="2800" b="1">
                <a:latin typeface="Times New Roman" panose="02020603050405020304" pitchFamily="18" charset="0"/>
                <a:cs typeface="Times New Roman" panose="02020603050405020304" pitchFamily="18" charset="0"/>
              </a:rPr>
              <a:t>Invisibility: </a:t>
            </a:r>
            <a:r>
              <a:rPr lang="en-US" sz="2800">
                <a:latin typeface="Times New Roman" panose="02020603050405020304" pitchFamily="18" charset="0"/>
                <a:cs typeface="Times New Roman" panose="02020603050405020304" pitchFamily="18" charset="0"/>
              </a:rPr>
              <a:t>Software remains invisible, until its development is complete and it is operational. Anything that is invisible, is difficult to manage and control.</a:t>
            </a:r>
            <a:endParaRPr lang="en-IN" sz="3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B6BAFBF-A7FA-1931-4502-EE805977D8BF}"/>
              </a:ext>
            </a:extLst>
          </p:cNvPr>
          <p:cNvPicPr>
            <a:picLocks noChangeAspect="1"/>
          </p:cNvPicPr>
          <p:nvPr/>
        </p:nvPicPr>
        <p:blipFill>
          <a:blip r:embed="rId2"/>
          <a:stretch>
            <a:fillRect/>
          </a:stretch>
        </p:blipFill>
        <p:spPr>
          <a:xfrm>
            <a:off x="92946" y="97522"/>
            <a:ext cx="990334" cy="614374"/>
          </a:xfrm>
          <a:prstGeom prst="rect">
            <a:avLst/>
          </a:prstGeom>
        </p:spPr>
      </p:pic>
      <p:pic>
        <p:nvPicPr>
          <p:cNvPr id="6" name="Picture 5">
            <a:extLst>
              <a:ext uri="{FF2B5EF4-FFF2-40B4-BE49-F238E27FC236}">
                <a16:creationId xmlns:a16="http://schemas.microsoft.com/office/drawing/2014/main" id="{CCAF7951-8D47-5215-FD01-29A173A2A2D9}"/>
              </a:ext>
            </a:extLst>
          </p:cNvPr>
          <p:cNvPicPr>
            <a:picLocks noChangeAspect="1"/>
          </p:cNvPicPr>
          <p:nvPr/>
        </p:nvPicPr>
        <p:blipFill>
          <a:blip r:embed="rId3"/>
          <a:stretch>
            <a:fillRect/>
          </a:stretch>
        </p:blipFill>
        <p:spPr>
          <a:xfrm>
            <a:off x="405233" y="5330952"/>
            <a:ext cx="11572424" cy="1101107"/>
          </a:xfrm>
          <a:prstGeom prst="rect">
            <a:avLst/>
          </a:prstGeom>
        </p:spPr>
      </p:pic>
      <p:pic>
        <p:nvPicPr>
          <p:cNvPr id="10" name="Picture 9">
            <a:extLst>
              <a:ext uri="{FF2B5EF4-FFF2-40B4-BE49-F238E27FC236}">
                <a16:creationId xmlns:a16="http://schemas.microsoft.com/office/drawing/2014/main" id="{4BE09BCD-7514-FDEC-6359-2202F0339200}"/>
              </a:ext>
            </a:extLst>
          </p:cNvPr>
          <p:cNvPicPr>
            <a:picLocks noChangeAspect="1"/>
          </p:cNvPicPr>
          <p:nvPr/>
        </p:nvPicPr>
        <p:blipFill>
          <a:blip r:embed="rId4"/>
          <a:stretch>
            <a:fillRect/>
          </a:stretch>
        </p:blipFill>
        <p:spPr>
          <a:xfrm>
            <a:off x="588112" y="1216551"/>
            <a:ext cx="11161928" cy="976139"/>
          </a:xfrm>
          <a:prstGeom prst="rect">
            <a:avLst/>
          </a:prstGeom>
        </p:spPr>
      </p:pic>
      <p:sp>
        <p:nvSpPr>
          <p:cNvPr id="12" name="TextBox 11">
            <a:extLst>
              <a:ext uri="{FF2B5EF4-FFF2-40B4-BE49-F238E27FC236}">
                <a16:creationId xmlns:a16="http://schemas.microsoft.com/office/drawing/2014/main" id="{0477C602-5713-C2CF-EE3E-ADA092ADF567}"/>
              </a:ext>
            </a:extLst>
          </p:cNvPr>
          <p:cNvSpPr txBox="1"/>
          <p:nvPr/>
        </p:nvSpPr>
        <p:spPr>
          <a:xfrm>
            <a:off x="768096" y="2540636"/>
            <a:ext cx="10908791" cy="954107"/>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we first investigate why management of software projects is much more complex than managing many other types of projects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6003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93DE8-E2F6-B8D0-3D0C-BB88F4F760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3BD685-4DB1-0B00-A72B-86FA164ECC2B}"/>
              </a:ext>
            </a:extLst>
          </p:cNvPr>
          <p:cNvSpPr>
            <a:spLocks noGrp="1"/>
          </p:cNvSpPr>
          <p:nvPr>
            <p:ph type="ctrTitle"/>
          </p:nvPr>
        </p:nvSpPr>
        <p:spPr>
          <a:xfrm>
            <a:off x="1267968" y="192024"/>
            <a:ext cx="10034016" cy="730186"/>
          </a:xfrm>
        </p:spPr>
        <p:txBody>
          <a:bodyPr>
            <a:noAutofit/>
          </a:bodyPr>
          <a:lstStyle/>
          <a:p>
            <a:pPr algn="just"/>
            <a:r>
              <a:rPr lang="en-IN" sz="4000" b="1" dirty="0">
                <a:latin typeface="Times New Roman" panose="02020603050405020304" pitchFamily="18" charset="0"/>
                <a:cs typeface="Times New Roman" panose="02020603050405020304" pitchFamily="18" charset="0"/>
              </a:rPr>
              <a:t>Software project management complexities</a:t>
            </a:r>
          </a:p>
        </p:txBody>
      </p:sp>
      <p:sp>
        <p:nvSpPr>
          <p:cNvPr id="3" name="Subtitle 2">
            <a:extLst>
              <a:ext uri="{FF2B5EF4-FFF2-40B4-BE49-F238E27FC236}">
                <a16:creationId xmlns:a16="http://schemas.microsoft.com/office/drawing/2014/main" id="{55527B64-559C-5DD6-49BE-54198ECFE755}"/>
              </a:ext>
            </a:extLst>
          </p:cNvPr>
          <p:cNvSpPr>
            <a:spLocks noGrp="1"/>
          </p:cNvSpPr>
          <p:nvPr>
            <p:ph type="subTitle" idx="1"/>
          </p:nvPr>
        </p:nvSpPr>
        <p:spPr>
          <a:xfrm>
            <a:off x="822960" y="1078294"/>
            <a:ext cx="9741408" cy="1655762"/>
          </a:xfrm>
        </p:spPr>
        <p:txBody>
          <a:bodyPr>
            <a:noAutofit/>
          </a:bodyPr>
          <a:lstStyle/>
          <a:p>
            <a:pPr algn="just"/>
            <a:r>
              <a:rPr lang="en-US" sz="2800" b="1" dirty="0">
                <a:latin typeface="Times New Roman" panose="02020603050405020304" pitchFamily="18" charset="0"/>
                <a:cs typeface="Times New Roman" panose="02020603050405020304" pitchFamily="18" charset="0"/>
              </a:rPr>
              <a:t>Complexity: </a:t>
            </a:r>
            <a:r>
              <a:rPr lang="en-US" sz="2800" dirty="0">
                <a:latin typeface="Times New Roman" panose="02020603050405020304" pitchFamily="18" charset="0"/>
                <a:cs typeface="Times New Roman" panose="02020603050405020304" pitchFamily="18" charset="0"/>
              </a:rPr>
              <a:t>Even a moderate sized software has millions of parts (functions) that interact with each other in many ways—data coupling, serial and concurrent runs, state transitions, control dependency, file sharing, etc.</a:t>
            </a:r>
            <a:endParaRPr lang="en-IN" sz="4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3290CDE-B3FF-5716-1C87-243D72F0EC73}"/>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047BFA2E-F76D-DFCC-CCD9-10F139D066BC}"/>
              </a:ext>
            </a:extLst>
          </p:cNvPr>
          <p:cNvSpPr txBox="1"/>
          <p:nvPr/>
        </p:nvSpPr>
        <p:spPr>
          <a:xfrm>
            <a:off x="822960" y="4771527"/>
            <a:ext cx="10140696" cy="1815882"/>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Uniqueness: </a:t>
            </a:r>
            <a:r>
              <a:rPr lang="en-US" sz="2800" dirty="0">
                <a:latin typeface="Times New Roman" panose="02020603050405020304" pitchFamily="18" charset="0"/>
                <a:cs typeface="Times New Roman" panose="02020603050405020304" pitchFamily="18" charset="0"/>
              </a:rPr>
              <a:t>Every software project is usually associated with many unique features or situations. This makes every project much different from the others. </a:t>
            </a:r>
          </a:p>
          <a:p>
            <a:pPr algn="just"/>
            <a:endParaRPr lang="en-US"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A5365B5-0656-AB7C-04F0-E14C1BD7ED51}"/>
              </a:ext>
            </a:extLst>
          </p:cNvPr>
          <p:cNvSpPr txBox="1"/>
          <p:nvPr/>
        </p:nvSpPr>
        <p:spPr>
          <a:xfrm>
            <a:off x="822960" y="2959681"/>
            <a:ext cx="10140696" cy="1384995"/>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Changeability: </a:t>
            </a:r>
            <a:r>
              <a:rPr lang="en-US" sz="2800" dirty="0">
                <a:latin typeface="Times New Roman" panose="02020603050405020304" pitchFamily="18" charset="0"/>
                <a:cs typeface="Times New Roman" panose="02020603050405020304" pitchFamily="18" charset="0"/>
              </a:rPr>
              <a:t>Because the software part of any system is easier to change as compared to the hardware part, the software part is the one that gets most frequently changed.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6645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84E15-F0AB-E438-903B-27D92E4348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861E5B-6B38-6C94-E313-614BB2A13D99}"/>
              </a:ext>
            </a:extLst>
          </p:cNvPr>
          <p:cNvSpPr>
            <a:spLocks noGrp="1"/>
          </p:cNvSpPr>
          <p:nvPr>
            <p:ph type="ctrTitle"/>
          </p:nvPr>
        </p:nvSpPr>
        <p:spPr>
          <a:xfrm>
            <a:off x="1267968" y="192024"/>
            <a:ext cx="10034016" cy="730186"/>
          </a:xfrm>
        </p:spPr>
        <p:txBody>
          <a:bodyPr>
            <a:noAutofit/>
          </a:bodyPr>
          <a:lstStyle/>
          <a:p>
            <a:pPr algn="just"/>
            <a:r>
              <a:rPr lang="en-IN" sz="4000" b="1" dirty="0">
                <a:latin typeface="Times New Roman" panose="02020603050405020304" pitchFamily="18" charset="0"/>
                <a:cs typeface="Times New Roman" panose="02020603050405020304" pitchFamily="18" charset="0"/>
              </a:rPr>
              <a:t>Software project management complexities</a:t>
            </a:r>
          </a:p>
        </p:txBody>
      </p:sp>
      <p:sp>
        <p:nvSpPr>
          <p:cNvPr id="3" name="Subtitle 2">
            <a:extLst>
              <a:ext uri="{FF2B5EF4-FFF2-40B4-BE49-F238E27FC236}">
                <a16:creationId xmlns:a16="http://schemas.microsoft.com/office/drawing/2014/main" id="{6AC369CB-92A1-E5AF-7AAD-64247ECF9ECE}"/>
              </a:ext>
            </a:extLst>
          </p:cNvPr>
          <p:cNvSpPr>
            <a:spLocks noGrp="1"/>
          </p:cNvSpPr>
          <p:nvPr>
            <p:ph type="subTitle" idx="1"/>
          </p:nvPr>
        </p:nvSpPr>
        <p:spPr>
          <a:xfrm>
            <a:off x="822960" y="1078294"/>
            <a:ext cx="9741408" cy="1655762"/>
          </a:xfrm>
        </p:spPr>
        <p:txBody>
          <a:bodyPr>
            <a:noAutofit/>
          </a:bodyPr>
          <a:lstStyle/>
          <a:p>
            <a:pPr algn="just"/>
            <a:r>
              <a:rPr lang="en-US" sz="2800" b="1" dirty="0">
                <a:latin typeface="Times New Roman" panose="02020603050405020304" pitchFamily="18" charset="0"/>
                <a:cs typeface="Times New Roman" panose="02020603050405020304" pitchFamily="18" charset="0"/>
              </a:rPr>
              <a:t>Team-oriented and intellect-intensive work: </a:t>
            </a:r>
            <a:r>
              <a:rPr lang="en-US" sz="2800" dirty="0">
                <a:latin typeface="Times New Roman" panose="02020603050405020304" pitchFamily="18" charset="0"/>
                <a:cs typeface="Times New Roman" panose="02020603050405020304" pitchFamily="18" charset="0"/>
              </a:rPr>
              <a:t>Software development projects are akin to research projects in the sense that they both involve team-oriented, intellect-intensive work.</a:t>
            </a:r>
            <a:endParaRPr lang="en-IN" sz="5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D697C7C-D042-C5EB-6C11-4C1BFAF70AA8}"/>
              </a:ext>
            </a:extLst>
          </p:cNvPr>
          <p:cNvPicPr>
            <a:picLocks noChangeAspect="1"/>
          </p:cNvPicPr>
          <p:nvPr/>
        </p:nvPicPr>
        <p:blipFill>
          <a:blip r:embed="rId2"/>
          <a:stretch>
            <a:fillRect/>
          </a:stretch>
        </p:blipFill>
        <p:spPr>
          <a:xfrm>
            <a:off x="92946" y="97522"/>
            <a:ext cx="990334" cy="614374"/>
          </a:xfrm>
          <a:prstGeom prst="rect">
            <a:avLst/>
          </a:prstGeom>
        </p:spPr>
      </p:pic>
      <p:sp>
        <p:nvSpPr>
          <p:cNvPr id="6" name="TextBox 5">
            <a:extLst>
              <a:ext uri="{FF2B5EF4-FFF2-40B4-BE49-F238E27FC236}">
                <a16:creationId xmlns:a16="http://schemas.microsoft.com/office/drawing/2014/main" id="{0114293A-445F-ECA7-38FD-E80D54782D52}"/>
              </a:ext>
            </a:extLst>
          </p:cNvPr>
          <p:cNvSpPr txBox="1"/>
          <p:nvPr/>
        </p:nvSpPr>
        <p:spPr>
          <a:xfrm>
            <a:off x="822960" y="2734056"/>
            <a:ext cx="9866376" cy="1384995"/>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Exactness of the solution: </a:t>
            </a:r>
            <a:r>
              <a:rPr lang="en-US" sz="2800" dirty="0">
                <a:latin typeface="Times New Roman" panose="02020603050405020304" pitchFamily="18" charset="0"/>
                <a:cs typeface="Times New Roman" panose="02020603050405020304" pitchFamily="18" charset="0"/>
              </a:rPr>
              <a:t>the parameters of a function call in a program are required to be in complete conformity with the function definition.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3944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6497E-A862-4CAA-808F-B3A7C464D3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4AF643-CA0B-40E0-9916-425C4DC9FC90}"/>
              </a:ext>
            </a:extLst>
          </p:cNvPr>
          <p:cNvSpPr>
            <a:spLocks noGrp="1"/>
          </p:cNvSpPr>
          <p:nvPr>
            <p:ph type="ctrTitle"/>
          </p:nvPr>
        </p:nvSpPr>
        <p:spPr>
          <a:xfrm>
            <a:off x="1231392" y="711896"/>
            <a:ext cx="10034016" cy="730186"/>
          </a:xfrm>
        </p:spPr>
        <p:txBody>
          <a:bodyPr>
            <a:noAutofit/>
          </a:bodyPr>
          <a:lstStyle/>
          <a:p>
            <a:pPr algn="just"/>
            <a:r>
              <a:rPr lang="en-US" sz="4000" b="1" dirty="0">
                <a:latin typeface="Times New Roman" panose="02020603050405020304" pitchFamily="18" charset="0"/>
                <a:cs typeface="Times New Roman" panose="02020603050405020304" pitchFamily="18" charset="0"/>
              </a:rPr>
              <a:t>Responsibilities of a software project manager</a:t>
            </a:r>
            <a:endParaRPr lang="en-IN" sz="4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CB67FC5-1B2B-F8C2-97FD-992672E171CE}"/>
              </a:ext>
            </a:extLst>
          </p:cNvPr>
          <p:cNvSpPr>
            <a:spLocks noGrp="1"/>
          </p:cNvSpPr>
          <p:nvPr>
            <p:ph type="subTitle" idx="1"/>
          </p:nvPr>
        </p:nvSpPr>
        <p:spPr>
          <a:xfrm>
            <a:off x="795528" y="1416622"/>
            <a:ext cx="9741408" cy="1655762"/>
          </a:xfrm>
        </p:spPr>
        <p:txBody>
          <a:bodyPr>
            <a:noAutofit/>
          </a:bodyPr>
          <a:lstStyle/>
          <a:p>
            <a:pPr algn="just"/>
            <a:r>
              <a:rPr lang="en-US" sz="2800" b="1" dirty="0">
                <a:solidFill>
                  <a:srgbClr val="FF0000"/>
                </a:solidFill>
                <a:latin typeface="Times New Roman" panose="02020603050405020304" pitchFamily="18" charset="0"/>
                <a:cs typeface="Times New Roman" panose="02020603050405020304" pitchFamily="18" charset="0"/>
              </a:rPr>
              <a:t> 1. Job Responsibilities for Managing Software Projects</a:t>
            </a:r>
            <a:endParaRPr lang="en-IN" sz="5400"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0A88988-ACA1-64ED-2D78-7F6A1504A953}"/>
              </a:ext>
            </a:extLst>
          </p:cNvPr>
          <p:cNvPicPr>
            <a:picLocks noChangeAspect="1"/>
          </p:cNvPicPr>
          <p:nvPr/>
        </p:nvPicPr>
        <p:blipFill>
          <a:blip r:embed="rId2"/>
          <a:stretch>
            <a:fillRect/>
          </a:stretch>
        </p:blipFill>
        <p:spPr>
          <a:xfrm>
            <a:off x="92946" y="97522"/>
            <a:ext cx="990334" cy="614374"/>
          </a:xfrm>
          <a:prstGeom prst="rect">
            <a:avLst/>
          </a:prstGeom>
        </p:spPr>
      </p:pic>
      <p:pic>
        <p:nvPicPr>
          <p:cNvPr id="8" name="Picture 7">
            <a:extLst>
              <a:ext uri="{FF2B5EF4-FFF2-40B4-BE49-F238E27FC236}">
                <a16:creationId xmlns:a16="http://schemas.microsoft.com/office/drawing/2014/main" id="{95DE13DD-D531-79BD-2283-C81E1C31544B}"/>
              </a:ext>
            </a:extLst>
          </p:cNvPr>
          <p:cNvPicPr>
            <a:picLocks noChangeAspect="1"/>
          </p:cNvPicPr>
          <p:nvPr/>
        </p:nvPicPr>
        <p:blipFill>
          <a:blip r:embed="rId3"/>
          <a:stretch>
            <a:fillRect/>
          </a:stretch>
        </p:blipFill>
        <p:spPr>
          <a:xfrm>
            <a:off x="497283" y="2026512"/>
            <a:ext cx="11058699" cy="1759105"/>
          </a:xfrm>
          <a:prstGeom prst="rect">
            <a:avLst/>
          </a:prstGeom>
        </p:spPr>
      </p:pic>
      <p:pic>
        <p:nvPicPr>
          <p:cNvPr id="10" name="Picture 9">
            <a:extLst>
              <a:ext uri="{FF2B5EF4-FFF2-40B4-BE49-F238E27FC236}">
                <a16:creationId xmlns:a16="http://schemas.microsoft.com/office/drawing/2014/main" id="{2026F284-3071-8802-21A2-D97D8C2F003E}"/>
              </a:ext>
            </a:extLst>
          </p:cNvPr>
          <p:cNvPicPr>
            <a:picLocks noChangeAspect="1"/>
          </p:cNvPicPr>
          <p:nvPr/>
        </p:nvPicPr>
        <p:blipFill>
          <a:blip r:embed="rId4"/>
          <a:stretch>
            <a:fillRect/>
          </a:stretch>
        </p:blipFill>
        <p:spPr>
          <a:xfrm>
            <a:off x="960119" y="4043005"/>
            <a:ext cx="11064963" cy="1057228"/>
          </a:xfrm>
          <a:prstGeom prst="rect">
            <a:avLst/>
          </a:prstGeom>
        </p:spPr>
      </p:pic>
      <p:pic>
        <p:nvPicPr>
          <p:cNvPr id="12" name="Picture 11">
            <a:extLst>
              <a:ext uri="{FF2B5EF4-FFF2-40B4-BE49-F238E27FC236}">
                <a16:creationId xmlns:a16="http://schemas.microsoft.com/office/drawing/2014/main" id="{DA6D9748-427D-AF1E-5EE7-17F810640FB5}"/>
              </a:ext>
            </a:extLst>
          </p:cNvPr>
          <p:cNvPicPr>
            <a:picLocks noChangeAspect="1"/>
          </p:cNvPicPr>
          <p:nvPr/>
        </p:nvPicPr>
        <p:blipFill>
          <a:blip r:embed="rId5"/>
          <a:stretch>
            <a:fillRect/>
          </a:stretch>
        </p:blipFill>
        <p:spPr>
          <a:xfrm>
            <a:off x="960119" y="5259942"/>
            <a:ext cx="11034169" cy="1057228"/>
          </a:xfrm>
          <a:prstGeom prst="rect">
            <a:avLst/>
          </a:prstGeom>
        </p:spPr>
      </p:pic>
    </p:spTree>
    <p:extLst>
      <p:ext uri="{BB962C8B-B14F-4D97-AF65-F5344CB8AC3E}">
        <p14:creationId xmlns:p14="http://schemas.microsoft.com/office/powerpoint/2010/main" val="2755898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9A0DA-F521-E8C5-35B9-36A0247B63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8B3906-8EC7-7632-265F-61C9D2854BA8}"/>
              </a:ext>
            </a:extLst>
          </p:cNvPr>
          <p:cNvSpPr>
            <a:spLocks noGrp="1"/>
          </p:cNvSpPr>
          <p:nvPr>
            <p:ph type="ctrTitle"/>
          </p:nvPr>
        </p:nvSpPr>
        <p:spPr>
          <a:xfrm>
            <a:off x="1231392" y="711896"/>
            <a:ext cx="10034016" cy="730186"/>
          </a:xfrm>
        </p:spPr>
        <p:txBody>
          <a:bodyPr>
            <a:noAutofit/>
          </a:bodyPr>
          <a:lstStyle/>
          <a:p>
            <a:pPr algn="just"/>
            <a:r>
              <a:rPr lang="en-US" sz="4000" b="1" dirty="0">
                <a:latin typeface="Times New Roman" panose="02020603050405020304" pitchFamily="18" charset="0"/>
                <a:cs typeface="Times New Roman" panose="02020603050405020304" pitchFamily="18" charset="0"/>
              </a:rPr>
              <a:t>Responsibilities of a software project manager</a:t>
            </a:r>
            <a:endParaRPr lang="en-IN" sz="4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115272B-77E3-B533-23F3-8E23F5095DDE}"/>
              </a:ext>
            </a:extLst>
          </p:cNvPr>
          <p:cNvSpPr>
            <a:spLocks noGrp="1"/>
          </p:cNvSpPr>
          <p:nvPr>
            <p:ph type="subTitle" idx="1"/>
          </p:nvPr>
        </p:nvSpPr>
        <p:spPr>
          <a:xfrm>
            <a:off x="795528" y="1416622"/>
            <a:ext cx="9741408" cy="1655762"/>
          </a:xfrm>
        </p:spPr>
        <p:txBody>
          <a:bodyPr>
            <a:noAutofit/>
          </a:bodyPr>
          <a:lstStyle/>
          <a:p>
            <a:pPr algn="just"/>
            <a:r>
              <a:rPr lang="en-US" sz="2800" b="1" dirty="0">
                <a:solidFill>
                  <a:srgbClr val="FF0000"/>
                </a:solidFill>
                <a:latin typeface="Times New Roman" panose="02020603050405020304" pitchFamily="18" charset="0"/>
                <a:cs typeface="Times New Roman" panose="02020603050405020304" pitchFamily="18" charset="0"/>
              </a:rPr>
              <a:t> 2. Skills Necessary for Managing Software Projects</a:t>
            </a:r>
            <a:endParaRPr lang="en-IN" sz="5400"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61E2E0A-025D-6EB0-887D-47ADCDEEFCF0}"/>
              </a:ext>
            </a:extLst>
          </p:cNvPr>
          <p:cNvPicPr>
            <a:picLocks noChangeAspect="1"/>
          </p:cNvPicPr>
          <p:nvPr/>
        </p:nvPicPr>
        <p:blipFill>
          <a:blip r:embed="rId2"/>
          <a:stretch>
            <a:fillRect/>
          </a:stretch>
        </p:blipFill>
        <p:spPr>
          <a:xfrm>
            <a:off x="92946" y="97522"/>
            <a:ext cx="990334" cy="614374"/>
          </a:xfrm>
          <a:prstGeom prst="rect">
            <a:avLst/>
          </a:prstGeom>
        </p:spPr>
      </p:pic>
      <p:pic>
        <p:nvPicPr>
          <p:cNvPr id="6" name="Picture 5">
            <a:extLst>
              <a:ext uri="{FF2B5EF4-FFF2-40B4-BE49-F238E27FC236}">
                <a16:creationId xmlns:a16="http://schemas.microsoft.com/office/drawing/2014/main" id="{C449BAE8-E03B-0E3A-50AC-5D5240CD22E1}"/>
              </a:ext>
            </a:extLst>
          </p:cNvPr>
          <p:cNvPicPr>
            <a:picLocks noChangeAspect="1"/>
          </p:cNvPicPr>
          <p:nvPr/>
        </p:nvPicPr>
        <p:blipFill>
          <a:blip r:embed="rId3"/>
          <a:stretch>
            <a:fillRect/>
          </a:stretch>
        </p:blipFill>
        <p:spPr>
          <a:xfrm>
            <a:off x="914840" y="2244502"/>
            <a:ext cx="10667120" cy="2080609"/>
          </a:xfrm>
          <a:prstGeom prst="rect">
            <a:avLst/>
          </a:prstGeom>
        </p:spPr>
      </p:pic>
    </p:spTree>
    <p:extLst>
      <p:ext uri="{BB962C8B-B14F-4D97-AF65-F5344CB8AC3E}">
        <p14:creationId xmlns:p14="http://schemas.microsoft.com/office/powerpoint/2010/main" val="802970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972FF-A02D-8CEB-80CC-4A8821E4A5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3B4883-F712-9B4E-5F49-430E2833D435}"/>
              </a:ext>
            </a:extLst>
          </p:cNvPr>
          <p:cNvSpPr>
            <a:spLocks noGrp="1"/>
          </p:cNvSpPr>
          <p:nvPr>
            <p:ph type="ctrTitle"/>
          </p:nvPr>
        </p:nvSpPr>
        <p:spPr>
          <a:xfrm>
            <a:off x="1231392" y="711896"/>
            <a:ext cx="10034016" cy="730186"/>
          </a:xfrm>
        </p:spPr>
        <p:txBody>
          <a:bodyPr>
            <a:noAutofit/>
          </a:bodyPr>
          <a:lstStyle/>
          <a:p>
            <a:pPr algn="just"/>
            <a:r>
              <a:rPr lang="en-US" sz="4000" b="1" dirty="0">
                <a:latin typeface="Times New Roman" panose="02020603050405020304" pitchFamily="18" charset="0"/>
                <a:cs typeface="Times New Roman" panose="02020603050405020304" pitchFamily="18" charset="0"/>
              </a:rPr>
              <a:t>METRICS FOR PROJECT SIZE ESTIMATION</a:t>
            </a:r>
            <a:endParaRPr lang="en-IN" sz="4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048BE61-9C98-DA0C-F8E3-E63D9115CC7E}"/>
              </a:ext>
            </a:extLst>
          </p:cNvPr>
          <p:cNvSpPr>
            <a:spLocks noGrp="1"/>
          </p:cNvSpPr>
          <p:nvPr>
            <p:ph type="subTitle" idx="1"/>
          </p:nvPr>
        </p:nvSpPr>
        <p:spPr>
          <a:xfrm>
            <a:off x="795528" y="1416622"/>
            <a:ext cx="10469880" cy="1655762"/>
          </a:xfrm>
        </p:spPr>
        <p:txBody>
          <a:bodyPr>
            <a:noAutofit/>
          </a:bodyPr>
          <a:lstStyle/>
          <a:p>
            <a:pPr algn="just"/>
            <a:r>
              <a:rPr lang="en-US" sz="2800" dirty="0">
                <a:latin typeface="Times New Roman" panose="02020603050405020304" pitchFamily="18" charset="0"/>
                <a:cs typeface="Times New Roman" panose="02020603050405020304" pitchFamily="18" charset="0"/>
              </a:rPr>
              <a:t>Accurate estimation of project size is central to satisfactory estimation of all other project parameters such as effort, completion time, and total project cost.</a:t>
            </a:r>
            <a:endParaRPr lang="en-IN" sz="6600"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33F2E5C-BA9B-F6CF-BF34-A1298CA25BB4}"/>
              </a:ext>
            </a:extLst>
          </p:cNvPr>
          <p:cNvPicPr>
            <a:picLocks noChangeAspect="1"/>
          </p:cNvPicPr>
          <p:nvPr/>
        </p:nvPicPr>
        <p:blipFill>
          <a:blip r:embed="rId2"/>
          <a:stretch>
            <a:fillRect/>
          </a:stretch>
        </p:blipFill>
        <p:spPr>
          <a:xfrm>
            <a:off x="92946" y="97522"/>
            <a:ext cx="990334" cy="614374"/>
          </a:xfrm>
          <a:prstGeom prst="rect">
            <a:avLst/>
          </a:prstGeom>
        </p:spPr>
      </p:pic>
      <p:sp>
        <p:nvSpPr>
          <p:cNvPr id="7" name="TextBox 6">
            <a:extLst>
              <a:ext uri="{FF2B5EF4-FFF2-40B4-BE49-F238E27FC236}">
                <a16:creationId xmlns:a16="http://schemas.microsoft.com/office/drawing/2014/main" id="{73A7C239-801C-20E4-B9BA-8FB0D4337F40}"/>
              </a:ext>
            </a:extLst>
          </p:cNvPr>
          <p:cNvSpPr txBox="1"/>
          <p:nvPr/>
        </p:nvSpPr>
        <p:spPr>
          <a:xfrm>
            <a:off x="676656" y="2822366"/>
            <a:ext cx="10588752" cy="954107"/>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Currently, two metrics are popularly being used to measure size—</a:t>
            </a:r>
            <a:r>
              <a:rPr lang="en-US" sz="2800" b="1" dirty="0">
                <a:latin typeface="Times New Roman" panose="02020603050405020304" pitchFamily="18" charset="0"/>
                <a:cs typeface="Times New Roman" panose="02020603050405020304" pitchFamily="18" charset="0"/>
              </a:rPr>
              <a:t>lines of code (LOC) and function point (FP).</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0703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D09BB-3631-0382-1FEF-D7C8286BB5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2A231F-9C98-6F8E-F00A-40C40B3CF954}"/>
              </a:ext>
            </a:extLst>
          </p:cNvPr>
          <p:cNvSpPr>
            <a:spLocks noGrp="1"/>
          </p:cNvSpPr>
          <p:nvPr>
            <p:ph type="ctrTitle"/>
          </p:nvPr>
        </p:nvSpPr>
        <p:spPr>
          <a:xfrm>
            <a:off x="1231392" y="711896"/>
            <a:ext cx="10034016" cy="730186"/>
          </a:xfrm>
        </p:spPr>
        <p:txBody>
          <a:bodyPr>
            <a:noAutofit/>
          </a:bodyPr>
          <a:lstStyle/>
          <a:p>
            <a:pPr algn="just"/>
            <a:r>
              <a:rPr lang="en-US" sz="4000" b="1" dirty="0">
                <a:latin typeface="Times New Roman" panose="02020603050405020304" pitchFamily="18" charset="0"/>
                <a:cs typeface="Times New Roman" panose="02020603050405020304" pitchFamily="18" charset="0"/>
              </a:rPr>
              <a:t>METRICS FOR PROJECT SIZE ESTIMATION</a:t>
            </a:r>
            <a:endParaRPr lang="en-IN" sz="4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458292F-3FA9-7084-C57E-F136CFA37670}"/>
              </a:ext>
            </a:extLst>
          </p:cNvPr>
          <p:cNvSpPr>
            <a:spLocks noGrp="1"/>
          </p:cNvSpPr>
          <p:nvPr>
            <p:ph type="subTitle" idx="1"/>
          </p:nvPr>
        </p:nvSpPr>
        <p:spPr>
          <a:xfrm>
            <a:off x="795528" y="1974406"/>
            <a:ext cx="10469880" cy="1655762"/>
          </a:xfrm>
        </p:spPr>
        <p:txBody>
          <a:bodyPr>
            <a:no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LOC is possibly the simplest among all metrics available to measure project size.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metric measures the size of a project by counting the number of source instructions in the developed program.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Obviously, while counting the number of source instructions, comment lines, and header lines are ignored.</a:t>
            </a:r>
          </a:p>
        </p:txBody>
      </p:sp>
      <p:pic>
        <p:nvPicPr>
          <p:cNvPr id="4" name="Picture 3">
            <a:extLst>
              <a:ext uri="{FF2B5EF4-FFF2-40B4-BE49-F238E27FC236}">
                <a16:creationId xmlns:a16="http://schemas.microsoft.com/office/drawing/2014/main" id="{CB6681FE-AA27-1B00-2BB9-958C77C4F88F}"/>
              </a:ext>
            </a:extLst>
          </p:cNvPr>
          <p:cNvPicPr>
            <a:picLocks noChangeAspect="1"/>
          </p:cNvPicPr>
          <p:nvPr/>
        </p:nvPicPr>
        <p:blipFill>
          <a:blip r:embed="rId2"/>
          <a:stretch>
            <a:fillRect/>
          </a:stretch>
        </p:blipFill>
        <p:spPr>
          <a:xfrm>
            <a:off x="92946" y="97522"/>
            <a:ext cx="990334" cy="614374"/>
          </a:xfrm>
          <a:prstGeom prst="rect">
            <a:avLst/>
          </a:prstGeom>
        </p:spPr>
      </p:pic>
    </p:spTree>
    <p:extLst>
      <p:ext uri="{BB962C8B-B14F-4D97-AF65-F5344CB8AC3E}">
        <p14:creationId xmlns:p14="http://schemas.microsoft.com/office/powerpoint/2010/main" val="69376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92187-159B-851B-3028-9B22F4B677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8029A7-A380-B3BF-0656-0F2E80EE9816}"/>
              </a:ext>
            </a:extLst>
          </p:cNvPr>
          <p:cNvSpPr>
            <a:spLocks noGrp="1"/>
          </p:cNvSpPr>
          <p:nvPr>
            <p:ph type="ctrTitle"/>
          </p:nvPr>
        </p:nvSpPr>
        <p:spPr>
          <a:xfrm>
            <a:off x="1231392" y="711896"/>
            <a:ext cx="10034016" cy="730186"/>
          </a:xfrm>
        </p:spPr>
        <p:txBody>
          <a:bodyPr>
            <a:noAutofit/>
          </a:bodyPr>
          <a:lstStyle/>
          <a:p>
            <a:pPr algn="just"/>
            <a:r>
              <a:rPr lang="en-US" sz="4000" b="1" dirty="0">
                <a:latin typeface="Times New Roman" panose="02020603050405020304" pitchFamily="18" charset="0"/>
                <a:cs typeface="Times New Roman" panose="02020603050405020304" pitchFamily="18" charset="0"/>
              </a:rPr>
              <a:t>METRICS FOR PROJECT SIZE ESTIMATION</a:t>
            </a:r>
            <a:endParaRPr lang="en-IN" sz="4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466B9A2-3AF3-E95A-3846-BCC788C49908}"/>
              </a:ext>
            </a:extLst>
          </p:cNvPr>
          <p:cNvSpPr>
            <a:spLocks noGrp="1"/>
          </p:cNvSpPr>
          <p:nvPr>
            <p:ph type="subTitle" idx="1"/>
          </p:nvPr>
        </p:nvSpPr>
        <p:spPr>
          <a:xfrm>
            <a:off x="795528" y="1508062"/>
            <a:ext cx="10469880" cy="1655762"/>
          </a:xfrm>
        </p:spPr>
        <p:txBody>
          <a:bodyPr>
            <a:noAutofit/>
          </a:bodyPr>
          <a:lstStyle/>
          <a:p>
            <a:pPr algn="just"/>
            <a:r>
              <a:rPr lang="en-US" sz="2800" b="1" dirty="0">
                <a:latin typeface="Times New Roman" panose="02020603050405020304" pitchFamily="18" charset="0"/>
                <a:cs typeface="Times New Roman" panose="02020603050405020304" pitchFamily="18" charset="0"/>
              </a:rPr>
              <a:t>Shortcomings of the LOC metrics</a:t>
            </a:r>
          </a:p>
          <a:p>
            <a:pPr algn="just"/>
            <a:r>
              <a:rPr lang="en-US" sz="2800" dirty="0">
                <a:latin typeface="Times New Roman" panose="02020603050405020304" pitchFamily="18" charset="0"/>
                <a:cs typeface="Times New Roman" panose="02020603050405020304" pitchFamily="18" charset="0"/>
              </a:rPr>
              <a:t>1. </a:t>
            </a:r>
            <a:r>
              <a:rPr lang="en-US" sz="2800" b="1" dirty="0">
                <a:latin typeface="Times New Roman" panose="02020603050405020304" pitchFamily="18" charset="0"/>
                <a:cs typeface="Times New Roman" panose="02020603050405020304" pitchFamily="18" charset="0"/>
              </a:rPr>
              <a:t>LOC is a measure of coding activity alone. </a:t>
            </a:r>
            <a:r>
              <a:rPr lang="en-US" sz="2800" dirty="0">
                <a:latin typeface="Times New Roman" panose="02020603050405020304" pitchFamily="18" charset="0"/>
                <a:cs typeface="Times New Roman" panose="02020603050405020304" pitchFamily="18" charset="0"/>
              </a:rPr>
              <a:t>A good problem size measure should consider the total effort needed to carry out various life cycle activities (i.e. specification, design, code, test, etc.) and not just the coding effort.</a:t>
            </a:r>
          </a:p>
          <a:p>
            <a:pPr algn="just"/>
            <a:r>
              <a:rPr lang="en-US" sz="2800" dirty="0">
                <a:latin typeface="Times New Roman" panose="02020603050405020304" pitchFamily="18" charset="0"/>
                <a:cs typeface="Times New Roman" panose="02020603050405020304" pitchFamily="18" charset="0"/>
              </a:rPr>
              <a:t>2.</a:t>
            </a:r>
            <a:r>
              <a:rPr lang="en-US" sz="2800" b="1" dirty="0">
                <a:latin typeface="Times New Roman" panose="02020603050405020304" pitchFamily="18" charset="0"/>
                <a:cs typeface="Times New Roman" panose="02020603050405020304" pitchFamily="18" charset="0"/>
              </a:rPr>
              <a:t> LOC count depends on the choice of specific instructions: </a:t>
            </a:r>
            <a:r>
              <a:rPr lang="en-US" sz="2800" dirty="0">
                <a:latin typeface="Times New Roman" panose="02020603050405020304" pitchFamily="18" charset="0"/>
                <a:cs typeface="Times New Roman" panose="02020603050405020304" pitchFamily="18" charset="0"/>
              </a:rPr>
              <a:t>LOC gives a numerical value of problem size that can vary widely with coding styles of individual programmers. </a:t>
            </a:r>
          </a:p>
          <a:p>
            <a:pPr algn="just"/>
            <a:r>
              <a:rPr lang="en-US" sz="2800" b="1" dirty="0">
                <a:latin typeface="Times New Roman" panose="02020603050405020304" pitchFamily="18" charset="0"/>
                <a:cs typeface="Times New Roman" panose="02020603050405020304" pitchFamily="18" charset="0"/>
              </a:rPr>
              <a:t>3. LOC measure correlates poorly with the quality and efficiency of the code</a:t>
            </a:r>
            <a:r>
              <a:rPr lang="en-US" sz="2800" dirty="0">
                <a:latin typeface="Times New Roman" panose="02020603050405020304" pitchFamily="18" charset="0"/>
                <a:cs typeface="Times New Roman" panose="02020603050405020304" pitchFamily="18" charset="0"/>
              </a:rPr>
              <a:t>: Larger code size does not necessarily imply better quality of code or higher efficiency.</a:t>
            </a:r>
            <a:endParaRPr lang="en-US" sz="36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0BD4335-EA88-FFF6-AC27-1EE142540747}"/>
              </a:ext>
            </a:extLst>
          </p:cNvPr>
          <p:cNvPicPr>
            <a:picLocks noChangeAspect="1"/>
          </p:cNvPicPr>
          <p:nvPr/>
        </p:nvPicPr>
        <p:blipFill>
          <a:blip r:embed="rId2"/>
          <a:stretch>
            <a:fillRect/>
          </a:stretch>
        </p:blipFill>
        <p:spPr>
          <a:xfrm>
            <a:off x="92946" y="97522"/>
            <a:ext cx="990334" cy="614374"/>
          </a:xfrm>
          <a:prstGeom prst="rect">
            <a:avLst/>
          </a:prstGeom>
        </p:spPr>
      </p:pic>
    </p:spTree>
    <p:extLst>
      <p:ext uri="{BB962C8B-B14F-4D97-AF65-F5344CB8AC3E}">
        <p14:creationId xmlns:p14="http://schemas.microsoft.com/office/powerpoint/2010/main" val="3982284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884F0-31C0-0E23-52A0-862EE17C2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03340-4D27-AD35-B379-BF90AA42E004}"/>
              </a:ext>
            </a:extLst>
          </p:cNvPr>
          <p:cNvSpPr>
            <a:spLocks noGrp="1"/>
          </p:cNvSpPr>
          <p:nvPr>
            <p:ph type="ctrTitle"/>
          </p:nvPr>
        </p:nvSpPr>
        <p:spPr>
          <a:xfrm>
            <a:off x="1231392" y="711896"/>
            <a:ext cx="10034016" cy="730186"/>
          </a:xfrm>
        </p:spPr>
        <p:txBody>
          <a:bodyPr>
            <a:noAutofit/>
          </a:bodyPr>
          <a:lstStyle/>
          <a:p>
            <a:pPr algn="just"/>
            <a:r>
              <a:rPr lang="en-US" sz="4000" b="1" dirty="0">
                <a:latin typeface="Times New Roman" panose="02020603050405020304" pitchFamily="18" charset="0"/>
                <a:cs typeface="Times New Roman" panose="02020603050405020304" pitchFamily="18" charset="0"/>
              </a:rPr>
              <a:t>METRICS FOR PROJECT SIZE ESTIMATION</a:t>
            </a:r>
            <a:endParaRPr lang="en-IN" sz="4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1D6A61C-F3DC-9E50-E1A2-AD04E01CF8B4}"/>
              </a:ext>
            </a:extLst>
          </p:cNvPr>
          <p:cNvSpPr>
            <a:spLocks noGrp="1"/>
          </p:cNvSpPr>
          <p:nvPr>
            <p:ph type="subTitle" idx="1"/>
          </p:nvPr>
        </p:nvSpPr>
        <p:spPr>
          <a:xfrm>
            <a:off x="795528" y="1508062"/>
            <a:ext cx="10469880" cy="1655762"/>
          </a:xfrm>
        </p:spPr>
        <p:txBody>
          <a:bodyPr>
            <a:noAutofit/>
          </a:bodyPr>
          <a:lstStyle/>
          <a:p>
            <a:pPr algn="just"/>
            <a:r>
              <a:rPr lang="en-US" sz="2800" b="1" dirty="0">
                <a:latin typeface="Times New Roman" panose="02020603050405020304" pitchFamily="18" charset="0"/>
                <a:cs typeface="Times New Roman" panose="02020603050405020304" pitchFamily="18" charset="0"/>
              </a:rPr>
              <a:t>Shortcomings of the LOC metrics</a:t>
            </a:r>
          </a:p>
          <a:p>
            <a:pPr algn="just"/>
            <a:r>
              <a:rPr lang="en-US" sz="2800" b="1" dirty="0">
                <a:latin typeface="Times New Roman" panose="02020603050405020304" pitchFamily="18" charset="0"/>
                <a:cs typeface="Times New Roman" panose="02020603050405020304" pitchFamily="18" charset="0"/>
              </a:rPr>
              <a:t>4. It is very difficult to accurately estimate LOC of the final program from problem specification</a:t>
            </a:r>
            <a:r>
              <a:rPr lang="en-US" sz="2800" dirty="0">
                <a:latin typeface="Times New Roman" panose="02020603050405020304" pitchFamily="18" charset="0"/>
                <a:cs typeface="Times New Roman" panose="02020603050405020304" pitchFamily="18" charset="0"/>
              </a:rPr>
              <a:t>: As already discussed, at the project initiation time, it is a very difficult task to accurately estimate the number of lines of code (LOC) that the program would have after development. </a:t>
            </a:r>
            <a:endParaRPr lang="en-US" sz="36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0BC41D0-2A1C-972C-BBA3-56D21C76A7B5}"/>
              </a:ext>
            </a:extLst>
          </p:cNvPr>
          <p:cNvPicPr>
            <a:picLocks noChangeAspect="1"/>
          </p:cNvPicPr>
          <p:nvPr/>
        </p:nvPicPr>
        <p:blipFill>
          <a:blip r:embed="rId2"/>
          <a:stretch>
            <a:fillRect/>
          </a:stretch>
        </p:blipFill>
        <p:spPr>
          <a:xfrm>
            <a:off x="92946" y="97522"/>
            <a:ext cx="990334" cy="614374"/>
          </a:xfrm>
          <a:prstGeom prst="rect">
            <a:avLst/>
          </a:prstGeom>
        </p:spPr>
      </p:pic>
    </p:spTree>
    <p:extLst>
      <p:ext uri="{BB962C8B-B14F-4D97-AF65-F5344CB8AC3E}">
        <p14:creationId xmlns:p14="http://schemas.microsoft.com/office/powerpoint/2010/main" val="752064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6C19C-56FF-82EE-34B2-64E4219A8E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7C7C7C-5085-88F3-04BC-EA9525DBB310}"/>
              </a:ext>
            </a:extLst>
          </p:cNvPr>
          <p:cNvSpPr>
            <a:spLocks noGrp="1"/>
          </p:cNvSpPr>
          <p:nvPr>
            <p:ph type="ctrTitle"/>
          </p:nvPr>
        </p:nvSpPr>
        <p:spPr>
          <a:xfrm>
            <a:off x="1231392" y="711896"/>
            <a:ext cx="10034016" cy="730186"/>
          </a:xfrm>
        </p:spPr>
        <p:txBody>
          <a:bodyPr>
            <a:noAutofit/>
          </a:bodyPr>
          <a:lstStyle/>
          <a:p>
            <a:pPr algn="just"/>
            <a:r>
              <a:rPr lang="en-US" sz="4000" b="1" dirty="0">
                <a:latin typeface="Times New Roman" panose="02020603050405020304" pitchFamily="18" charset="0"/>
                <a:cs typeface="Times New Roman" panose="02020603050405020304" pitchFamily="18" charset="0"/>
              </a:rPr>
              <a:t>METRICS FOR PROJECT SIZE ESTIMATION</a:t>
            </a:r>
            <a:endParaRPr lang="en-IN" sz="4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0BE04A8-7B3A-1D78-B604-C66B8E9DB317}"/>
              </a:ext>
            </a:extLst>
          </p:cNvPr>
          <p:cNvSpPr>
            <a:spLocks noGrp="1"/>
          </p:cNvSpPr>
          <p:nvPr>
            <p:ph type="subTitle" idx="1"/>
          </p:nvPr>
        </p:nvSpPr>
        <p:spPr>
          <a:xfrm>
            <a:off x="795528" y="1508062"/>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Function Point (FP) Metric</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5C19862-E02B-0419-83DC-E14E4647A264}"/>
              </a:ext>
            </a:extLst>
          </p:cNvPr>
          <p:cNvPicPr>
            <a:picLocks noChangeAspect="1"/>
          </p:cNvPicPr>
          <p:nvPr/>
        </p:nvPicPr>
        <p:blipFill>
          <a:blip r:embed="rId2"/>
          <a:stretch>
            <a:fillRect/>
          </a:stretch>
        </p:blipFill>
        <p:spPr>
          <a:xfrm>
            <a:off x="92946" y="97522"/>
            <a:ext cx="990334" cy="614374"/>
          </a:xfrm>
          <a:prstGeom prst="rect">
            <a:avLst/>
          </a:prstGeom>
        </p:spPr>
      </p:pic>
      <p:sp>
        <p:nvSpPr>
          <p:cNvPr id="6" name="TextBox 5">
            <a:extLst>
              <a:ext uri="{FF2B5EF4-FFF2-40B4-BE49-F238E27FC236}">
                <a16:creationId xmlns:a16="http://schemas.microsoft.com/office/drawing/2014/main" id="{12AE6FE9-BC3C-B0D9-9453-E1C0745F6F45}"/>
              </a:ext>
            </a:extLst>
          </p:cNvPr>
          <p:cNvSpPr txBox="1"/>
          <p:nvPr/>
        </p:nvSpPr>
        <p:spPr>
          <a:xfrm>
            <a:off x="795528" y="2118283"/>
            <a:ext cx="10753344" cy="3108543"/>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Function point metric was proposed by Albrecht in 1983. This metric overcomes many of the shortcomings of the LOC metric.</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function point metric is based on the idea that a software product</a:t>
            </a:r>
          </a:p>
          <a:p>
            <a:r>
              <a:rPr lang="en-US" sz="2800" dirty="0">
                <a:latin typeface="Times New Roman" panose="02020603050405020304" pitchFamily="18" charset="0"/>
                <a:cs typeface="Times New Roman" panose="02020603050405020304" pitchFamily="18" charset="0"/>
              </a:rPr>
              <a:t>supporting many features would certainly be of larger size than a </a:t>
            </a:r>
            <a:r>
              <a:rPr lang="en-US" sz="2800" b="1" dirty="0">
                <a:latin typeface="Times New Roman" panose="02020603050405020304" pitchFamily="18" charset="0"/>
                <a:cs typeface="Times New Roman" panose="02020603050405020304" pitchFamily="18" charset="0"/>
              </a:rPr>
              <a:t>product with less number of features</a:t>
            </a:r>
            <a:r>
              <a:rPr lang="en-US" sz="2800" dirty="0">
                <a:latin typeface="Times New Roman" panose="02020603050405020304" pitchFamily="18" charset="0"/>
                <a:cs typeface="Times New Roman" panose="02020603050405020304" pitchFamily="18" charset="0"/>
              </a:rPr>
              <a:t>.</a:t>
            </a:r>
          </a:p>
          <a:p>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4293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9389-6E68-1745-2BB8-85F445C5E7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B6003E-9435-214A-5CFF-F3BBCF83BA45}"/>
              </a:ext>
            </a:extLst>
          </p:cNvPr>
          <p:cNvSpPr>
            <a:spLocks noGrp="1"/>
          </p:cNvSpPr>
          <p:nvPr>
            <p:ph type="ctrTitle"/>
          </p:nvPr>
        </p:nvSpPr>
        <p:spPr>
          <a:xfrm>
            <a:off x="1231392" y="711896"/>
            <a:ext cx="10034016" cy="730186"/>
          </a:xfrm>
        </p:spPr>
        <p:txBody>
          <a:bodyPr>
            <a:noAutofit/>
          </a:bodyPr>
          <a:lstStyle/>
          <a:p>
            <a:pPr algn="just"/>
            <a:r>
              <a:rPr lang="en-US" sz="4000" b="1" dirty="0">
                <a:latin typeface="Times New Roman" panose="02020603050405020304" pitchFamily="18" charset="0"/>
                <a:cs typeface="Times New Roman" panose="02020603050405020304" pitchFamily="18" charset="0"/>
              </a:rPr>
              <a:t>METRICS FOR PROJECT SIZE ESTIMATION</a:t>
            </a:r>
            <a:endParaRPr lang="en-IN" sz="4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8E7E3BA-92D8-53FD-8F5D-E223B5C971F1}"/>
              </a:ext>
            </a:extLst>
          </p:cNvPr>
          <p:cNvSpPr>
            <a:spLocks noGrp="1"/>
          </p:cNvSpPr>
          <p:nvPr>
            <p:ph type="subTitle" idx="1"/>
          </p:nvPr>
        </p:nvSpPr>
        <p:spPr>
          <a:xfrm>
            <a:off x="795528" y="1508062"/>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Function Point (FP) Metric</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3BBE4A1-E845-D3AE-FF8D-F5EABAAF645B}"/>
              </a:ext>
            </a:extLst>
          </p:cNvPr>
          <p:cNvPicPr>
            <a:picLocks noChangeAspect="1"/>
          </p:cNvPicPr>
          <p:nvPr/>
        </p:nvPicPr>
        <p:blipFill>
          <a:blip r:embed="rId2"/>
          <a:stretch>
            <a:fillRect/>
          </a:stretch>
        </p:blipFill>
        <p:spPr>
          <a:xfrm>
            <a:off x="92946" y="97522"/>
            <a:ext cx="990334" cy="614374"/>
          </a:xfrm>
          <a:prstGeom prst="rect">
            <a:avLst/>
          </a:prstGeom>
        </p:spPr>
      </p:pic>
      <p:pic>
        <p:nvPicPr>
          <p:cNvPr id="7" name="Picture 6">
            <a:extLst>
              <a:ext uri="{FF2B5EF4-FFF2-40B4-BE49-F238E27FC236}">
                <a16:creationId xmlns:a16="http://schemas.microsoft.com/office/drawing/2014/main" id="{DAA1F7E0-1FD5-F1E8-D2A9-58951EE67385}"/>
              </a:ext>
            </a:extLst>
          </p:cNvPr>
          <p:cNvPicPr>
            <a:picLocks noChangeAspect="1"/>
          </p:cNvPicPr>
          <p:nvPr/>
        </p:nvPicPr>
        <p:blipFill>
          <a:blip r:embed="rId3"/>
          <a:stretch>
            <a:fillRect/>
          </a:stretch>
        </p:blipFill>
        <p:spPr>
          <a:xfrm>
            <a:off x="1982461" y="2173765"/>
            <a:ext cx="8295395" cy="4336763"/>
          </a:xfrm>
          <a:prstGeom prst="rect">
            <a:avLst/>
          </a:prstGeom>
        </p:spPr>
      </p:pic>
    </p:spTree>
    <p:extLst>
      <p:ext uri="{BB962C8B-B14F-4D97-AF65-F5344CB8AC3E}">
        <p14:creationId xmlns:p14="http://schemas.microsoft.com/office/powerpoint/2010/main" val="572642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84C1F-EDC4-55D2-77FD-B6380C97D0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6E93BC-0855-0DB7-38A8-37EB249FD390}"/>
              </a:ext>
            </a:extLst>
          </p:cNvPr>
          <p:cNvSpPr>
            <a:spLocks noGrp="1"/>
          </p:cNvSpPr>
          <p:nvPr>
            <p:ph type="ctrTitle"/>
          </p:nvPr>
        </p:nvSpPr>
        <p:spPr>
          <a:xfrm>
            <a:off x="1231392" y="711896"/>
            <a:ext cx="10034016" cy="730186"/>
          </a:xfrm>
        </p:spPr>
        <p:txBody>
          <a:bodyPr>
            <a:noAutofit/>
          </a:bodyPr>
          <a:lstStyle/>
          <a:p>
            <a:pPr algn="just"/>
            <a:r>
              <a:rPr lang="en-US" sz="4000" b="1" dirty="0">
                <a:latin typeface="Times New Roman" panose="02020603050405020304" pitchFamily="18" charset="0"/>
                <a:cs typeface="Times New Roman" panose="02020603050405020304" pitchFamily="18" charset="0"/>
              </a:rPr>
              <a:t>METRICS FOR PROJECT SIZE ESTIMATION</a:t>
            </a:r>
            <a:endParaRPr lang="en-IN" sz="4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EE1FB11-3D9F-EC41-B655-9FB8A0603943}"/>
              </a:ext>
            </a:extLst>
          </p:cNvPr>
          <p:cNvSpPr>
            <a:spLocks noGrp="1"/>
          </p:cNvSpPr>
          <p:nvPr>
            <p:ph type="subTitle" idx="1"/>
          </p:nvPr>
        </p:nvSpPr>
        <p:spPr>
          <a:xfrm>
            <a:off x="795528" y="1508062"/>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Function Point (FP) Metric Computation</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5F03BEE-D65F-1F09-AE49-C683DEEBBC97}"/>
              </a:ext>
            </a:extLst>
          </p:cNvPr>
          <p:cNvPicPr>
            <a:picLocks noChangeAspect="1"/>
          </p:cNvPicPr>
          <p:nvPr/>
        </p:nvPicPr>
        <p:blipFill>
          <a:blip r:embed="rId2"/>
          <a:stretch>
            <a:fillRect/>
          </a:stretch>
        </p:blipFill>
        <p:spPr>
          <a:xfrm>
            <a:off x="92946" y="97522"/>
            <a:ext cx="990334" cy="614374"/>
          </a:xfrm>
          <a:prstGeom prst="rect">
            <a:avLst/>
          </a:prstGeom>
        </p:spPr>
      </p:pic>
      <p:sp>
        <p:nvSpPr>
          <p:cNvPr id="6" name="TextBox 5">
            <a:extLst>
              <a:ext uri="{FF2B5EF4-FFF2-40B4-BE49-F238E27FC236}">
                <a16:creationId xmlns:a16="http://schemas.microsoft.com/office/drawing/2014/main" id="{09A3BE7E-C072-8D64-BE48-CB3F6A66FC7D}"/>
              </a:ext>
            </a:extLst>
          </p:cNvPr>
          <p:cNvSpPr txBox="1"/>
          <p:nvPr/>
        </p:nvSpPr>
        <p:spPr>
          <a:xfrm>
            <a:off x="795528" y="2238248"/>
            <a:ext cx="11173968" cy="1384995"/>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Step 1: UFP computation</a:t>
            </a:r>
          </a:p>
          <a:p>
            <a:r>
              <a:rPr lang="en-US" sz="2800" dirty="0">
                <a:latin typeface="Times New Roman" panose="02020603050405020304" pitchFamily="18" charset="0"/>
                <a:cs typeface="Times New Roman" panose="02020603050405020304" pitchFamily="18" charset="0"/>
              </a:rPr>
              <a:t>The unadjusted function points (UFP) is computed as the weighted sum of five characteristics of a product as shown in the following expression.</a:t>
            </a:r>
            <a:endParaRPr lang="en-IN" sz="28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7DC605F-6E84-7288-B6FF-AD54081D2329}"/>
              </a:ext>
            </a:extLst>
          </p:cNvPr>
          <p:cNvSpPr txBox="1"/>
          <p:nvPr/>
        </p:nvSpPr>
        <p:spPr>
          <a:xfrm>
            <a:off x="795528" y="3894010"/>
            <a:ext cx="10963656" cy="64633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UFP = (Number of inputs)*4 + (Number of outputs)*5 + (Number of inquiries)*4 + (Number of files)*10 + (Number of interfaces)*10</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4756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52773-4245-4389-78C8-5C2ACCC0C62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9EABD5D-05CE-4B0F-79C5-7832A89D699A}"/>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Function Point (FP) Metric Computation</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73C68F1-6F35-B0AF-19E0-968F5AD76485}"/>
              </a:ext>
            </a:extLst>
          </p:cNvPr>
          <p:cNvPicPr>
            <a:picLocks noChangeAspect="1"/>
          </p:cNvPicPr>
          <p:nvPr/>
        </p:nvPicPr>
        <p:blipFill>
          <a:blip r:embed="rId2"/>
          <a:stretch>
            <a:fillRect/>
          </a:stretch>
        </p:blipFill>
        <p:spPr>
          <a:xfrm>
            <a:off x="92946" y="97522"/>
            <a:ext cx="990334" cy="614374"/>
          </a:xfrm>
          <a:prstGeom prst="rect">
            <a:avLst/>
          </a:prstGeom>
        </p:spPr>
      </p:pic>
      <p:sp>
        <p:nvSpPr>
          <p:cNvPr id="9" name="TextBox 8">
            <a:extLst>
              <a:ext uri="{FF2B5EF4-FFF2-40B4-BE49-F238E27FC236}">
                <a16:creationId xmlns:a16="http://schemas.microsoft.com/office/drawing/2014/main" id="{2F571582-366F-C4B4-0255-337DEFB9ED1E}"/>
              </a:ext>
            </a:extLst>
          </p:cNvPr>
          <p:cNvSpPr txBox="1"/>
          <p:nvPr/>
        </p:nvSpPr>
        <p:spPr>
          <a:xfrm>
            <a:off x="1042416" y="773325"/>
            <a:ext cx="10963656" cy="954107"/>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UFP = (Number of inputs)*4 + (Number of outputs)*5 + (Number of inquiries)*4 + (Number of files)*10 + (Number of interfaces)*10</a:t>
            </a:r>
            <a:endParaRPr lang="en-IN" sz="28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D75513C-71FA-A090-01C1-75803D88FDE5}"/>
              </a:ext>
            </a:extLst>
          </p:cNvPr>
          <p:cNvSpPr txBox="1"/>
          <p:nvPr/>
        </p:nvSpPr>
        <p:spPr>
          <a:xfrm>
            <a:off x="614172" y="1788862"/>
            <a:ext cx="10963656" cy="4832092"/>
          </a:xfrm>
          <a:prstGeom prst="rect">
            <a:avLst/>
          </a:prstGeom>
          <a:noFill/>
        </p:spPr>
        <p:txBody>
          <a:bodyPr wrap="square">
            <a:spAutoFit/>
          </a:bodyPr>
          <a:lstStyle/>
          <a:p>
            <a:pPr marL="342900" indent="-342900">
              <a:buAutoNum type="arabicPeriod"/>
            </a:pPr>
            <a:r>
              <a:rPr lang="en-IN" sz="2800" b="1" dirty="0">
                <a:latin typeface="Times New Roman" panose="02020603050405020304" pitchFamily="18" charset="0"/>
                <a:cs typeface="Times New Roman" panose="02020603050405020304" pitchFamily="18" charset="0"/>
              </a:rPr>
              <a:t>Number of inputs: </a:t>
            </a:r>
            <a:r>
              <a:rPr lang="en-US" sz="2800" dirty="0">
                <a:latin typeface="Times New Roman" panose="02020603050405020304" pitchFamily="18" charset="0"/>
                <a:cs typeface="Times New Roman" panose="02020603050405020304" pitchFamily="18" charset="0"/>
              </a:rPr>
              <a:t>Each data item input by the user is counted.</a:t>
            </a:r>
          </a:p>
          <a:p>
            <a:pPr marL="342900" indent="-342900">
              <a:buAutoNum type="arabicPeriod"/>
            </a:pPr>
            <a:r>
              <a:rPr lang="en-US" sz="2800" b="1" dirty="0">
                <a:latin typeface="Times New Roman" panose="02020603050405020304" pitchFamily="18" charset="0"/>
                <a:cs typeface="Times New Roman" panose="02020603050405020304" pitchFamily="18" charset="0"/>
              </a:rPr>
              <a:t>Number of outputs: </a:t>
            </a:r>
            <a:r>
              <a:rPr lang="en-US" sz="2800" dirty="0">
                <a:latin typeface="Times New Roman" panose="02020603050405020304" pitchFamily="18" charset="0"/>
                <a:cs typeface="Times New Roman" panose="02020603050405020304" pitchFamily="18" charset="0"/>
              </a:rPr>
              <a:t>The outputs considered include reports printed, screen outputs, error messages produced, etc.</a:t>
            </a:r>
          </a:p>
          <a:p>
            <a:pPr marL="342900" indent="-342900">
              <a:buAutoNum type="arabicPeriod"/>
            </a:pPr>
            <a:r>
              <a:rPr lang="en-US" sz="2800" b="1" dirty="0">
                <a:latin typeface="Times New Roman" panose="02020603050405020304" pitchFamily="18" charset="0"/>
                <a:cs typeface="Times New Roman" panose="02020603050405020304" pitchFamily="18" charset="0"/>
              </a:rPr>
              <a:t>Number of inquiries: </a:t>
            </a:r>
            <a:r>
              <a:rPr lang="en-US" sz="2800" dirty="0">
                <a:latin typeface="Times New Roman" panose="02020603050405020304" pitchFamily="18" charset="0"/>
                <a:cs typeface="Times New Roman" panose="02020603050405020304" pitchFamily="18" charset="0"/>
              </a:rPr>
              <a:t>An inquiry is a user command (without any data input) and only requires some actions to be performed by the system.(print account balance, print all student grades, display rank holders’ names)</a:t>
            </a:r>
          </a:p>
          <a:p>
            <a:pPr marL="342900" indent="-342900">
              <a:buAutoNum type="arabicPeriod"/>
            </a:pPr>
            <a:r>
              <a:rPr lang="en-US" sz="2800" b="1" dirty="0">
                <a:latin typeface="Times New Roman" panose="02020603050405020304" pitchFamily="18" charset="0"/>
                <a:cs typeface="Times New Roman" panose="02020603050405020304" pitchFamily="18" charset="0"/>
              </a:rPr>
              <a:t>Number of files: </a:t>
            </a:r>
            <a:r>
              <a:rPr lang="en-US" sz="2800" dirty="0">
                <a:latin typeface="Times New Roman" panose="02020603050405020304" pitchFamily="18" charset="0"/>
                <a:cs typeface="Times New Roman" panose="02020603050405020304" pitchFamily="18" charset="0"/>
              </a:rPr>
              <a:t>The files referred to here are logical files. A logical file represents a group of logically related data.</a:t>
            </a:r>
          </a:p>
          <a:p>
            <a:pPr marL="342900" indent="-342900">
              <a:buAutoNum type="arabicPeriod"/>
            </a:pPr>
            <a:r>
              <a:rPr lang="en-US" sz="2800" b="1" dirty="0">
                <a:latin typeface="Times New Roman" panose="02020603050405020304" pitchFamily="18" charset="0"/>
                <a:cs typeface="Times New Roman" panose="02020603050405020304" pitchFamily="18" charset="0"/>
              </a:rPr>
              <a:t>Number of interfaces: </a:t>
            </a:r>
            <a:r>
              <a:rPr lang="en-US" sz="2800" dirty="0">
                <a:latin typeface="Times New Roman" panose="02020603050405020304" pitchFamily="18" charset="0"/>
                <a:cs typeface="Times New Roman" panose="02020603050405020304" pitchFamily="18" charset="0"/>
              </a:rPr>
              <a:t>Here the interfaces denote the different mechanisms that are used to exchange information with other </a:t>
            </a:r>
            <a:r>
              <a:rPr lang="en-IN" sz="2800" dirty="0">
                <a:latin typeface="Times New Roman" panose="02020603050405020304" pitchFamily="18" charset="0"/>
                <a:cs typeface="Times New Roman" panose="02020603050405020304" pitchFamily="18" charset="0"/>
              </a:rPr>
              <a:t>systems.</a:t>
            </a:r>
          </a:p>
        </p:txBody>
      </p:sp>
    </p:spTree>
    <p:extLst>
      <p:ext uri="{BB962C8B-B14F-4D97-AF65-F5344CB8AC3E}">
        <p14:creationId xmlns:p14="http://schemas.microsoft.com/office/powerpoint/2010/main" val="33876700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1F027-FD0E-B989-BC42-03D87B21F3F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F2F7CDB-FA7F-5E4C-B7A3-2D98FD9C1386}"/>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Function Point (FP) Metric Computation</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32D3A1F-6063-6F5B-F9ED-2C2772A13ABA}"/>
              </a:ext>
            </a:extLst>
          </p:cNvPr>
          <p:cNvPicPr>
            <a:picLocks noChangeAspect="1"/>
          </p:cNvPicPr>
          <p:nvPr/>
        </p:nvPicPr>
        <p:blipFill>
          <a:blip r:embed="rId2"/>
          <a:stretch>
            <a:fillRect/>
          </a:stretch>
        </p:blipFill>
        <p:spPr>
          <a:xfrm>
            <a:off x="92946" y="97522"/>
            <a:ext cx="990334" cy="614374"/>
          </a:xfrm>
          <a:prstGeom prst="rect">
            <a:avLst/>
          </a:prstGeom>
        </p:spPr>
      </p:pic>
      <p:sp>
        <p:nvSpPr>
          <p:cNvPr id="9" name="TextBox 8">
            <a:extLst>
              <a:ext uri="{FF2B5EF4-FFF2-40B4-BE49-F238E27FC236}">
                <a16:creationId xmlns:a16="http://schemas.microsoft.com/office/drawing/2014/main" id="{E63E0BD7-E788-2A8B-22AA-E331BFDA549A}"/>
              </a:ext>
            </a:extLst>
          </p:cNvPr>
          <p:cNvSpPr txBox="1"/>
          <p:nvPr/>
        </p:nvSpPr>
        <p:spPr>
          <a:xfrm>
            <a:off x="432816" y="1042724"/>
            <a:ext cx="10963656" cy="1384995"/>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Step 2: Refine parameters</a:t>
            </a:r>
          </a:p>
          <a:p>
            <a:r>
              <a:rPr lang="en-US" sz="2800" dirty="0">
                <a:latin typeface="Times New Roman" panose="02020603050405020304" pitchFamily="18" charset="0"/>
                <a:cs typeface="Times New Roman" panose="02020603050405020304" pitchFamily="18" charset="0"/>
              </a:rPr>
              <a:t>UFP computed at the end of step 1 is a gross indicator of the problem size. This UFP needs to be refined. (unadjusted function points)</a:t>
            </a:r>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93CD3E9-7C54-0D28-6A26-C62B1FD9BEB0}"/>
              </a:ext>
            </a:extLst>
          </p:cNvPr>
          <p:cNvPicPr>
            <a:picLocks noChangeAspect="1"/>
          </p:cNvPicPr>
          <p:nvPr/>
        </p:nvPicPr>
        <p:blipFill>
          <a:blip r:embed="rId3"/>
          <a:stretch>
            <a:fillRect/>
          </a:stretch>
        </p:blipFill>
        <p:spPr>
          <a:xfrm>
            <a:off x="2188993" y="2427719"/>
            <a:ext cx="7622261" cy="3496993"/>
          </a:xfrm>
          <a:prstGeom prst="rect">
            <a:avLst/>
          </a:prstGeom>
        </p:spPr>
      </p:pic>
    </p:spTree>
    <p:extLst>
      <p:ext uri="{BB962C8B-B14F-4D97-AF65-F5344CB8AC3E}">
        <p14:creationId xmlns:p14="http://schemas.microsoft.com/office/powerpoint/2010/main" val="558846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EA703-F3BA-FDA1-1EF3-0ACE27F3650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0C28200-CF1D-1415-FFEF-BAC12F81BB21}"/>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Function Point (FP) Metric Computation</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393C498-883F-E520-31A3-053DFC881001}"/>
              </a:ext>
            </a:extLst>
          </p:cNvPr>
          <p:cNvPicPr>
            <a:picLocks noChangeAspect="1"/>
          </p:cNvPicPr>
          <p:nvPr/>
        </p:nvPicPr>
        <p:blipFill>
          <a:blip r:embed="rId2"/>
          <a:stretch>
            <a:fillRect/>
          </a:stretch>
        </p:blipFill>
        <p:spPr>
          <a:xfrm>
            <a:off x="92946" y="97522"/>
            <a:ext cx="990334" cy="614374"/>
          </a:xfrm>
          <a:prstGeom prst="rect">
            <a:avLst/>
          </a:prstGeom>
        </p:spPr>
      </p:pic>
      <p:sp>
        <p:nvSpPr>
          <p:cNvPr id="9" name="TextBox 8">
            <a:extLst>
              <a:ext uri="{FF2B5EF4-FFF2-40B4-BE49-F238E27FC236}">
                <a16:creationId xmlns:a16="http://schemas.microsoft.com/office/drawing/2014/main" id="{20043370-E39E-CA2E-9F1C-9A41093666A6}"/>
              </a:ext>
            </a:extLst>
          </p:cNvPr>
          <p:cNvSpPr txBox="1"/>
          <p:nvPr/>
        </p:nvSpPr>
        <p:spPr>
          <a:xfrm>
            <a:off x="432816" y="1042724"/>
            <a:ext cx="10963656" cy="954107"/>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Step 3: Refine UFP based on complexity of the overall project</a:t>
            </a:r>
          </a:p>
          <a:p>
            <a:endParaRPr lang="en-IN" sz="28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B661830-DCB9-704C-EA01-FDF13D6588C5}"/>
              </a:ext>
            </a:extLst>
          </p:cNvPr>
          <p:cNvPicPr>
            <a:picLocks noChangeAspect="1"/>
          </p:cNvPicPr>
          <p:nvPr/>
        </p:nvPicPr>
        <p:blipFill>
          <a:blip r:embed="rId3"/>
          <a:stretch>
            <a:fillRect/>
          </a:stretch>
        </p:blipFill>
        <p:spPr>
          <a:xfrm>
            <a:off x="1925813" y="1519777"/>
            <a:ext cx="8748057" cy="4056192"/>
          </a:xfrm>
          <a:prstGeom prst="rect">
            <a:avLst/>
          </a:prstGeom>
        </p:spPr>
      </p:pic>
      <p:sp>
        <p:nvSpPr>
          <p:cNvPr id="8" name="TextBox 7">
            <a:extLst>
              <a:ext uri="{FF2B5EF4-FFF2-40B4-BE49-F238E27FC236}">
                <a16:creationId xmlns:a16="http://schemas.microsoft.com/office/drawing/2014/main" id="{9BDF414A-B8E2-116F-B60E-182D21198A1C}"/>
              </a:ext>
            </a:extLst>
          </p:cNvPr>
          <p:cNvSpPr txBox="1"/>
          <p:nvPr/>
        </p:nvSpPr>
        <p:spPr>
          <a:xfrm>
            <a:off x="588112" y="5729856"/>
            <a:ext cx="11171071" cy="954107"/>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The resulting numbers are summed, yielding the total degree of influence (DI)</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0755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1B5CB-5F02-D477-894D-F1023F88D31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28B8DF9-98AF-082C-7B3D-16163244E5B3}"/>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Function Point (FP) Metric Computation</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CFBF37A-AA73-C3B3-84B2-11F76C3B8837}"/>
              </a:ext>
            </a:extLst>
          </p:cNvPr>
          <p:cNvPicPr>
            <a:picLocks noChangeAspect="1"/>
          </p:cNvPicPr>
          <p:nvPr/>
        </p:nvPicPr>
        <p:blipFill>
          <a:blip r:embed="rId2"/>
          <a:stretch>
            <a:fillRect/>
          </a:stretch>
        </p:blipFill>
        <p:spPr>
          <a:xfrm>
            <a:off x="92946" y="97522"/>
            <a:ext cx="990334" cy="614374"/>
          </a:xfrm>
          <a:prstGeom prst="rect">
            <a:avLst/>
          </a:prstGeom>
        </p:spPr>
      </p:pic>
      <p:sp>
        <p:nvSpPr>
          <p:cNvPr id="9" name="TextBox 8">
            <a:extLst>
              <a:ext uri="{FF2B5EF4-FFF2-40B4-BE49-F238E27FC236}">
                <a16:creationId xmlns:a16="http://schemas.microsoft.com/office/drawing/2014/main" id="{6C9EC977-65A2-BF64-641A-F64C56EA4024}"/>
              </a:ext>
            </a:extLst>
          </p:cNvPr>
          <p:cNvSpPr txBox="1"/>
          <p:nvPr/>
        </p:nvSpPr>
        <p:spPr>
          <a:xfrm>
            <a:off x="432816" y="1042724"/>
            <a:ext cx="10963656" cy="954107"/>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Step 3: Refine UFP based on complexity of the overall project</a:t>
            </a:r>
          </a:p>
          <a:p>
            <a:endParaRPr lang="en-IN" sz="2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31C05DE-9763-40E1-E390-F7322C102AA6}"/>
              </a:ext>
            </a:extLst>
          </p:cNvPr>
          <p:cNvSpPr txBox="1"/>
          <p:nvPr/>
        </p:nvSpPr>
        <p:spPr>
          <a:xfrm>
            <a:off x="432816" y="1996831"/>
            <a:ext cx="11171071" cy="523220"/>
          </a:xfrm>
          <a:prstGeom prst="rect">
            <a:avLst/>
          </a:prstGeom>
          <a:noFill/>
        </p:spPr>
        <p:txBody>
          <a:bodyPr wrap="square">
            <a:spAutoFit/>
          </a:bodyPr>
          <a:lstStyle/>
          <a:p>
            <a:r>
              <a:rPr lang="en-IN" sz="2800" dirty="0">
                <a:latin typeface="Times New Roman" panose="02020603050405020304" pitchFamily="18" charset="0"/>
                <a:cs typeface="Times New Roman" panose="02020603050405020304" pitchFamily="18" charset="0"/>
              </a:rPr>
              <a:t>Technical complexity factor (TCF) = (0.65+0.01*DI)</a:t>
            </a:r>
          </a:p>
        </p:txBody>
      </p:sp>
      <p:sp>
        <p:nvSpPr>
          <p:cNvPr id="5" name="TextBox 4">
            <a:extLst>
              <a:ext uri="{FF2B5EF4-FFF2-40B4-BE49-F238E27FC236}">
                <a16:creationId xmlns:a16="http://schemas.microsoft.com/office/drawing/2014/main" id="{80E515CB-8141-6B08-01AB-E1E1040A42DB}"/>
              </a:ext>
            </a:extLst>
          </p:cNvPr>
          <p:cNvSpPr txBox="1"/>
          <p:nvPr/>
        </p:nvSpPr>
        <p:spPr>
          <a:xfrm>
            <a:off x="3047238" y="3244334"/>
            <a:ext cx="609447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FP=UFP*TCF</a:t>
            </a:r>
          </a:p>
        </p:txBody>
      </p:sp>
      <p:sp>
        <p:nvSpPr>
          <p:cNvPr id="10" name="TextBox 9">
            <a:extLst>
              <a:ext uri="{FF2B5EF4-FFF2-40B4-BE49-F238E27FC236}">
                <a16:creationId xmlns:a16="http://schemas.microsoft.com/office/drawing/2014/main" id="{379ED98B-628E-43ED-7CDB-6F7CC1C48DB7}"/>
              </a:ext>
            </a:extLst>
          </p:cNvPr>
          <p:cNvSpPr txBox="1"/>
          <p:nvPr/>
        </p:nvSpPr>
        <p:spPr>
          <a:xfrm>
            <a:off x="1447038" y="4123746"/>
            <a:ext cx="7331202" cy="369332"/>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Functional point = unadjusted function points * Technical complexity factor </a:t>
            </a:r>
            <a:endParaRPr lang="en-IN" dirty="0"/>
          </a:p>
        </p:txBody>
      </p:sp>
    </p:spTree>
    <p:extLst>
      <p:ext uri="{BB962C8B-B14F-4D97-AF65-F5344CB8AC3E}">
        <p14:creationId xmlns:p14="http://schemas.microsoft.com/office/powerpoint/2010/main" val="2719875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C1BE3-D646-EA9D-FAB6-16342E448E0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25D5B9C-9B7F-7E17-1A7B-A7EA8B4F5A8A}"/>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Risk Management</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73E506D-32B3-0C89-29C9-F8505C65F3B4}"/>
              </a:ext>
            </a:extLst>
          </p:cNvPr>
          <p:cNvPicPr>
            <a:picLocks noChangeAspect="1"/>
          </p:cNvPicPr>
          <p:nvPr/>
        </p:nvPicPr>
        <p:blipFill>
          <a:blip r:embed="rId2"/>
          <a:stretch>
            <a:fillRect/>
          </a:stretch>
        </p:blipFill>
        <p:spPr>
          <a:xfrm>
            <a:off x="92946" y="97522"/>
            <a:ext cx="990334" cy="614374"/>
          </a:xfrm>
          <a:prstGeom prst="rect">
            <a:avLst/>
          </a:prstGeom>
        </p:spPr>
      </p:pic>
      <p:sp>
        <p:nvSpPr>
          <p:cNvPr id="9" name="TextBox 8">
            <a:extLst>
              <a:ext uri="{FF2B5EF4-FFF2-40B4-BE49-F238E27FC236}">
                <a16:creationId xmlns:a16="http://schemas.microsoft.com/office/drawing/2014/main" id="{7AD3541F-3C1E-FD2A-99F5-E9B935B05B91}"/>
              </a:ext>
            </a:extLst>
          </p:cNvPr>
          <p:cNvSpPr txBox="1"/>
          <p:nvPr/>
        </p:nvSpPr>
        <p:spPr>
          <a:xfrm>
            <a:off x="432816" y="1042724"/>
            <a:ext cx="10963656" cy="523220"/>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Every project is susceptible to a large number of risks.</a:t>
            </a:r>
            <a:endParaRPr lang="en-IN" sz="28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1DF9A0D-D297-C05E-0318-9ECBC4BF29E9}"/>
              </a:ext>
            </a:extLst>
          </p:cNvPr>
          <p:cNvPicPr>
            <a:picLocks noChangeAspect="1"/>
          </p:cNvPicPr>
          <p:nvPr/>
        </p:nvPicPr>
        <p:blipFill>
          <a:blip r:embed="rId3"/>
          <a:stretch>
            <a:fillRect/>
          </a:stretch>
        </p:blipFill>
        <p:spPr>
          <a:xfrm>
            <a:off x="666576" y="1695169"/>
            <a:ext cx="10655221" cy="1003317"/>
          </a:xfrm>
          <a:prstGeom prst="rect">
            <a:avLst/>
          </a:prstGeom>
        </p:spPr>
      </p:pic>
      <p:sp>
        <p:nvSpPr>
          <p:cNvPr id="11" name="TextBox 10">
            <a:extLst>
              <a:ext uri="{FF2B5EF4-FFF2-40B4-BE49-F238E27FC236}">
                <a16:creationId xmlns:a16="http://schemas.microsoft.com/office/drawing/2014/main" id="{ADFD1C09-86E4-6F78-83B8-62892F3B7A77}"/>
              </a:ext>
            </a:extLst>
          </p:cNvPr>
          <p:cNvSpPr txBox="1"/>
          <p:nvPr/>
        </p:nvSpPr>
        <p:spPr>
          <a:xfrm>
            <a:off x="733806" y="3006590"/>
            <a:ext cx="10732770" cy="3108543"/>
          </a:xfrm>
          <a:prstGeom prst="rect">
            <a:avLst/>
          </a:prstGeom>
          <a:noFill/>
        </p:spPr>
        <p:txBody>
          <a:bodyPr wrap="square">
            <a:spAutoFit/>
          </a:bodyPr>
          <a:lstStyle/>
          <a:p>
            <a:pPr marL="514350" indent="-514350">
              <a:buAutoNum type="arabicPeriod"/>
            </a:pPr>
            <a:r>
              <a:rPr lang="en-IN" sz="2800" b="1" dirty="0">
                <a:solidFill>
                  <a:srgbClr val="FF0000"/>
                </a:solidFill>
                <a:latin typeface="Times New Roman" panose="02020603050405020304" pitchFamily="18" charset="0"/>
                <a:cs typeface="Times New Roman" panose="02020603050405020304" pitchFamily="18" charset="0"/>
              </a:rPr>
              <a:t>Risk Identification</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project can be subject to a large variety of risks.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order to be able to systematically identify the important risks which might affect a project, it is necessary to categorize risks into different classes.</a:t>
            </a:r>
          </a:p>
          <a:p>
            <a:pPr algn="just"/>
            <a:r>
              <a:rPr lang="en-US" sz="2800" b="1" dirty="0">
                <a:solidFill>
                  <a:srgbClr val="FF0000"/>
                </a:solidFill>
                <a:latin typeface="Times New Roman" panose="02020603050405020304" pitchFamily="18" charset="0"/>
                <a:cs typeface="Times New Roman" panose="02020603050405020304" pitchFamily="18" charset="0"/>
              </a:rPr>
              <a:t>(</a:t>
            </a:r>
            <a:r>
              <a:rPr lang="en-US" sz="2800" b="1" dirty="0" err="1">
                <a:solidFill>
                  <a:srgbClr val="FF0000"/>
                </a:solidFill>
                <a:latin typeface="Times New Roman" panose="02020603050405020304" pitchFamily="18" charset="0"/>
                <a:cs typeface="Times New Roman" panose="02020603050405020304" pitchFamily="18" charset="0"/>
              </a:rPr>
              <a:t>i</a:t>
            </a:r>
            <a:r>
              <a:rPr lang="en-US" sz="2800" b="1" dirty="0">
                <a:solidFill>
                  <a:srgbClr val="FF0000"/>
                </a:solidFill>
                <a:latin typeface="Times New Roman" panose="02020603050405020304" pitchFamily="18" charset="0"/>
                <a:cs typeface="Times New Roman" panose="02020603050405020304" pitchFamily="18" charset="0"/>
              </a:rPr>
              <a:t>)</a:t>
            </a:r>
            <a:r>
              <a:rPr lang="en-US" sz="2800" dirty="0"/>
              <a:t> </a:t>
            </a:r>
            <a:r>
              <a:rPr lang="en-US" sz="2800" b="1" dirty="0">
                <a:solidFill>
                  <a:srgbClr val="002060"/>
                </a:solidFill>
                <a:latin typeface="Times New Roman" panose="02020603050405020304" pitchFamily="18" charset="0"/>
                <a:cs typeface="Times New Roman" panose="02020603050405020304" pitchFamily="18" charset="0"/>
              </a:rPr>
              <a:t>Project risks:</a:t>
            </a:r>
            <a:r>
              <a:rPr lang="en-US" sz="2800" dirty="0">
                <a:latin typeface="Times New Roman" panose="02020603050405020304" pitchFamily="18" charset="0"/>
                <a:cs typeface="Times New Roman" panose="02020603050405020304" pitchFamily="18" charset="0"/>
              </a:rPr>
              <a:t> Project risks concern various forms of budgetary, schedule, personnel, resource, and customer-related problems.</a:t>
            </a:r>
            <a:endParaRPr lang="en-IN" sz="28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5254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F8B8C-80DE-5BCC-D363-4B925E697F2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F081FA6-3E58-DDBF-5270-CEECBB25A794}"/>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Risk Management</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808B1A1-77AC-2E65-C252-5DDA11123384}"/>
              </a:ext>
            </a:extLst>
          </p:cNvPr>
          <p:cNvPicPr>
            <a:picLocks noChangeAspect="1"/>
          </p:cNvPicPr>
          <p:nvPr/>
        </p:nvPicPr>
        <p:blipFill>
          <a:blip r:embed="rId2"/>
          <a:stretch>
            <a:fillRect/>
          </a:stretch>
        </p:blipFill>
        <p:spPr>
          <a:xfrm>
            <a:off x="92946" y="97522"/>
            <a:ext cx="990334" cy="614374"/>
          </a:xfrm>
          <a:prstGeom prst="rect">
            <a:avLst/>
          </a:prstGeom>
        </p:spPr>
      </p:pic>
      <p:sp>
        <p:nvSpPr>
          <p:cNvPr id="11" name="TextBox 10">
            <a:extLst>
              <a:ext uri="{FF2B5EF4-FFF2-40B4-BE49-F238E27FC236}">
                <a16:creationId xmlns:a16="http://schemas.microsoft.com/office/drawing/2014/main" id="{66291403-559D-E9A8-9D81-9B0094BEDAAD}"/>
              </a:ext>
            </a:extLst>
          </p:cNvPr>
          <p:cNvSpPr txBox="1"/>
          <p:nvPr/>
        </p:nvSpPr>
        <p:spPr>
          <a:xfrm>
            <a:off x="588113" y="848606"/>
            <a:ext cx="10732770" cy="5693866"/>
          </a:xfrm>
          <a:prstGeom prst="rect">
            <a:avLst/>
          </a:prstGeom>
          <a:noFill/>
        </p:spPr>
        <p:txBody>
          <a:bodyPr wrap="square">
            <a:spAutoFit/>
          </a:bodyPr>
          <a:lstStyle/>
          <a:p>
            <a:pPr algn="just"/>
            <a:r>
              <a:rPr lang="en-US" sz="2800" b="1" dirty="0">
                <a:solidFill>
                  <a:srgbClr val="FF0000"/>
                </a:solidFill>
                <a:latin typeface="Times New Roman" panose="02020603050405020304" pitchFamily="18" charset="0"/>
                <a:cs typeface="Times New Roman" panose="02020603050405020304" pitchFamily="18" charset="0"/>
              </a:rPr>
              <a:t>(ii)</a:t>
            </a:r>
            <a:r>
              <a:rPr lang="en-US" sz="2800" dirty="0"/>
              <a:t> </a:t>
            </a:r>
            <a:r>
              <a:rPr lang="en-US" sz="2800" b="1" dirty="0">
                <a:solidFill>
                  <a:srgbClr val="002060"/>
                </a:solidFill>
                <a:latin typeface="Times New Roman" panose="02020603050405020304" pitchFamily="18" charset="0"/>
                <a:cs typeface="Times New Roman" panose="02020603050405020304" pitchFamily="18" charset="0"/>
              </a:rPr>
              <a:t>Technical risks: </a:t>
            </a:r>
            <a:r>
              <a:rPr lang="en-US" sz="2800" dirty="0">
                <a:latin typeface="Times New Roman" panose="02020603050405020304" pitchFamily="18" charset="0"/>
                <a:cs typeface="Times New Roman" panose="02020603050405020304" pitchFamily="18" charset="0"/>
              </a:rPr>
              <a:t>Technical risks concern potential design, implementation, interfacing, testing, and maintenance problems.</a:t>
            </a:r>
          </a:p>
          <a:p>
            <a:pPr algn="just"/>
            <a:r>
              <a:rPr lang="en-US" sz="2800" b="1" dirty="0">
                <a:solidFill>
                  <a:srgbClr val="FF0000"/>
                </a:solidFill>
                <a:latin typeface="Times New Roman" panose="02020603050405020304" pitchFamily="18" charset="0"/>
                <a:cs typeface="Times New Roman" panose="02020603050405020304" pitchFamily="18" charset="0"/>
              </a:rPr>
              <a:t>(iii) </a:t>
            </a:r>
            <a:r>
              <a:rPr lang="en-US" sz="2800" b="1" dirty="0">
                <a:solidFill>
                  <a:srgbClr val="002060"/>
                </a:solidFill>
                <a:latin typeface="Times New Roman" panose="02020603050405020304" pitchFamily="18" charset="0"/>
                <a:cs typeface="Times New Roman" panose="02020603050405020304" pitchFamily="18" charset="0"/>
              </a:rPr>
              <a:t>Business risks: </a:t>
            </a:r>
            <a:r>
              <a:rPr lang="en-US" sz="2800" dirty="0">
                <a:latin typeface="Times New Roman" panose="02020603050405020304" pitchFamily="18" charset="0"/>
                <a:cs typeface="Times New Roman" panose="02020603050405020304" pitchFamily="18" charset="0"/>
              </a:rPr>
              <a:t>This type of risks includes the risk of building an excellent product that no one wants, losing budgetary commitments, </a:t>
            </a:r>
            <a:r>
              <a:rPr lang="en-US" sz="2800" dirty="0" err="1">
                <a:latin typeface="Times New Roman" panose="02020603050405020304" pitchFamily="18" charset="0"/>
                <a:cs typeface="Times New Roman" panose="02020603050405020304" pitchFamily="18" charset="0"/>
              </a:rPr>
              <a:t>etc</a:t>
            </a:r>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solidFill>
                  <a:srgbClr val="FF0000"/>
                </a:solidFill>
                <a:latin typeface="Times New Roman" panose="02020603050405020304" pitchFamily="18" charset="0"/>
                <a:cs typeface="Times New Roman" panose="02020603050405020304" pitchFamily="18" charset="0"/>
              </a:rPr>
              <a:t>2. </a:t>
            </a:r>
            <a:r>
              <a:rPr lang="en-IN" sz="2800" b="1" dirty="0">
                <a:solidFill>
                  <a:srgbClr val="FF0000"/>
                </a:solidFill>
                <a:latin typeface="Times New Roman" panose="02020603050405020304" pitchFamily="18" charset="0"/>
                <a:cs typeface="Times New Roman" panose="02020603050405020304" pitchFamily="18" charset="0"/>
              </a:rPr>
              <a:t>Risk Assessment</a:t>
            </a:r>
          </a:p>
          <a:p>
            <a:pPr algn="just"/>
            <a:r>
              <a:rPr lang="en-US" sz="2800" dirty="0">
                <a:latin typeface="Times New Roman" panose="02020603050405020304" pitchFamily="18" charset="0"/>
                <a:cs typeface="Times New Roman" panose="02020603050405020304" pitchFamily="18" charset="0"/>
              </a:rPr>
              <a:t>For risk assessment, first each risk should be rated in two ways: The likelihood of a risk becoming real (r). The consequence of the problems associated with that risk (s)</a:t>
            </a:r>
          </a:p>
          <a:p>
            <a:pPr algn="ctr"/>
            <a:r>
              <a:rPr lang="en-US" sz="2800" b="1" dirty="0">
                <a:latin typeface="Times New Roman" panose="02020603050405020304" pitchFamily="18" charset="0"/>
                <a:cs typeface="Times New Roman" panose="02020603050405020304" pitchFamily="18" charset="0"/>
              </a:rPr>
              <a:t>p=r*s</a:t>
            </a:r>
          </a:p>
          <a:p>
            <a:pPr algn="just"/>
            <a:r>
              <a:rPr lang="en-US" sz="2800" dirty="0">
                <a:latin typeface="Times New Roman" panose="02020603050405020304" pitchFamily="18" charset="0"/>
                <a:cs typeface="Times New Roman" panose="02020603050405020304" pitchFamily="18" charset="0"/>
              </a:rPr>
              <a:t>where, p is the priority with which the risk must be handled, r is the probability of the risk becoming real, and s is the severity of damage caused due to the risk becoming real</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0303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901CC-911B-B506-9682-649C1913EE6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D275A64-3100-7A4F-F680-6B05E47EF192}"/>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Risk Management</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699680F-82D6-76B9-7470-512616F2D6B3}"/>
              </a:ext>
            </a:extLst>
          </p:cNvPr>
          <p:cNvPicPr>
            <a:picLocks noChangeAspect="1"/>
          </p:cNvPicPr>
          <p:nvPr/>
        </p:nvPicPr>
        <p:blipFill>
          <a:blip r:embed="rId2"/>
          <a:stretch>
            <a:fillRect/>
          </a:stretch>
        </p:blipFill>
        <p:spPr>
          <a:xfrm>
            <a:off x="92946" y="97522"/>
            <a:ext cx="990334" cy="614374"/>
          </a:xfrm>
          <a:prstGeom prst="rect">
            <a:avLst/>
          </a:prstGeom>
        </p:spPr>
      </p:pic>
      <p:sp>
        <p:nvSpPr>
          <p:cNvPr id="11" name="TextBox 10">
            <a:extLst>
              <a:ext uri="{FF2B5EF4-FFF2-40B4-BE49-F238E27FC236}">
                <a16:creationId xmlns:a16="http://schemas.microsoft.com/office/drawing/2014/main" id="{D343F889-36E2-6E57-D5D0-64AF8F5AC403}"/>
              </a:ext>
            </a:extLst>
          </p:cNvPr>
          <p:cNvSpPr txBox="1"/>
          <p:nvPr/>
        </p:nvSpPr>
        <p:spPr>
          <a:xfrm>
            <a:off x="588113" y="848606"/>
            <a:ext cx="10732770" cy="5262979"/>
          </a:xfrm>
          <a:prstGeom prst="rect">
            <a:avLst/>
          </a:prstGeom>
          <a:noFill/>
        </p:spPr>
        <p:txBody>
          <a:bodyPr wrap="square">
            <a:spAutoFit/>
          </a:bodyPr>
          <a:lstStyle/>
          <a:p>
            <a:pPr algn="just"/>
            <a:r>
              <a:rPr lang="en-US" sz="2800" b="1" dirty="0">
                <a:solidFill>
                  <a:srgbClr val="FF0000"/>
                </a:solidFill>
                <a:latin typeface="Times New Roman" panose="02020603050405020304" pitchFamily="18" charset="0"/>
                <a:cs typeface="Times New Roman" panose="02020603050405020304" pitchFamily="18" charset="0"/>
              </a:rPr>
              <a:t>3. </a:t>
            </a:r>
            <a:r>
              <a:rPr lang="en-IN" sz="2800" b="1" dirty="0">
                <a:solidFill>
                  <a:srgbClr val="FF0000"/>
                </a:solidFill>
                <a:latin typeface="Times New Roman" panose="02020603050405020304" pitchFamily="18" charset="0"/>
                <a:cs typeface="Times New Roman" panose="02020603050405020304" pitchFamily="18" charset="0"/>
              </a:rPr>
              <a:t>Risk Mitigation</a:t>
            </a:r>
          </a:p>
          <a:p>
            <a:pPr algn="just"/>
            <a:r>
              <a:rPr lang="en-US" sz="2800" dirty="0">
                <a:latin typeface="Times New Roman" panose="02020603050405020304" pitchFamily="18" charset="0"/>
                <a:cs typeface="Times New Roman" panose="02020603050405020304" pitchFamily="18" charset="0"/>
              </a:rPr>
              <a:t>After all the identified risks of a project have been assessed, plans are made to contain the most damaging and the most likely risks first.</a:t>
            </a:r>
          </a:p>
          <a:p>
            <a:pPr algn="just"/>
            <a:r>
              <a:rPr lang="en-US" sz="2800" dirty="0">
                <a:latin typeface="Times New Roman" panose="02020603050405020304" pitchFamily="18" charset="0"/>
                <a:cs typeface="Times New Roman" panose="02020603050405020304" pitchFamily="18" charset="0"/>
              </a:rPr>
              <a:t>There are three main strategies for risk containment:</a:t>
            </a:r>
          </a:p>
          <a:p>
            <a:pPr marL="571500" indent="-571500" algn="just">
              <a:buAutoNum type="romanLcParenBoth"/>
            </a:pPr>
            <a:r>
              <a:rPr lang="en-US" sz="2800" b="1" dirty="0">
                <a:solidFill>
                  <a:schemeClr val="accent2">
                    <a:lumMod val="50000"/>
                  </a:schemeClr>
                </a:solidFill>
                <a:latin typeface="Times New Roman" panose="02020603050405020304" pitchFamily="18" charset="0"/>
                <a:cs typeface="Times New Roman" panose="02020603050405020304" pitchFamily="18" charset="0"/>
              </a:rPr>
              <a:t>Avoid the risk:</a:t>
            </a:r>
            <a:r>
              <a:rPr lang="en-US" sz="2800" dirty="0">
                <a:latin typeface="Times New Roman" panose="02020603050405020304" pitchFamily="18" charset="0"/>
                <a:cs typeface="Times New Roman" panose="02020603050405020304" pitchFamily="18" charset="0"/>
              </a:rPr>
              <a:t> Risks can be avoided in several ways</a:t>
            </a:r>
          </a:p>
          <a:p>
            <a:pPr marL="457200" indent="-457200" algn="just">
              <a:buFont typeface="Arial" panose="020B0604020202020204" pitchFamily="34" charset="0"/>
              <a:buChar char="•"/>
            </a:pPr>
            <a:r>
              <a:rPr lang="en-US" sz="2800" b="1" dirty="0">
                <a:solidFill>
                  <a:srgbClr val="002060"/>
                </a:solidFill>
                <a:latin typeface="Times New Roman" panose="02020603050405020304" pitchFamily="18" charset="0"/>
                <a:cs typeface="Times New Roman" panose="02020603050405020304" pitchFamily="18" charset="0"/>
              </a:rPr>
              <a:t>Process-related risk:</a:t>
            </a:r>
            <a:r>
              <a:rPr lang="en-US" sz="2800" dirty="0">
                <a:latin typeface="Times New Roman" panose="02020603050405020304" pitchFamily="18" charset="0"/>
                <a:cs typeface="Times New Roman" panose="02020603050405020304" pitchFamily="18" charset="0"/>
              </a:rPr>
              <a:t> These risks arise due to aggressive work schedule, budget, and resource utilization.</a:t>
            </a:r>
          </a:p>
          <a:p>
            <a:pPr marL="457200" indent="-457200" algn="just">
              <a:buFont typeface="Arial" panose="020B0604020202020204" pitchFamily="34" charset="0"/>
              <a:buChar char="•"/>
            </a:pPr>
            <a:r>
              <a:rPr lang="en-US" sz="2800" b="1" dirty="0">
                <a:solidFill>
                  <a:srgbClr val="002060"/>
                </a:solidFill>
                <a:latin typeface="Times New Roman" panose="02020603050405020304" pitchFamily="18" charset="0"/>
                <a:cs typeface="Times New Roman" panose="02020603050405020304" pitchFamily="18" charset="0"/>
              </a:rPr>
              <a:t>Product-related risks: </a:t>
            </a:r>
            <a:r>
              <a:rPr lang="en-US" sz="2800" dirty="0">
                <a:latin typeface="Times New Roman" panose="02020603050405020304" pitchFamily="18" charset="0"/>
                <a:cs typeface="Times New Roman" panose="02020603050405020304" pitchFamily="18" charset="0"/>
              </a:rPr>
              <a:t>These risks arise due to commitment to challenging product features (e.g. response time of one second, etc.), quality, reliability etc.</a:t>
            </a:r>
          </a:p>
          <a:p>
            <a:pPr marL="457200" indent="-457200" algn="just">
              <a:buFont typeface="Arial" panose="020B0604020202020204" pitchFamily="34" charset="0"/>
              <a:buChar char="•"/>
            </a:pPr>
            <a:r>
              <a:rPr lang="en-US" sz="2800" b="1" dirty="0">
                <a:solidFill>
                  <a:srgbClr val="002060"/>
                </a:solidFill>
                <a:latin typeface="Times New Roman" panose="02020603050405020304" pitchFamily="18" charset="0"/>
                <a:cs typeface="Times New Roman" panose="02020603050405020304" pitchFamily="18" charset="0"/>
              </a:rPr>
              <a:t>Technology-related risks: </a:t>
            </a:r>
            <a:r>
              <a:rPr lang="en-US" sz="2800" dirty="0">
                <a:latin typeface="Times New Roman" panose="02020603050405020304" pitchFamily="18" charset="0"/>
                <a:cs typeface="Times New Roman" panose="02020603050405020304" pitchFamily="18" charset="0"/>
              </a:rPr>
              <a:t>These risks arise due to commitment to use certain technology (e.g., satellite communication).</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79157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34D41-A9D4-66CF-3A26-37AB5E8DD78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FBD9166-A548-DB50-A1A0-101F97F47217}"/>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Risk Management</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0380AB1-1235-E426-CCD4-60F58485D202}"/>
              </a:ext>
            </a:extLst>
          </p:cNvPr>
          <p:cNvPicPr>
            <a:picLocks noChangeAspect="1"/>
          </p:cNvPicPr>
          <p:nvPr/>
        </p:nvPicPr>
        <p:blipFill>
          <a:blip r:embed="rId2"/>
          <a:stretch>
            <a:fillRect/>
          </a:stretch>
        </p:blipFill>
        <p:spPr>
          <a:xfrm>
            <a:off x="92946" y="97522"/>
            <a:ext cx="990334" cy="614374"/>
          </a:xfrm>
          <a:prstGeom prst="rect">
            <a:avLst/>
          </a:prstGeom>
        </p:spPr>
      </p:pic>
      <p:sp>
        <p:nvSpPr>
          <p:cNvPr id="11" name="TextBox 10">
            <a:extLst>
              <a:ext uri="{FF2B5EF4-FFF2-40B4-BE49-F238E27FC236}">
                <a16:creationId xmlns:a16="http://schemas.microsoft.com/office/drawing/2014/main" id="{B5190851-3B73-6913-3C6B-296A862F64B2}"/>
              </a:ext>
            </a:extLst>
          </p:cNvPr>
          <p:cNvSpPr txBox="1"/>
          <p:nvPr/>
        </p:nvSpPr>
        <p:spPr>
          <a:xfrm>
            <a:off x="588113" y="848606"/>
            <a:ext cx="10732770" cy="4401205"/>
          </a:xfrm>
          <a:prstGeom prst="rect">
            <a:avLst/>
          </a:prstGeom>
          <a:noFill/>
        </p:spPr>
        <p:txBody>
          <a:bodyPr wrap="square">
            <a:spAutoFit/>
          </a:bodyPr>
          <a:lstStyle/>
          <a:p>
            <a:pPr algn="just"/>
            <a:r>
              <a:rPr lang="en-US" sz="2800" b="1" dirty="0">
                <a:solidFill>
                  <a:srgbClr val="FF0000"/>
                </a:solidFill>
                <a:latin typeface="Times New Roman" panose="02020603050405020304" pitchFamily="18" charset="0"/>
                <a:cs typeface="Times New Roman" panose="02020603050405020304" pitchFamily="18" charset="0"/>
              </a:rPr>
              <a:t>3. </a:t>
            </a:r>
            <a:r>
              <a:rPr lang="en-IN" sz="2800" b="1" dirty="0">
                <a:solidFill>
                  <a:srgbClr val="FF0000"/>
                </a:solidFill>
                <a:latin typeface="Times New Roman" panose="02020603050405020304" pitchFamily="18" charset="0"/>
                <a:cs typeface="Times New Roman" panose="02020603050405020304" pitchFamily="18" charset="0"/>
              </a:rPr>
              <a:t>Risk Mitigation</a:t>
            </a:r>
          </a:p>
          <a:p>
            <a:pPr algn="just"/>
            <a:endParaRPr lang="en-IN" sz="2800" b="1" dirty="0">
              <a:solidFill>
                <a:srgbClr val="FF0000"/>
              </a:solidFill>
              <a:latin typeface="Times New Roman" panose="02020603050405020304" pitchFamily="18" charset="0"/>
              <a:cs typeface="Times New Roman" panose="02020603050405020304" pitchFamily="18" charset="0"/>
            </a:endParaRPr>
          </a:p>
          <a:p>
            <a:pPr algn="just"/>
            <a:r>
              <a:rPr lang="en-US" sz="2800" b="1" dirty="0">
                <a:solidFill>
                  <a:schemeClr val="accent2">
                    <a:lumMod val="50000"/>
                  </a:schemeClr>
                </a:solidFill>
                <a:latin typeface="Times New Roman" panose="02020603050405020304" pitchFamily="18" charset="0"/>
                <a:cs typeface="Times New Roman" panose="02020603050405020304" pitchFamily="18" charset="0"/>
              </a:rPr>
              <a:t>(ii) Transfer the risk: </a:t>
            </a:r>
            <a:r>
              <a:rPr lang="en-US" sz="2800" dirty="0">
                <a:latin typeface="Times New Roman" panose="02020603050405020304" pitchFamily="18" charset="0"/>
                <a:cs typeface="Times New Roman" panose="02020603050405020304" pitchFamily="18" charset="0"/>
              </a:rPr>
              <a:t>This strategy involves getting the risky components developed by a third party, buying insurance cover, etc.</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(iii) </a:t>
            </a:r>
            <a:r>
              <a:rPr lang="en-US" sz="2800" b="1" dirty="0">
                <a:solidFill>
                  <a:schemeClr val="accent2">
                    <a:lumMod val="50000"/>
                  </a:schemeClr>
                </a:solidFill>
                <a:latin typeface="Times New Roman" panose="02020603050405020304" pitchFamily="18" charset="0"/>
                <a:cs typeface="Times New Roman" panose="02020603050405020304" pitchFamily="18" charset="0"/>
              </a:rPr>
              <a:t>Risk reduction: </a:t>
            </a:r>
            <a:r>
              <a:rPr lang="en-US" sz="2800" dirty="0">
                <a:latin typeface="Times New Roman" panose="02020603050405020304" pitchFamily="18" charset="0"/>
                <a:cs typeface="Times New Roman" panose="02020603050405020304" pitchFamily="18" charset="0"/>
              </a:rPr>
              <a:t>This involves planning ways to contain the damage due to a risk.</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most important risk reduction techniques for technical risks is to build a prototype that tries out the technology that you are trying to use</a:t>
            </a:r>
            <a:endParaRPr lang="en-IN"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C7AFF0D-C72F-9AF1-CA2A-4D797E98BF14}"/>
              </a:ext>
            </a:extLst>
          </p:cNvPr>
          <p:cNvPicPr>
            <a:picLocks noChangeAspect="1"/>
          </p:cNvPicPr>
          <p:nvPr/>
        </p:nvPicPr>
        <p:blipFill>
          <a:blip r:embed="rId3"/>
          <a:stretch>
            <a:fillRect/>
          </a:stretch>
        </p:blipFill>
        <p:spPr>
          <a:xfrm>
            <a:off x="1449439" y="5429818"/>
            <a:ext cx="9653143" cy="863105"/>
          </a:xfrm>
          <a:prstGeom prst="rect">
            <a:avLst/>
          </a:prstGeom>
        </p:spPr>
      </p:pic>
    </p:spTree>
    <p:extLst>
      <p:ext uri="{BB962C8B-B14F-4D97-AF65-F5344CB8AC3E}">
        <p14:creationId xmlns:p14="http://schemas.microsoft.com/office/powerpoint/2010/main" val="20418420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E8A62-A3CE-F635-AF67-3A48063E070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DEF3A24-6EF7-8BA0-457C-A02DD3BADEC2}"/>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REQUIREMENTS ANALYSIS AND SPECIFICATION</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7CF1EAB-D972-1982-26F2-9483C4166B01}"/>
              </a:ext>
            </a:extLst>
          </p:cNvPr>
          <p:cNvPicPr>
            <a:picLocks noChangeAspect="1"/>
          </p:cNvPicPr>
          <p:nvPr/>
        </p:nvPicPr>
        <p:blipFill>
          <a:blip r:embed="rId2"/>
          <a:stretch>
            <a:fillRect/>
          </a:stretch>
        </p:blipFill>
        <p:spPr>
          <a:xfrm>
            <a:off x="92946" y="97522"/>
            <a:ext cx="990334" cy="614374"/>
          </a:xfrm>
          <a:prstGeom prst="rect">
            <a:avLst/>
          </a:prstGeom>
        </p:spPr>
      </p:pic>
      <p:pic>
        <p:nvPicPr>
          <p:cNvPr id="6" name="Picture 5">
            <a:extLst>
              <a:ext uri="{FF2B5EF4-FFF2-40B4-BE49-F238E27FC236}">
                <a16:creationId xmlns:a16="http://schemas.microsoft.com/office/drawing/2014/main" id="{CEAE9ABB-F37F-F7CA-61B8-580C6EC63606}"/>
              </a:ext>
            </a:extLst>
          </p:cNvPr>
          <p:cNvPicPr>
            <a:picLocks noChangeAspect="1"/>
          </p:cNvPicPr>
          <p:nvPr/>
        </p:nvPicPr>
        <p:blipFill>
          <a:blip r:embed="rId3"/>
          <a:stretch>
            <a:fillRect/>
          </a:stretch>
        </p:blipFill>
        <p:spPr>
          <a:xfrm>
            <a:off x="687935" y="1177670"/>
            <a:ext cx="10414647" cy="1655762"/>
          </a:xfrm>
          <a:prstGeom prst="rect">
            <a:avLst/>
          </a:prstGeom>
        </p:spPr>
      </p:pic>
      <p:sp>
        <p:nvSpPr>
          <p:cNvPr id="8" name="TextBox 7">
            <a:extLst>
              <a:ext uri="{FF2B5EF4-FFF2-40B4-BE49-F238E27FC236}">
                <a16:creationId xmlns:a16="http://schemas.microsoft.com/office/drawing/2014/main" id="{622104A2-2BF5-F772-8137-C6C51D8851A2}"/>
              </a:ext>
            </a:extLst>
          </p:cNvPr>
          <p:cNvSpPr txBox="1"/>
          <p:nvPr/>
        </p:nvSpPr>
        <p:spPr>
          <a:xfrm>
            <a:off x="411480" y="3244334"/>
            <a:ext cx="11347704" cy="954107"/>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An overview of requirements analysis and specification phase</a:t>
            </a:r>
          </a:p>
          <a:p>
            <a:endParaRPr lang="en-IN" sz="28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BE96A22-8BEF-25CA-179E-A76653CAA450}"/>
              </a:ext>
            </a:extLst>
          </p:cNvPr>
          <p:cNvPicPr>
            <a:picLocks noChangeAspect="1"/>
          </p:cNvPicPr>
          <p:nvPr/>
        </p:nvPicPr>
        <p:blipFill>
          <a:blip r:embed="rId4"/>
          <a:stretch>
            <a:fillRect/>
          </a:stretch>
        </p:blipFill>
        <p:spPr>
          <a:xfrm>
            <a:off x="0" y="4093576"/>
            <a:ext cx="11975429" cy="1510814"/>
          </a:xfrm>
          <a:prstGeom prst="rect">
            <a:avLst/>
          </a:prstGeom>
        </p:spPr>
      </p:pic>
    </p:spTree>
    <p:extLst>
      <p:ext uri="{BB962C8B-B14F-4D97-AF65-F5344CB8AC3E}">
        <p14:creationId xmlns:p14="http://schemas.microsoft.com/office/powerpoint/2010/main" val="16030959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CB0C0-5A61-0C74-AF70-1DA065E1D84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234EEA1-5CED-C8EE-3744-9A887DF2AA28}"/>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REQUIREMENTS ANALYSIS AND SPECIFICATION</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FFAD6AD-5BBE-D73F-90D5-2CAD7A0E9335}"/>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3550A82F-CAE5-E8FD-8537-79802DC70BA8}"/>
              </a:ext>
            </a:extLst>
          </p:cNvPr>
          <p:cNvSpPr txBox="1"/>
          <p:nvPr/>
        </p:nvSpPr>
        <p:spPr>
          <a:xfrm>
            <a:off x="588113" y="1236440"/>
            <a:ext cx="11384280" cy="2677656"/>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What are the main activities carried out during requirements analysis and specification phase? </a:t>
            </a:r>
          </a:p>
          <a:p>
            <a:r>
              <a:rPr lang="en-US" sz="2800" dirty="0">
                <a:latin typeface="Times New Roman" panose="02020603050405020304" pitchFamily="18" charset="0"/>
                <a:cs typeface="Times New Roman" panose="02020603050405020304" pitchFamily="18" charset="0"/>
              </a:rPr>
              <a:t>Requirements analysis and specification phase mainly involves carrying out the following two important activities: </a:t>
            </a:r>
          </a:p>
          <a:p>
            <a:r>
              <a:rPr lang="en-US" sz="2800" dirty="0">
                <a:latin typeface="Times New Roman" panose="02020603050405020304" pitchFamily="18" charset="0"/>
                <a:cs typeface="Times New Roman" panose="02020603050405020304" pitchFamily="18" charset="0"/>
              </a:rPr>
              <a:t>• Requirements gathering and analysis </a:t>
            </a:r>
          </a:p>
          <a:p>
            <a:r>
              <a:rPr lang="en-US" sz="2800" dirty="0">
                <a:latin typeface="Times New Roman" panose="02020603050405020304" pitchFamily="18" charset="0"/>
                <a:cs typeface="Times New Roman" panose="02020603050405020304" pitchFamily="18" charset="0"/>
              </a:rPr>
              <a:t>• Requirements specification</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9089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02C30-688A-6B3D-4096-626CD3568FC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93A7264-7FA1-FCD4-463C-5E3DF25259A7}"/>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REQUIREMENTS ANALYSIS AND SPECIFICATION</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ABC7475-DC15-B340-2B12-19A9BA6D1644}"/>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AF7D0F8F-F1DE-291E-E2A5-863BF772ACF1}"/>
              </a:ext>
            </a:extLst>
          </p:cNvPr>
          <p:cNvSpPr txBox="1"/>
          <p:nvPr/>
        </p:nvSpPr>
        <p:spPr>
          <a:xfrm>
            <a:off x="588113" y="1236440"/>
            <a:ext cx="11384280" cy="2677656"/>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REQUIREMENTS GATHERING AND ANALYSIS</a:t>
            </a:r>
          </a:p>
          <a:p>
            <a:endParaRPr lang="en-IN" sz="2800" b="1"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complete set of requirements are almost never available in the form of a single document from the customer.</a:t>
            </a:r>
            <a:endParaRPr lang="en-IN"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Therefore, the requirements have to be gathered by the analyst from several sources in bits and pieces. These gathered requirements need to be analyzed</a:t>
            </a:r>
            <a:r>
              <a:rPr lang="en-IN"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1150715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3341D-A37B-36D0-D76D-926ABB180FF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B3E449A-8071-6944-4D18-1F5C5D93B4DC}"/>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REQUIREMENTS ANALYSIS AND SPECIFICATION</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B03CC26-8D11-75CE-163F-221743A2CE54}"/>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9ECC248E-A267-835C-4EA0-F6E1F8B526A3}"/>
              </a:ext>
            </a:extLst>
          </p:cNvPr>
          <p:cNvSpPr txBox="1"/>
          <p:nvPr/>
        </p:nvSpPr>
        <p:spPr>
          <a:xfrm>
            <a:off x="588113" y="1236440"/>
            <a:ext cx="11384280" cy="2246769"/>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Requirements Gathering</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Requirements gathering is also popularly known as requirements elicitation.</a:t>
            </a:r>
            <a:endParaRPr lang="en-IN"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primary objective of the requirement's gathering task is to collect the requirements from the stakeholders.</a:t>
            </a:r>
            <a:endParaRPr lang="en-IN"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33997E1-85DB-8E18-860D-6EBD2BEF6AD3}"/>
              </a:ext>
            </a:extLst>
          </p:cNvPr>
          <p:cNvPicPr>
            <a:picLocks noChangeAspect="1"/>
          </p:cNvPicPr>
          <p:nvPr/>
        </p:nvPicPr>
        <p:blipFill>
          <a:blip r:embed="rId3"/>
          <a:stretch>
            <a:fillRect/>
          </a:stretch>
        </p:blipFill>
        <p:spPr>
          <a:xfrm>
            <a:off x="845899" y="3650978"/>
            <a:ext cx="10792828" cy="1012461"/>
          </a:xfrm>
          <a:prstGeom prst="rect">
            <a:avLst/>
          </a:prstGeom>
        </p:spPr>
      </p:pic>
    </p:spTree>
    <p:extLst>
      <p:ext uri="{BB962C8B-B14F-4D97-AF65-F5344CB8AC3E}">
        <p14:creationId xmlns:p14="http://schemas.microsoft.com/office/powerpoint/2010/main" val="23464512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23FEE-115F-7A2E-7263-B76FEF45F0F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95B1DF9-DC28-01E0-7377-388A3445DC7E}"/>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REQUIREMENTS ANALYSIS AND SPECIFICATION</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EFD2B49-88CC-B646-ED51-0CD83F84A14D}"/>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A406D14F-797D-1A79-43C5-9ED1F336998E}"/>
              </a:ext>
            </a:extLst>
          </p:cNvPr>
          <p:cNvSpPr txBox="1"/>
          <p:nvPr/>
        </p:nvSpPr>
        <p:spPr>
          <a:xfrm>
            <a:off x="588113" y="1236440"/>
            <a:ext cx="11384280" cy="3539430"/>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In the following, we briefly discuss the important ways in which an experienced analyst gathers requirements:</a:t>
            </a:r>
          </a:p>
          <a:p>
            <a:pPr marL="514350" indent="-514350" algn="just">
              <a:buAutoNum type="arabicPeriod"/>
            </a:pPr>
            <a:r>
              <a:rPr lang="en-IN" sz="2800" dirty="0">
                <a:latin typeface="Times New Roman" panose="02020603050405020304" pitchFamily="18" charset="0"/>
                <a:cs typeface="Times New Roman" panose="02020603050405020304" pitchFamily="18" charset="0"/>
              </a:rPr>
              <a:t>Studying existing documentation</a:t>
            </a:r>
            <a:endParaRPr lang="en-US" sz="2800" dirty="0">
              <a:latin typeface="Times New Roman" panose="02020603050405020304" pitchFamily="18" charset="0"/>
              <a:cs typeface="Times New Roman" panose="02020603050405020304" pitchFamily="18" charset="0"/>
            </a:endParaRPr>
          </a:p>
          <a:p>
            <a:pPr marL="514350" indent="-514350" algn="just">
              <a:buAutoNum type="arabicPeriod"/>
            </a:pPr>
            <a:r>
              <a:rPr lang="en-US" sz="2800" dirty="0">
                <a:latin typeface="Times New Roman" panose="02020603050405020304" pitchFamily="18" charset="0"/>
                <a:cs typeface="Times New Roman" panose="02020603050405020304" pitchFamily="18" charset="0"/>
              </a:rPr>
              <a:t>Interview</a:t>
            </a:r>
          </a:p>
          <a:p>
            <a:pPr marL="514350" indent="-514350" algn="just">
              <a:buAutoNum type="arabicPeriod"/>
            </a:pPr>
            <a:r>
              <a:rPr lang="en-US" sz="2800" dirty="0">
                <a:latin typeface="Times New Roman" panose="02020603050405020304" pitchFamily="18" charset="0"/>
                <a:cs typeface="Times New Roman" panose="02020603050405020304" pitchFamily="18" charset="0"/>
              </a:rPr>
              <a:t>Task-analysis (Black-box view)</a:t>
            </a:r>
          </a:p>
          <a:p>
            <a:pPr marL="514350" indent="-514350" algn="just">
              <a:buAutoNum type="arabicPeriod"/>
            </a:pPr>
            <a:r>
              <a:rPr lang="en-US" sz="2800" dirty="0">
                <a:latin typeface="Times New Roman" panose="02020603050405020304" pitchFamily="18" charset="0"/>
                <a:cs typeface="Times New Roman" panose="02020603050405020304" pitchFamily="18" charset="0"/>
              </a:rPr>
              <a:t>Scenario based analysis</a:t>
            </a:r>
          </a:p>
          <a:p>
            <a:pPr marL="514350" indent="-514350" algn="just">
              <a:buAutoNum type="arabicPeriod"/>
            </a:pPr>
            <a:r>
              <a:rPr lang="en-US" sz="2800" dirty="0">
                <a:latin typeface="Times New Roman" panose="02020603050405020304" pitchFamily="18" charset="0"/>
                <a:cs typeface="Times New Roman" panose="02020603050405020304" pitchFamily="18" charset="0"/>
              </a:rPr>
              <a:t>Form analysis</a:t>
            </a:r>
          </a:p>
          <a:p>
            <a:pPr marL="514350" indent="-514350" algn="just">
              <a:buAutoNum type="arabicPeriod"/>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10699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F0281-7DC8-9FA8-5F34-3CAE61CA7FD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7CD6B8B-9EF0-79FA-ACD8-9611B5C66F8F}"/>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REQUIREMENTS ANALYSIS AND SPECIFICATION</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62EF716-C598-16B9-21E2-ED33AF5B63F2}"/>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F13B3CBB-D6F3-E654-DCC5-2E67B2532018}"/>
              </a:ext>
            </a:extLst>
          </p:cNvPr>
          <p:cNvSpPr txBox="1"/>
          <p:nvPr/>
        </p:nvSpPr>
        <p:spPr>
          <a:xfrm>
            <a:off x="588113" y="1425763"/>
            <a:ext cx="11384280" cy="2677656"/>
          </a:xfrm>
          <a:prstGeom prst="rect">
            <a:avLst/>
          </a:prstGeom>
          <a:noFill/>
        </p:spPr>
        <p:txBody>
          <a:bodyPr wrap="square">
            <a:spAutoFit/>
          </a:bodyPr>
          <a:lstStyle/>
          <a:p>
            <a:pPr algn="just"/>
            <a:r>
              <a:rPr lang="en-IN" sz="2800" b="1" dirty="0">
                <a:solidFill>
                  <a:srgbClr val="002060"/>
                </a:solidFill>
                <a:latin typeface="Times New Roman" panose="02020603050405020304" pitchFamily="18" charset="0"/>
                <a:cs typeface="Times New Roman" panose="02020603050405020304" pitchFamily="18" charset="0"/>
              </a:rPr>
              <a:t>Requirements Analysis</a:t>
            </a:r>
          </a:p>
          <a:p>
            <a:pPr algn="just"/>
            <a:endParaRPr lang="en-IN" sz="2800" b="1" dirty="0">
              <a:solidFill>
                <a:srgbClr val="002060"/>
              </a:solidFill>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After requirements gathering is complete, the analyst analyses the gathered requirements to form a clear understanding of the exact customer requirements and to weed out any problems in the gathered requirements. </a:t>
            </a:r>
            <a:endParaRPr lang="en-IN" sz="2800" b="1" dirty="0">
              <a:latin typeface="Times New Roman" panose="02020603050405020304" pitchFamily="18" charset="0"/>
              <a:cs typeface="Times New Roman" panose="02020603050405020304" pitchFamily="18" charset="0"/>
            </a:endParaRPr>
          </a:p>
          <a:p>
            <a:pPr algn="just"/>
            <a:endParaRPr lang="en-IN" sz="28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5C2648D-0DAF-776C-7506-B99B6A2A2133}"/>
              </a:ext>
            </a:extLst>
          </p:cNvPr>
          <p:cNvPicPr>
            <a:picLocks noChangeAspect="1"/>
          </p:cNvPicPr>
          <p:nvPr/>
        </p:nvPicPr>
        <p:blipFill>
          <a:blip r:embed="rId3"/>
          <a:stretch>
            <a:fillRect/>
          </a:stretch>
        </p:blipFill>
        <p:spPr>
          <a:xfrm>
            <a:off x="818468" y="3881032"/>
            <a:ext cx="10632786" cy="1655762"/>
          </a:xfrm>
          <a:prstGeom prst="rect">
            <a:avLst/>
          </a:prstGeom>
        </p:spPr>
      </p:pic>
    </p:spTree>
    <p:extLst>
      <p:ext uri="{BB962C8B-B14F-4D97-AF65-F5344CB8AC3E}">
        <p14:creationId xmlns:p14="http://schemas.microsoft.com/office/powerpoint/2010/main" val="9390531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776D5-8F78-9C83-107E-E5BF9556AA8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541DC76-EA8F-FFC4-E7C7-44AB3AAE18D8}"/>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REQUIREMENTS ANALYSIS AND SPECIFICATION</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6F8BC61-08BA-BA53-2DD8-47869622FA76}"/>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0B5BE042-5E00-C745-57E9-82265E173C9A}"/>
              </a:ext>
            </a:extLst>
          </p:cNvPr>
          <p:cNvSpPr txBox="1"/>
          <p:nvPr/>
        </p:nvSpPr>
        <p:spPr>
          <a:xfrm>
            <a:off x="588113" y="858835"/>
            <a:ext cx="11384280" cy="5693866"/>
          </a:xfrm>
          <a:prstGeom prst="rect">
            <a:avLst/>
          </a:prstGeom>
          <a:noFill/>
        </p:spPr>
        <p:txBody>
          <a:bodyPr wrap="square">
            <a:spAutoFit/>
          </a:bodyPr>
          <a:lstStyle/>
          <a:p>
            <a:pPr algn="just"/>
            <a:r>
              <a:rPr lang="en-IN" sz="2800" b="1" dirty="0">
                <a:solidFill>
                  <a:srgbClr val="002060"/>
                </a:solidFill>
                <a:latin typeface="Times New Roman" panose="02020603050405020304" pitchFamily="18" charset="0"/>
                <a:cs typeface="Times New Roman" panose="02020603050405020304" pitchFamily="18" charset="0"/>
              </a:rPr>
              <a:t>Requirements Analysis</a:t>
            </a:r>
          </a:p>
          <a:p>
            <a:pPr algn="just"/>
            <a:endParaRPr lang="en-IN" sz="2800" b="1" dirty="0">
              <a:solidFill>
                <a:srgbClr val="002060"/>
              </a:solidFill>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rPr>
              <a:t>What is the problem?</a:t>
            </a:r>
          </a:p>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rPr>
              <a:t>Why is it important to solve the problem?</a:t>
            </a:r>
          </a:p>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rPr>
              <a:t>What exactly are the data input to the system and what exactly are the data output by the system?</a:t>
            </a:r>
          </a:p>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rPr>
              <a:t>What are the possible procedures that need to be followed to solve the problem?</a:t>
            </a:r>
          </a:p>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rPr>
              <a:t>What are the likely complexities that might arise while solving the problem?</a:t>
            </a:r>
          </a:p>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rPr>
              <a:t>If there are external software or hardware with which the developed software has to interface, then what should be the data interchange formats with the external systems?</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59243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47502-E3DD-09E4-059B-5B3E653BFB6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289ECE2-0960-B83C-1FE0-814689690B32}"/>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 SOFTWARE REQUIREMENTS SPECIFICATION (SRS)</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8073649-276D-7A7C-7B83-CECF50AE0CF4}"/>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94573FE6-6AE5-89DF-4C6B-934FA6821CE8}"/>
              </a:ext>
            </a:extLst>
          </p:cNvPr>
          <p:cNvSpPr txBox="1"/>
          <p:nvPr/>
        </p:nvSpPr>
        <p:spPr>
          <a:xfrm>
            <a:off x="588113" y="858835"/>
            <a:ext cx="11384280" cy="3539430"/>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After the analyst has gathered all the required information regarding the software to be developed, and has removed all incompleteness, inconsistencies, and anomalies from the specification, he starts to systematically organize the requirements in the form of an SRS document.</a:t>
            </a:r>
          </a:p>
          <a:p>
            <a:pPr algn="just"/>
            <a:endParaRPr lang="en-US" sz="28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Among all the documents produced during a software development life cycle, SRS document is probably the most important document and is the toughest to write.</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2947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953F0-A20F-77DB-1DC8-C9EBEE9D6A9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995F4C1-A400-CA6B-CCB5-1125660702E2}"/>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 SOFTWARE REQUIREMENTS SPECIFICATION (SRS)</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A56FBF3-3AE2-D05C-832B-F9A2CC569A2F}"/>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77E4A795-9B23-6FE7-0E2C-6CFD847B23AA}"/>
              </a:ext>
            </a:extLst>
          </p:cNvPr>
          <p:cNvSpPr txBox="1"/>
          <p:nvPr/>
        </p:nvSpPr>
        <p:spPr>
          <a:xfrm>
            <a:off x="588113" y="858835"/>
            <a:ext cx="11384280" cy="3970318"/>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Users of SRS Document</a:t>
            </a:r>
          </a:p>
          <a:p>
            <a:pPr algn="just"/>
            <a:endParaRPr lang="en-IN" sz="28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Users, customers, and marketing personnel</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Content design developers </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Software developers </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Test engineers </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User documentation writers </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Project managers </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Maintenance engineers </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11497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B93D3-3C43-9ACB-BB87-C5D8A7015D6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F26E577-703B-980D-2E28-7AB3BF485A0D}"/>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 SOFTWARE REQUIREMENTS SPECIFICATION (SRS)</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E13DE3B-D28E-E441-EC3D-2CA5672B5061}"/>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CF4A90E5-E252-B6D5-BE5C-CE4CD0B78ECB}"/>
              </a:ext>
            </a:extLst>
          </p:cNvPr>
          <p:cNvSpPr txBox="1"/>
          <p:nvPr/>
        </p:nvSpPr>
        <p:spPr>
          <a:xfrm>
            <a:off x="588113" y="858835"/>
            <a:ext cx="11384280" cy="3108543"/>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Uses of SRS Document</a:t>
            </a:r>
          </a:p>
          <a:p>
            <a:pPr algn="just"/>
            <a:endParaRPr lang="en-IN" sz="28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Forms an agreement between the customers and the developers</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Reduces future reworks</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Provides a basis for estimating costs and schedules</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Provides a baseline for verification  and validation</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Facilitates future extensions</a:t>
            </a:r>
          </a:p>
        </p:txBody>
      </p:sp>
      <p:sp>
        <p:nvSpPr>
          <p:cNvPr id="6" name="TextBox 5">
            <a:extLst>
              <a:ext uri="{FF2B5EF4-FFF2-40B4-BE49-F238E27FC236}">
                <a16:creationId xmlns:a16="http://schemas.microsoft.com/office/drawing/2014/main" id="{10092741-8985-A284-D8D6-A06B09F51069}"/>
              </a:ext>
            </a:extLst>
          </p:cNvPr>
          <p:cNvSpPr txBox="1"/>
          <p:nvPr/>
        </p:nvSpPr>
        <p:spPr>
          <a:xfrm>
            <a:off x="1813179" y="4826246"/>
            <a:ext cx="8565642" cy="830997"/>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Verification – Are we building the product right?</a:t>
            </a:r>
          </a:p>
          <a:p>
            <a:r>
              <a:rPr lang="en-US" sz="2400" b="1" dirty="0">
                <a:latin typeface="Times New Roman" panose="02020603050405020304" pitchFamily="18" charset="0"/>
                <a:cs typeface="Times New Roman" panose="02020603050405020304" pitchFamily="18" charset="0"/>
              </a:rPr>
              <a:t>Validation   -  Are we building the right product?</a:t>
            </a:r>
            <a:endParaRPr lang="en-IN" sz="2400" b="1" dirty="0"/>
          </a:p>
        </p:txBody>
      </p:sp>
    </p:spTree>
    <p:extLst>
      <p:ext uri="{BB962C8B-B14F-4D97-AF65-F5344CB8AC3E}">
        <p14:creationId xmlns:p14="http://schemas.microsoft.com/office/powerpoint/2010/main" val="15833353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D826B-2D45-7461-4FFD-49C7172AE3D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828F679-945A-0205-5681-3EC34CBD2E6F}"/>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 SOFTWARE REQUIREMENTS SPECIFICATION (SRS)</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5551BDF-4CAA-EEC5-830B-F1FA9F6D299B}"/>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1910C3CD-5FBC-7933-3E0F-242E268C843D}"/>
              </a:ext>
            </a:extLst>
          </p:cNvPr>
          <p:cNvSpPr txBox="1"/>
          <p:nvPr/>
        </p:nvSpPr>
        <p:spPr>
          <a:xfrm>
            <a:off x="588113" y="858835"/>
            <a:ext cx="11384280" cy="4832092"/>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Characteristics of a Good SRS Document</a:t>
            </a:r>
          </a:p>
          <a:p>
            <a:pPr algn="just"/>
            <a:endParaRPr lang="en-US" sz="28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The skill of writing a good SRS document usually comes from the experience gained from writing SRS documents for many projects.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However, the analyst should be aware of the desirable qualities that every good SRS document should possess.</a:t>
            </a:r>
          </a:p>
          <a:p>
            <a:pPr algn="just"/>
            <a:r>
              <a:rPr lang="en-US" sz="2800" dirty="0">
                <a:latin typeface="Times New Roman" panose="02020603050405020304" pitchFamily="18" charset="0"/>
                <a:cs typeface="Times New Roman" panose="02020603050405020304" pitchFamily="18" charset="0"/>
              </a:rPr>
              <a:t> </a:t>
            </a:r>
          </a:p>
          <a:p>
            <a:pPr algn="just"/>
            <a:r>
              <a:rPr lang="en-US" sz="2800" dirty="0">
                <a:latin typeface="Times New Roman" panose="02020603050405020304" pitchFamily="18" charset="0"/>
                <a:cs typeface="Times New Roman" panose="02020603050405020304" pitchFamily="18" charset="0"/>
              </a:rPr>
              <a:t>IEEE Recommended Practice for Software Requirements Specifications describes the content and qualities of a good software requirements specification (SRS).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66181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D6753-17D2-90DB-C5CA-133B757A8A0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A8209AF-73A8-1AFB-697F-224754B7AC25}"/>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 SOFTWARE REQUIREMENTS SPECIFICATION (SRS)</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9109AC7-C309-7933-0474-129A7012E3D8}"/>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1542F9F1-C543-BD2D-E638-16AA466308CA}"/>
              </a:ext>
            </a:extLst>
          </p:cNvPr>
          <p:cNvSpPr txBox="1"/>
          <p:nvPr/>
        </p:nvSpPr>
        <p:spPr>
          <a:xfrm>
            <a:off x="588113" y="858835"/>
            <a:ext cx="11384280" cy="5262979"/>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Characteristics of a Good SRS Document</a:t>
            </a:r>
          </a:p>
          <a:p>
            <a:pPr algn="just"/>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Concise: </a:t>
            </a:r>
            <a:r>
              <a:rPr lang="en-US" sz="2800" dirty="0">
                <a:latin typeface="Times New Roman" panose="02020603050405020304" pitchFamily="18" charset="0"/>
                <a:cs typeface="Times New Roman" panose="02020603050405020304" pitchFamily="18" charset="0"/>
              </a:rPr>
              <a:t>The SRS document should be concise and at the same time unambiguous, consistent, and complete.</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Implementation-independent:</a:t>
            </a:r>
            <a:r>
              <a:rPr lang="en-US" sz="2800" dirty="0">
                <a:latin typeface="Times New Roman" panose="02020603050405020304" pitchFamily="18" charset="0"/>
                <a:cs typeface="Times New Roman" panose="02020603050405020304" pitchFamily="18" charset="0"/>
              </a:rPr>
              <a:t> The SRS should be free of design and implementation decisions unless those decisions reflect actual requirements.</a:t>
            </a:r>
          </a:p>
          <a:p>
            <a:pPr algn="just"/>
            <a:r>
              <a:rPr lang="en-US" sz="2800" dirty="0">
                <a:latin typeface="Times New Roman" panose="02020603050405020304" pitchFamily="18" charset="0"/>
                <a:cs typeface="Times New Roman" panose="02020603050405020304" pitchFamily="18" charset="0"/>
              </a:rPr>
              <a:t>	 This means that the SRS document should specify the externally visible behavior of the system and not discuss the implementation issues.</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Traceable: </a:t>
            </a:r>
            <a:r>
              <a:rPr lang="en-US" sz="2800" dirty="0">
                <a:latin typeface="Times New Roman" panose="02020603050405020304" pitchFamily="18" charset="0"/>
                <a:cs typeface="Times New Roman" panose="02020603050405020304" pitchFamily="18" charset="0"/>
              </a:rPr>
              <a:t>It should be possible to trace a specific requirement to the design elements that implement it and vice versa.</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1174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07F42-85AB-7C1A-BA96-AEAA95CB2C1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EAC9711-D2B6-8D28-D9B2-4CB3445FE21F}"/>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 SOFTWARE REQUIREMENTS SPECIFICATION (SRS)</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E87DF47-7A35-60F4-08F9-A88262E9D91A}"/>
              </a:ext>
            </a:extLst>
          </p:cNvPr>
          <p:cNvPicPr>
            <a:picLocks noChangeAspect="1"/>
          </p:cNvPicPr>
          <p:nvPr/>
        </p:nvPicPr>
        <p:blipFill>
          <a:blip r:embed="rId3"/>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CB964FB4-8843-5057-519B-EA8F4F28C64F}"/>
              </a:ext>
            </a:extLst>
          </p:cNvPr>
          <p:cNvSpPr txBox="1"/>
          <p:nvPr/>
        </p:nvSpPr>
        <p:spPr>
          <a:xfrm>
            <a:off x="588113" y="858835"/>
            <a:ext cx="11384280" cy="4832092"/>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Characteristics of a Good SRS Document</a:t>
            </a:r>
          </a:p>
          <a:p>
            <a:pPr algn="just"/>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Modifiable: </a:t>
            </a:r>
            <a:r>
              <a:rPr lang="en-US" sz="2800" dirty="0">
                <a:latin typeface="Times New Roman" panose="02020603050405020304" pitchFamily="18" charset="0"/>
                <a:cs typeface="Times New Roman" panose="02020603050405020304" pitchFamily="18" charset="0"/>
              </a:rPr>
              <a:t>Customers frequently change the requirements during the software development due to a variety of reasons.</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Identification of response to undesired events: </a:t>
            </a:r>
            <a:r>
              <a:rPr lang="en-US" sz="2800" dirty="0">
                <a:latin typeface="Times New Roman" panose="02020603050405020304" pitchFamily="18" charset="0"/>
                <a:cs typeface="Times New Roman" panose="02020603050405020304" pitchFamily="18" charset="0"/>
              </a:rPr>
              <a:t>The SRS document should discuss the system responses to various undesired events and exceptional conditions that may arise.</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Verifiable: </a:t>
            </a:r>
            <a:r>
              <a:rPr lang="en-US" sz="2800" dirty="0">
                <a:latin typeface="Times New Roman" panose="02020603050405020304" pitchFamily="18" charset="0"/>
                <a:cs typeface="Times New Roman" panose="02020603050405020304" pitchFamily="18" charset="0"/>
              </a:rPr>
              <a:t>All requirements of the system as documented in the SRS document should be verifiable.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1088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4B1ED-5932-D147-E726-B148061AE80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3CAC73A-4A19-7158-D779-A4B2F8F3BB3B}"/>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 SOFTWARE REQUIREMENTS SPECIFICATION (SRS)</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F9FC769-866D-596C-9CF5-5BBE97CA7129}"/>
              </a:ext>
            </a:extLst>
          </p:cNvPr>
          <p:cNvPicPr>
            <a:picLocks noChangeAspect="1"/>
          </p:cNvPicPr>
          <p:nvPr/>
        </p:nvPicPr>
        <p:blipFill>
          <a:blip r:embed="rId3"/>
          <a:stretch>
            <a:fillRect/>
          </a:stretch>
        </p:blipFill>
        <p:spPr>
          <a:xfrm>
            <a:off x="92946" y="97522"/>
            <a:ext cx="990334" cy="614374"/>
          </a:xfrm>
          <a:prstGeom prst="rect">
            <a:avLst/>
          </a:prstGeom>
        </p:spPr>
      </p:pic>
      <p:pic>
        <p:nvPicPr>
          <p:cNvPr id="6" name="Picture 5">
            <a:extLst>
              <a:ext uri="{FF2B5EF4-FFF2-40B4-BE49-F238E27FC236}">
                <a16:creationId xmlns:a16="http://schemas.microsoft.com/office/drawing/2014/main" id="{4D973E4F-C3C0-27E3-3E98-F0A941B70B8A}"/>
              </a:ext>
            </a:extLst>
          </p:cNvPr>
          <p:cNvPicPr>
            <a:picLocks noChangeAspect="1"/>
          </p:cNvPicPr>
          <p:nvPr/>
        </p:nvPicPr>
        <p:blipFill>
          <a:blip r:embed="rId4"/>
          <a:stretch>
            <a:fillRect/>
          </a:stretch>
        </p:blipFill>
        <p:spPr>
          <a:xfrm>
            <a:off x="1255200" y="1189694"/>
            <a:ext cx="9647496" cy="2440474"/>
          </a:xfrm>
          <a:prstGeom prst="rect">
            <a:avLst/>
          </a:prstGeom>
        </p:spPr>
      </p:pic>
    </p:spTree>
    <p:extLst>
      <p:ext uri="{BB962C8B-B14F-4D97-AF65-F5344CB8AC3E}">
        <p14:creationId xmlns:p14="http://schemas.microsoft.com/office/powerpoint/2010/main" val="23380653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8D1E0-F384-AAFD-6100-66A4F34CBF9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C04183A-151A-6E4A-A45C-04D5F1986C4D}"/>
              </a:ext>
            </a:extLst>
          </p:cNvPr>
          <p:cNvSpPr>
            <a:spLocks noGrp="1"/>
          </p:cNvSpPr>
          <p:nvPr>
            <p:ph type="subTitle" idx="1"/>
          </p:nvPr>
        </p:nvSpPr>
        <p:spPr>
          <a:xfrm>
            <a:off x="588113" y="1178878"/>
            <a:ext cx="2916936" cy="1655762"/>
          </a:xfrm>
        </p:spPr>
        <p:txBody>
          <a:bodyPr>
            <a:noAutofit/>
          </a:bodyPr>
          <a:lstStyle/>
          <a:p>
            <a:pPr algn="just"/>
            <a:r>
              <a:rPr lang="en-IN" b="1" dirty="0">
                <a:latin typeface="Times New Roman" panose="02020603050405020304" pitchFamily="18" charset="0"/>
                <a:cs typeface="Times New Roman" panose="02020603050405020304" pitchFamily="18" charset="0"/>
              </a:rPr>
              <a:t> SOFTWARE REQUIREMENTS SPECIFICATION (SRS)</a:t>
            </a:r>
            <a:endParaRPr lang="en-US" sz="4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88DCF5C-7D63-A447-206F-CF69C8B5EFEE}"/>
              </a:ext>
            </a:extLst>
          </p:cNvPr>
          <p:cNvPicPr>
            <a:picLocks noChangeAspect="1"/>
          </p:cNvPicPr>
          <p:nvPr/>
        </p:nvPicPr>
        <p:blipFill>
          <a:blip r:embed="rId3"/>
          <a:stretch>
            <a:fillRect/>
          </a:stretch>
        </p:blipFill>
        <p:spPr>
          <a:xfrm>
            <a:off x="92946" y="97522"/>
            <a:ext cx="990334" cy="614374"/>
          </a:xfrm>
          <a:prstGeom prst="rect">
            <a:avLst/>
          </a:prstGeom>
        </p:spPr>
      </p:pic>
      <p:pic>
        <p:nvPicPr>
          <p:cNvPr id="2050" name="Picture 2" descr="Contents in Software Requirements Specification document">
            <a:extLst>
              <a:ext uri="{FF2B5EF4-FFF2-40B4-BE49-F238E27FC236}">
                <a16:creationId xmlns:a16="http://schemas.microsoft.com/office/drawing/2014/main" id="{07638EE5-382C-44A5-8F6C-BC83A80BDA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3056" y="97522"/>
            <a:ext cx="7392352" cy="6677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29106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3BCEF-2269-615D-9F99-E42392D4D24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0B63DE2-5F81-959A-E68D-7307B4B20D25}"/>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 SOFTWARE REQUIREMENTS SPECIFICATION (SRS)</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96B2D13-85BB-031F-82F5-CFDEF1AD41A5}"/>
              </a:ext>
            </a:extLst>
          </p:cNvPr>
          <p:cNvPicPr>
            <a:picLocks noChangeAspect="1"/>
          </p:cNvPicPr>
          <p:nvPr/>
        </p:nvPicPr>
        <p:blipFill>
          <a:blip r:embed="rId3"/>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8AE3EF9B-0E3F-8BDC-F6B1-D08D74F319D5}"/>
              </a:ext>
            </a:extLst>
          </p:cNvPr>
          <p:cNvSpPr txBox="1"/>
          <p:nvPr/>
        </p:nvSpPr>
        <p:spPr>
          <a:xfrm>
            <a:off x="432816" y="1190720"/>
            <a:ext cx="11009376" cy="4401205"/>
          </a:xfrm>
          <a:prstGeom prst="rect">
            <a:avLst/>
          </a:prstGeom>
          <a:noFill/>
        </p:spPr>
        <p:txBody>
          <a:bodyPr wrap="square">
            <a:spAutoFit/>
          </a:bodyPr>
          <a:lstStyle/>
          <a:p>
            <a:pPr algn="just"/>
            <a:r>
              <a:rPr lang="en-US" sz="2800" b="1" i="0" dirty="0">
                <a:effectLst/>
                <a:latin typeface="Times New Roman" panose="02020603050405020304" pitchFamily="18" charset="0"/>
                <a:cs typeface="Times New Roman" panose="02020603050405020304" pitchFamily="18" charset="0"/>
              </a:rPr>
              <a:t>Functional requirements </a:t>
            </a:r>
            <a:r>
              <a:rPr lang="en-US" sz="2800" b="0" i="0" dirty="0">
                <a:effectLst/>
                <a:latin typeface="Times New Roman" panose="02020603050405020304" pitchFamily="18" charset="0"/>
                <a:cs typeface="Times New Roman" panose="02020603050405020304" pitchFamily="18" charset="0"/>
              </a:rPr>
              <a:t>describe the desired end function of a system operating within normal parameters</a:t>
            </a:r>
            <a:r>
              <a:rPr lang="en-US" sz="2800" dirty="0">
                <a:latin typeface="Times New Roman" panose="02020603050405020304" pitchFamily="18" charset="0"/>
                <a:cs typeface="Times New Roman" panose="02020603050405020304" pitchFamily="18" charset="0"/>
              </a:rPr>
              <a:t> and </a:t>
            </a:r>
            <a:r>
              <a:rPr lang="en-US" sz="2800" b="0" i="0" dirty="0">
                <a:effectLst/>
                <a:latin typeface="Times New Roman" panose="02020603050405020304" pitchFamily="18" charset="0"/>
                <a:cs typeface="Times New Roman" panose="02020603050405020304" pitchFamily="18" charset="0"/>
              </a:rPr>
              <a:t>make the desired product and the end product reaches its potential in order to meet user expectations.</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solidFill>
                  <a:srgbClr val="273239"/>
                </a:solidFill>
                <a:latin typeface="Times New Roman" panose="02020603050405020304" pitchFamily="18" charset="0"/>
                <a:cs typeface="Times New Roman" panose="02020603050405020304" pitchFamily="18" charset="0"/>
              </a:rPr>
              <a:t>F</a:t>
            </a:r>
            <a:r>
              <a:rPr lang="en-US" sz="2800" b="0" i="0" dirty="0">
                <a:solidFill>
                  <a:srgbClr val="273239"/>
                </a:solidFill>
                <a:effectLst/>
                <a:latin typeface="Times New Roman" panose="02020603050405020304" pitchFamily="18" charset="0"/>
                <a:cs typeface="Times New Roman" panose="02020603050405020304" pitchFamily="18" charset="0"/>
              </a:rPr>
              <a:t>unctional requirements define the specific behavior or functions of a system.</a:t>
            </a:r>
          </a:p>
          <a:p>
            <a:pPr algn="just"/>
            <a:endParaRPr lang="en-US" sz="2800" dirty="0">
              <a:solidFill>
                <a:srgbClr val="273239"/>
              </a:solidFill>
              <a:latin typeface="Times New Roman" panose="02020603050405020304" pitchFamily="18" charset="0"/>
              <a:cs typeface="Times New Roman" panose="02020603050405020304" pitchFamily="18" charset="0"/>
            </a:endParaRPr>
          </a:p>
          <a:p>
            <a:pPr algn="just"/>
            <a:r>
              <a:rPr lang="en-US" sz="2800" b="0" i="0" dirty="0">
                <a:solidFill>
                  <a:srgbClr val="273239"/>
                </a:solidFill>
                <a:effectLst/>
                <a:latin typeface="Times New Roman" panose="02020603050405020304" pitchFamily="18" charset="0"/>
                <a:cs typeface="Times New Roman" panose="02020603050405020304" pitchFamily="18" charset="0"/>
              </a:rPr>
              <a:t>In contrast, </a:t>
            </a:r>
            <a:r>
              <a:rPr lang="en-US" sz="2800" b="1" i="0" dirty="0">
                <a:solidFill>
                  <a:srgbClr val="273239"/>
                </a:solidFill>
                <a:effectLst/>
                <a:latin typeface="Times New Roman" panose="02020603050405020304" pitchFamily="18" charset="0"/>
                <a:cs typeface="Times New Roman" panose="02020603050405020304" pitchFamily="18" charset="0"/>
              </a:rPr>
              <a:t>non-functional requirements </a:t>
            </a:r>
            <a:r>
              <a:rPr lang="en-US" sz="2800" b="0" i="0" dirty="0">
                <a:solidFill>
                  <a:srgbClr val="273239"/>
                </a:solidFill>
                <a:effectLst/>
                <a:latin typeface="Times New Roman" panose="02020603050405020304" pitchFamily="18" charset="0"/>
                <a:cs typeface="Times New Roman" panose="02020603050405020304" pitchFamily="18" charset="0"/>
              </a:rPr>
              <a:t>specify how the system performs its tasks, focusing on attributes like performance, security, </a:t>
            </a:r>
            <a:r>
              <a:rPr lang="en-US" sz="2800" b="0" i="0" dirty="0">
                <a:effectLst/>
                <a:latin typeface="Times New Roman" panose="02020603050405020304" pitchFamily="18" charset="0"/>
                <a:cs typeface="Times New Roman" panose="02020603050405020304" pitchFamily="18" charset="0"/>
              </a:rPr>
              <a:t>scalability</a:t>
            </a:r>
            <a:r>
              <a:rPr lang="en-US" sz="2800" b="0" i="0" dirty="0">
                <a:solidFill>
                  <a:srgbClr val="273239"/>
                </a:solidFill>
                <a:effectLst/>
                <a:latin typeface="Times New Roman" panose="02020603050405020304" pitchFamily="18" charset="0"/>
                <a:cs typeface="Times New Roman" panose="02020603050405020304" pitchFamily="18" charset="0"/>
              </a:rPr>
              <a:t>, and usability.</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3501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69F56-3A9A-B5C2-2A0B-4F97BF90CD2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37106B2-A185-10BC-EBE3-C7A176BDB419}"/>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 SOFTWARE REQUIREMENTS SPECIFICATION (SRS)</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44217A0-8D11-7323-5EDF-E1189EB5A52F}"/>
              </a:ext>
            </a:extLst>
          </p:cNvPr>
          <p:cNvPicPr>
            <a:picLocks noChangeAspect="1"/>
          </p:cNvPicPr>
          <p:nvPr/>
        </p:nvPicPr>
        <p:blipFill>
          <a:blip r:embed="rId3"/>
          <a:stretch>
            <a:fillRect/>
          </a:stretch>
        </p:blipFill>
        <p:spPr>
          <a:xfrm>
            <a:off x="92946" y="97522"/>
            <a:ext cx="990334" cy="614374"/>
          </a:xfrm>
          <a:prstGeom prst="rect">
            <a:avLst/>
          </a:prstGeom>
        </p:spPr>
      </p:pic>
      <p:pic>
        <p:nvPicPr>
          <p:cNvPr id="1026" name="Picture 2">
            <a:extLst>
              <a:ext uri="{FF2B5EF4-FFF2-40B4-BE49-F238E27FC236}">
                <a16:creationId xmlns:a16="http://schemas.microsoft.com/office/drawing/2014/main" id="{3C628A3A-3F81-B814-F78C-345083C485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5011" y="1064926"/>
            <a:ext cx="9741977" cy="5372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44539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CFE52-328A-2364-B7DF-0B9FEEA02CE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F8D50D1-689D-105D-04FE-BC180465A3C5}"/>
              </a:ext>
            </a:extLst>
          </p:cNvPr>
          <p:cNvSpPr>
            <a:spLocks noGrp="1"/>
          </p:cNvSpPr>
          <p:nvPr>
            <p:ph type="subTitle" idx="1"/>
          </p:nvPr>
        </p:nvSpPr>
        <p:spPr>
          <a:xfrm>
            <a:off x="1289304" y="237046"/>
            <a:ext cx="10469880" cy="1655762"/>
          </a:xfrm>
        </p:spPr>
        <p:txBody>
          <a:bodyPr>
            <a:noAutofit/>
          </a:bodyPr>
          <a:lstStyle/>
          <a:p>
            <a:pPr algn="just"/>
            <a:r>
              <a:rPr lang="en-IN" sz="2800" b="1" dirty="0">
                <a:latin typeface="Times New Roman" panose="02020603050405020304" pitchFamily="18" charset="0"/>
                <a:cs typeface="Times New Roman" panose="02020603050405020304" pitchFamily="18" charset="0"/>
              </a:rPr>
              <a:t> SOFTWARE REQUIREMENTS SPECIFICATION (SRS)</a:t>
            </a:r>
            <a:endParaRPr lang="en-US" sz="4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DF98203-C1EB-C6A4-046E-12E2DDC7F2B7}"/>
              </a:ext>
            </a:extLst>
          </p:cNvPr>
          <p:cNvPicPr>
            <a:picLocks noChangeAspect="1"/>
          </p:cNvPicPr>
          <p:nvPr/>
        </p:nvPicPr>
        <p:blipFill>
          <a:blip r:embed="rId3"/>
          <a:stretch>
            <a:fillRect/>
          </a:stretch>
        </p:blipFill>
        <p:spPr>
          <a:xfrm>
            <a:off x="92946" y="97522"/>
            <a:ext cx="990334" cy="614374"/>
          </a:xfrm>
          <a:prstGeom prst="rect">
            <a:avLst/>
          </a:prstGeom>
        </p:spPr>
      </p:pic>
      <p:pic>
        <p:nvPicPr>
          <p:cNvPr id="1026" name="Picture 2">
            <a:extLst>
              <a:ext uri="{FF2B5EF4-FFF2-40B4-BE49-F238E27FC236}">
                <a16:creationId xmlns:a16="http://schemas.microsoft.com/office/drawing/2014/main" id="{5CD9F619-B88E-1C5D-F65B-B02AA89272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5011" y="1064926"/>
            <a:ext cx="9741977" cy="5372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9064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2658</TotalTime>
  <Words>2305</Words>
  <Application>Microsoft Office PowerPoint</Application>
  <PresentationFormat>Widescreen</PresentationFormat>
  <Paragraphs>193</Paragraphs>
  <Slides>39</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Times New Roman</vt:lpstr>
      <vt:lpstr>Office Theme</vt:lpstr>
      <vt:lpstr>UNIT 2</vt:lpstr>
      <vt:lpstr>Software project management complexities</vt:lpstr>
      <vt:lpstr>Software project management complexities</vt:lpstr>
      <vt:lpstr>Software project management complexities</vt:lpstr>
      <vt:lpstr>Responsibilities of a software project manager</vt:lpstr>
      <vt:lpstr>Responsibilities of a software project manager</vt:lpstr>
      <vt:lpstr>METRICS FOR PROJECT SIZE ESTIMATION</vt:lpstr>
      <vt:lpstr>METRICS FOR PROJECT SIZE ESTIMATION</vt:lpstr>
      <vt:lpstr>METRICS FOR PROJECT SIZE ESTIMATION</vt:lpstr>
      <vt:lpstr>METRICS FOR PROJECT SIZE ESTIMATION</vt:lpstr>
      <vt:lpstr>METRICS FOR PROJECT SIZE ESTIMATION</vt:lpstr>
      <vt:lpstr>METRICS FOR PROJECT SIZE ESTIMATION</vt:lpstr>
      <vt:lpstr>METRICS FOR PROJECT SIZE ESTIMATION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Sujana Challapalli</dc:creator>
  <cp:lastModifiedBy>Sujana Challapalli</cp:lastModifiedBy>
  <cp:revision>1</cp:revision>
  <dcterms:created xsi:type="dcterms:W3CDTF">2025-02-04T04:06:39Z</dcterms:created>
  <dcterms:modified xsi:type="dcterms:W3CDTF">2025-02-07T07:49:17Z</dcterms:modified>
</cp:coreProperties>
</file>