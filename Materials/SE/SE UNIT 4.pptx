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5CAE48-3629-468D-81AC-A0267EECD0E4}" v="5" dt="2025-03-08T04:05:53.8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jana Challapalli" userId="482ffdd06f6d4f52" providerId="LiveId" clId="{7F5CAE48-3629-468D-81AC-A0267EECD0E4}"/>
    <pc:docChg chg="undo redo custSel addSld delSld modSld sldOrd">
      <pc:chgData name="Sujana Challapalli" userId="482ffdd06f6d4f52" providerId="LiveId" clId="{7F5CAE48-3629-468D-81AC-A0267EECD0E4}" dt="2025-03-24T07:20:28.199" v="2404" actId="14100"/>
      <pc:docMkLst>
        <pc:docMk/>
      </pc:docMkLst>
      <pc:sldChg chg="addSp delSp modSp add mod">
        <pc:chgData name="Sujana Challapalli" userId="482ffdd06f6d4f52" providerId="LiveId" clId="{7F5CAE48-3629-468D-81AC-A0267EECD0E4}" dt="2025-03-05T22:19:04.687" v="15" actId="14100"/>
        <pc:sldMkLst>
          <pc:docMk/>
          <pc:sldMk cId="3912097069" sldId="257"/>
        </pc:sldMkLst>
        <pc:picChg chg="add mod">
          <ac:chgData name="Sujana Challapalli" userId="482ffdd06f6d4f52" providerId="LiveId" clId="{7F5CAE48-3629-468D-81AC-A0267EECD0E4}" dt="2025-03-05T22:18:56.037" v="12" actId="14100"/>
          <ac:picMkLst>
            <pc:docMk/>
            <pc:sldMk cId="3912097069" sldId="257"/>
            <ac:picMk id="10" creationId="{5BE80789-3721-BBE0-6779-D37BD71B1A4D}"/>
          </ac:picMkLst>
        </pc:picChg>
        <pc:picChg chg="add mod">
          <ac:chgData name="Sujana Challapalli" userId="482ffdd06f6d4f52" providerId="LiveId" clId="{7F5CAE48-3629-468D-81AC-A0267EECD0E4}" dt="2025-03-05T22:19:04.687" v="15" actId="14100"/>
          <ac:picMkLst>
            <pc:docMk/>
            <pc:sldMk cId="3912097069" sldId="257"/>
            <ac:picMk id="12" creationId="{655CBD07-3031-3591-38ED-4163070B6E52}"/>
          </ac:picMkLst>
        </pc:picChg>
      </pc:sldChg>
      <pc:sldChg chg="addSp delSp modSp add mod">
        <pc:chgData name="Sujana Challapalli" userId="482ffdd06f6d4f52" providerId="LiveId" clId="{7F5CAE48-3629-468D-81AC-A0267EECD0E4}" dt="2025-03-05T22:22:24.011" v="39" actId="14100"/>
        <pc:sldMkLst>
          <pc:docMk/>
          <pc:sldMk cId="659953757" sldId="258"/>
        </pc:sldMkLst>
        <pc:spChg chg="add mod">
          <ac:chgData name="Sujana Challapalli" userId="482ffdd06f6d4f52" providerId="LiveId" clId="{7F5CAE48-3629-468D-81AC-A0267EECD0E4}" dt="2025-03-05T22:20:15.087" v="27" actId="113"/>
          <ac:spMkLst>
            <pc:docMk/>
            <pc:sldMk cId="659953757" sldId="258"/>
            <ac:spMk id="3" creationId="{D45874BC-29D3-0001-71A0-20AE8B8F4652}"/>
          </ac:spMkLst>
        </pc:spChg>
        <pc:picChg chg="add mod">
          <ac:chgData name="Sujana Challapalli" userId="482ffdd06f6d4f52" providerId="LiveId" clId="{7F5CAE48-3629-468D-81AC-A0267EECD0E4}" dt="2025-03-05T22:22:16.595" v="37" actId="1076"/>
          <ac:picMkLst>
            <pc:docMk/>
            <pc:sldMk cId="659953757" sldId="258"/>
            <ac:picMk id="6" creationId="{E2C05A88-80E9-E613-799F-C4EE588195E4}"/>
          </ac:picMkLst>
        </pc:picChg>
        <pc:picChg chg="add mod">
          <ac:chgData name="Sujana Challapalli" userId="482ffdd06f6d4f52" providerId="LiveId" clId="{7F5CAE48-3629-468D-81AC-A0267EECD0E4}" dt="2025-03-05T22:22:24.011" v="39" actId="14100"/>
          <ac:picMkLst>
            <pc:docMk/>
            <pc:sldMk cId="659953757" sldId="258"/>
            <ac:picMk id="8" creationId="{9844CCB5-A9B5-5C36-463C-60AC124F1AC2}"/>
          </ac:picMkLst>
        </pc:picChg>
      </pc:sldChg>
      <pc:sldChg chg="addSp delSp modSp add mod">
        <pc:chgData name="Sujana Challapalli" userId="482ffdd06f6d4f52" providerId="LiveId" clId="{7F5CAE48-3629-468D-81AC-A0267EECD0E4}" dt="2025-03-05T22:30:47.064" v="138" actId="113"/>
        <pc:sldMkLst>
          <pc:docMk/>
          <pc:sldMk cId="447697741" sldId="259"/>
        </pc:sldMkLst>
        <pc:spChg chg="mod">
          <ac:chgData name="Sujana Challapalli" userId="482ffdd06f6d4f52" providerId="LiveId" clId="{7F5CAE48-3629-468D-81AC-A0267EECD0E4}" dt="2025-03-05T22:23:48.978" v="55" actId="122"/>
          <ac:spMkLst>
            <pc:docMk/>
            <pc:sldMk cId="447697741" sldId="259"/>
            <ac:spMk id="3" creationId="{F09E6758-DCEA-984F-DA0E-F7667F462A3F}"/>
          </ac:spMkLst>
        </pc:spChg>
        <pc:spChg chg="add mod">
          <ac:chgData name="Sujana Challapalli" userId="482ffdd06f6d4f52" providerId="LiveId" clId="{7F5CAE48-3629-468D-81AC-A0267EECD0E4}" dt="2025-03-05T22:23:52.270" v="56" actId="1076"/>
          <ac:spMkLst>
            <pc:docMk/>
            <pc:sldMk cId="447697741" sldId="259"/>
            <ac:spMk id="5" creationId="{B70506D9-6EC1-1468-9766-44B4CC7B1122}"/>
          </ac:spMkLst>
        </pc:spChg>
        <pc:spChg chg="add mod">
          <ac:chgData name="Sujana Challapalli" userId="482ffdd06f6d4f52" providerId="LiveId" clId="{7F5CAE48-3629-468D-81AC-A0267EECD0E4}" dt="2025-03-05T22:30:47.064" v="138" actId="113"/>
          <ac:spMkLst>
            <pc:docMk/>
            <pc:sldMk cId="447697741" sldId="259"/>
            <ac:spMk id="9" creationId="{E81C4150-A119-1E5A-2648-1EAE7EF8C81B}"/>
          </ac:spMkLst>
        </pc:spChg>
      </pc:sldChg>
      <pc:sldChg chg="modSp add mod">
        <pc:chgData name="Sujana Challapalli" userId="482ffdd06f6d4f52" providerId="LiveId" clId="{7F5CAE48-3629-468D-81AC-A0267EECD0E4}" dt="2025-03-05T22:31:05.443" v="142" actId="113"/>
        <pc:sldMkLst>
          <pc:docMk/>
          <pc:sldMk cId="367581742" sldId="260"/>
        </pc:sldMkLst>
        <pc:spChg chg="mod">
          <ac:chgData name="Sujana Challapalli" userId="482ffdd06f6d4f52" providerId="LiveId" clId="{7F5CAE48-3629-468D-81AC-A0267EECD0E4}" dt="2025-03-05T22:31:05.443" v="142" actId="113"/>
          <ac:spMkLst>
            <pc:docMk/>
            <pc:sldMk cId="367581742" sldId="260"/>
            <ac:spMk id="9" creationId="{1B462BBF-A523-D1A3-B7F3-786AB62D1CB7}"/>
          </ac:spMkLst>
        </pc:spChg>
      </pc:sldChg>
      <pc:sldChg chg="delSp modSp add mod">
        <pc:chgData name="Sujana Challapalli" userId="482ffdd06f6d4f52" providerId="LiveId" clId="{7F5CAE48-3629-468D-81AC-A0267EECD0E4}" dt="2025-03-05T22:32:49.327" v="156" actId="14100"/>
        <pc:sldMkLst>
          <pc:docMk/>
          <pc:sldMk cId="1314989575" sldId="261"/>
        </pc:sldMkLst>
        <pc:spChg chg="mod">
          <ac:chgData name="Sujana Challapalli" userId="482ffdd06f6d4f52" providerId="LiveId" clId="{7F5CAE48-3629-468D-81AC-A0267EECD0E4}" dt="2025-03-05T22:29:42.821" v="129"/>
          <ac:spMkLst>
            <pc:docMk/>
            <pc:sldMk cId="1314989575" sldId="261"/>
            <ac:spMk id="3" creationId="{6D685983-8875-D8D8-52A6-49457A3314C1}"/>
          </ac:spMkLst>
        </pc:spChg>
        <pc:spChg chg="mod">
          <ac:chgData name="Sujana Challapalli" userId="482ffdd06f6d4f52" providerId="LiveId" clId="{7F5CAE48-3629-468D-81AC-A0267EECD0E4}" dt="2025-03-05T22:32:49.327" v="156" actId="14100"/>
          <ac:spMkLst>
            <pc:docMk/>
            <pc:sldMk cId="1314989575" sldId="261"/>
            <ac:spMk id="9" creationId="{D490FE5E-C16E-B87B-4CE8-344AB6A0CBD0}"/>
          </ac:spMkLst>
        </pc:spChg>
      </pc:sldChg>
      <pc:sldChg chg="addSp delSp modSp add mod">
        <pc:chgData name="Sujana Challapalli" userId="482ffdd06f6d4f52" providerId="LiveId" clId="{7F5CAE48-3629-468D-81AC-A0267EECD0E4}" dt="2025-03-05T22:36:39.336" v="192" actId="20577"/>
        <pc:sldMkLst>
          <pc:docMk/>
          <pc:sldMk cId="1073414933" sldId="262"/>
        </pc:sldMkLst>
        <pc:spChg chg="mod">
          <ac:chgData name="Sujana Challapalli" userId="482ffdd06f6d4f52" providerId="LiveId" clId="{7F5CAE48-3629-468D-81AC-A0267EECD0E4}" dt="2025-03-05T22:36:39.336" v="192" actId="20577"/>
          <ac:spMkLst>
            <pc:docMk/>
            <pc:sldMk cId="1073414933" sldId="262"/>
            <ac:spMk id="9" creationId="{E7FCB3BE-14D6-B355-5659-8407F16ED255}"/>
          </ac:spMkLst>
        </pc:spChg>
      </pc:sldChg>
      <pc:sldChg chg="delSp modSp add mod">
        <pc:chgData name="Sujana Challapalli" userId="482ffdd06f6d4f52" providerId="LiveId" clId="{7F5CAE48-3629-468D-81AC-A0267EECD0E4}" dt="2025-03-05T22:41:51.965" v="249" actId="20577"/>
        <pc:sldMkLst>
          <pc:docMk/>
          <pc:sldMk cId="1255302720" sldId="263"/>
        </pc:sldMkLst>
        <pc:spChg chg="mod">
          <ac:chgData name="Sujana Challapalli" userId="482ffdd06f6d4f52" providerId="LiveId" clId="{7F5CAE48-3629-468D-81AC-A0267EECD0E4}" dt="2025-03-05T22:41:51.965" v="249" actId="20577"/>
          <ac:spMkLst>
            <pc:docMk/>
            <pc:sldMk cId="1255302720" sldId="263"/>
            <ac:spMk id="9" creationId="{96B594AA-3845-E60C-E2BE-9087BB2A4CDA}"/>
          </ac:spMkLst>
        </pc:spChg>
        <pc:spChg chg="mod">
          <ac:chgData name="Sujana Challapalli" userId="482ffdd06f6d4f52" providerId="LiveId" clId="{7F5CAE48-3629-468D-81AC-A0267EECD0E4}" dt="2025-03-05T22:41:41.573" v="246" actId="12"/>
          <ac:spMkLst>
            <pc:docMk/>
            <pc:sldMk cId="1255302720" sldId="263"/>
            <ac:spMk id="10" creationId="{80B04F1D-B289-3EE8-C7F8-CC0594B83B5F}"/>
          </ac:spMkLst>
        </pc:spChg>
        <pc:picChg chg="mod">
          <ac:chgData name="Sujana Challapalli" userId="482ffdd06f6d4f52" providerId="LiveId" clId="{7F5CAE48-3629-468D-81AC-A0267EECD0E4}" dt="2025-03-05T22:40:30.189" v="233" actId="14100"/>
          <ac:picMkLst>
            <pc:docMk/>
            <pc:sldMk cId="1255302720" sldId="263"/>
            <ac:picMk id="7" creationId="{4E23596F-FD64-8DD3-00FF-EAD5D569C8F8}"/>
          </ac:picMkLst>
        </pc:picChg>
      </pc:sldChg>
      <pc:sldChg chg="modSp add mod">
        <pc:chgData name="Sujana Challapalli" userId="482ffdd06f6d4f52" providerId="LiveId" clId="{7F5CAE48-3629-468D-81AC-A0267EECD0E4}" dt="2025-03-05T22:40:00.794" v="227" actId="255"/>
        <pc:sldMkLst>
          <pc:docMk/>
          <pc:sldMk cId="454196793" sldId="264"/>
        </pc:sldMkLst>
        <pc:spChg chg="mod">
          <ac:chgData name="Sujana Challapalli" userId="482ffdd06f6d4f52" providerId="LiveId" clId="{7F5CAE48-3629-468D-81AC-A0267EECD0E4}" dt="2025-03-05T22:39:44.889" v="224" actId="404"/>
          <ac:spMkLst>
            <pc:docMk/>
            <pc:sldMk cId="454196793" sldId="264"/>
            <ac:spMk id="9" creationId="{D4F7861E-09C0-F533-F729-B72491F39001}"/>
          </ac:spMkLst>
        </pc:spChg>
        <pc:spChg chg="mod">
          <ac:chgData name="Sujana Challapalli" userId="482ffdd06f6d4f52" providerId="LiveId" clId="{7F5CAE48-3629-468D-81AC-A0267EECD0E4}" dt="2025-03-05T22:40:00.794" v="227" actId="255"/>
          <ac:spMkLst>
            <pc:docMk/>
            <pc:sldMk cId="454196793" sldId="264"/>
            <ac:spMk id="10" creationId="{F3259BD3-404B-0676-7600-5B0369196865}"/>
          </ac:spMkLst>
        </pc:spChg>
        <pc:picChg chg="mod">
          <ac:chgData name="Sujana Challapalli" userId="482ffdd06f6d4f52" providerId="LiveId" clId="{7F5CAE48-3629-468D-81AC-A0267EECD0E4}" dt="2025-03-05T22:39:49.297" v="225" actId="14100"/>
          <ac:picMkLst>
            <pc:docMk/>
            <pc:sldMk cId="454196793" sldId="264"/>
            <ac:picMk id="5" creationId="{05CB6022-4120-CAE0-94F7-AAA561925855}"/>
          </ac:picMkLst>
        </pc:picChg>
      </pc:sldChg>
      <pc:sldChg chg="addSp delSp modSp add mod">
        <pc:chgData name="Sujana Challapalli" userId="482ffdd06f6d4f52" providerId="LiveId" clId="{7F5CAE48-3629-468D-81AC-A0267EECD0E4}" dt="2025-03-06T13:48:35.669" v="283" actId="12"/>
        <pc:sldMkLst>
          <pc:docMk/>
          <pc:sldMk cId="3429696838" sldId="265"/>
        </pc:sldMkLst>
        <pc:spChg chg="mod">
          <ac:chgData name="Sujana Challapalli" userId="482ffdd06f6d4f52" providerId="LiveId" clId="{7F5CAE48-3629-468D-81AC-A0267EECD0E4}" dt="2025-03-06T13:45:25.125" v="255"/>
          <ac:spMkLst>
            <pc:docMk/>
            <pc:sldMk cId="3429696838" sldId="265"/>
            <ac:spMk id="3" creationId="{D96D5A8F-24B5-C6A5-C525-1084FF447AC2}"/>
          </ac:spMkLst>
        </pc:spChg>
        <pc:spChg chg="mod">
          <ac:chgData name="Sujana Challapalli" userId="482ffdd06f6d4f52" providerId="LiveId" clId="{7F5CAE48-3629-468D-81AC-A0267EECD0E4}" dt="2025-03-06T13:48:35.669" v="283" actId="12"/>
          <ac:spMkLst>
            <pc:docMk/>
            <pc:sldMk cId="3429696838" sldId="265"/>
            <ac:spMk id="9" creationId="{C4F97F36-5711-CD85-DC50-0D39AFE6EAC2}"/>
          </ac:spMkLst>
        </pc:spChg>
        <pc:picChg chg="add mod">
          <ac:chgData name="Sujana Challapalli" userId="482ffdd06f6d4f52" providerId="LiveId" clId="{7F5CAE48-3629-468D-81AC-A0267EECD0E4}" dt="2025-03-06T13:48:25.058" v="281" actId="14100"/>
          <ac:picMkLst>
            <pc:docMk/>
            <pc:sldMk cId="3429696838" sldId="265"/>
            <ac:picMk id="5" creationId="{DFA181CD-25E3-E220-FB38-175FD173BAEC}"/>
          </ac:picMkLst>
        </pc:picChg>
      </pc:sldChg>
      <pc:sldChg chg="addSp delSp modSp add mod">
        <pc:chgData name="Sujana Challapalli" userId="482ffdd06f6d4f52" providerId="LiveId" clId="{7F5CAE48-3629-468D-81AC-A0267EECD0E4}" dt="2025-03-06T13:53:19.027" v="307" actId="14100"/>
        <pc:sldMkLst>
          <pc:docMk/>
          <pc:sldMk cId="1316734434" sldId="266"/>
        </pc:sldMkLst>
        <pc:spChg chg="mod">
          <ac:chgData name="Sujana Challapalli" userId="482ffdd06f6d4f52" providerId="LiveId" clId="{7F5CAE48-3629-468D-81AC-A0267EECD0E4}" dt="2025-03-06T13:52:44.292" v="303" actId="113"/>
          <ac:spMkLst>
            <pc:docMk/>
            <pc:sldMk cId="1316734434" sldId="266"/>
            <ac:spMk id="9" creationId="{399C3A45-5600-6DEB-D73C-68A1BFE6074C}"/>
          </ac:spMkLst>
        </pc:spChg>
        <pc:picChg chg="add mod">
          <ac:chgData name="Sujana Challapalli" userId="482ffdd06f6d4f52" providerId="LiveId" clId="{7F5CAE48-3629-468D-81AC-A0267EECD0E4}" dt="2025-03-06T13:53:19.027" v="307" actId="14100"/>
          <ac:picMkLst>
            <pc:docMk/>
            <pc:sldMk cId="1316734434" sldId="266"/>
            <ac:picMk id="6" creationId="{B6958A61-19BF-970F-236D-426AB2AB4C17}"/>
          </ac:picMkLst>
        </pc:picChg>
      </pc:sldChg>
      <pc:sldChg chg="delSp modSp add mod">
        <pc:chgData name="Sujana Challapalli" userId="482ffdd06f6d4f52" providerId="LiveId" clId="{7F5CAE48-3629-468D-81AC-A0267EECD0E4}" dt="2025-03-06T13:55:01.362" v="321" actId="113"/>
        <pc:sldMkLst>
          <pc:docMk/>
          <pc:sldMk cId="639795972" sldId="267"/>
        </pc:sldMkLst>
        <pc:spChg chg="mod">
          <ac:chgData name="Sujana Challapalli" userId="482ffdd06f6d4f52" providerId="LiveId" clId="{7F5CAE48-3629-468D-81AC-A0267EECD0E4}" dt="2025-03-06T13:55:01.362" v="321" actId="113"/>
          <ac:spMkLst>
            <pc:docMk/>
            <pc:sldMk cId="639795972" sldId="267"/>
            <ac:spMk id="9" creationId="{B14D0978-E6CD-2B1C-376A-699DCD3D56ED}"/>
          </ac:spMkLst>
        </pc:spChg>
      </pc:sldChg>
      <pc:sldChg chg="addSp modSp add mod">
        <pc:chgData name="Sujana Challapalli" userId="482ffdd06f6d4f52" providerId="LiveId" clId="{7F5CAE48-3629-468D-81AC-A0267EECD0E4}" dt="2025-03-06T14:01:53.155" v="371" actId="1076"/>
        <pc:sldMkLst>
          <pc:docMk/>
          <pc:sldMk cId="1044837830" sldId="268"/>
        </pc:sldMkLst>
        <pc:spChg chg="mod">
          <ac:chgData name="Sujana Challapalli" userId="482ffdd06f6d4f52" providerId="LiveId" clId="{7F5CAE48-3629-468D-81AC-A0267EECD0E4}" dt="2025-03-06T13:57:39.911" v="330" actId="2711"/>
          <ac:spMkLst>
            <pc:docMk/>
            <pc:sldMk cId="1044837830" sldId="268"/>
            <ac:spMk id="3" creationId="{161CA391-647F-89B6-3232-36720A0861C0}"/>
          </ac:spMkLst>
        </pc:spChg>
        <pc:spChg chg="mod">
          <ac:chgData name="Sujana Challapalli" userId="482ffdd06f6d4f52" providerId="LiveId" clId="{7F5CAE48-3629-468D-81AC-A0267EECD0E4}" dt="2025-03-06T14:01:53.155" v="371" actId="1076"/>
          <ac:spMkLst>
            <pc:docMk/>
            <pc:sldMk cId="1044837830" sldId="268"/>
            <ac:spMk id="9" creationId="{785B0B5D-61F1-3C1C-02E0-DE155FC053D7}"/>
          </ac:spMkLst>
        </pc:spChg>
        <pc:picChg chg="add mod">
          <ac:chgData name="Sujana Challapalli" userId="482ffdd06f6d4f52" providerId="LiveId" clId="{7F5CAE48-3629-468D-81AC-A0267EECD0E4}" dt="2025-03-06T13:59:02.796" v="344" actId="14100"/>
          <ac:picMkLst>
            <pc:docMk/>
            <pc:sldMk cId="1044837830" sldId="268"/>
            <ac:picMk id="5" creationId="{9A4F73F2-2D0D-28EC-C097-2541E5ACF0ED}"/>
          </ac:picMkLst>
        </pc:picChg>
      </pc:sldChg>
      <pc:sldChg chg="delSp modSp add mod">
        <pc:chgData name="Sujana Challapalli" userId="482ffdd06f6d4f52" providerId="LiveId" clId="{7F5CAE48-3629-468D-81AC-A0267EECD0E4}" dt="2025-03-06T14:04:04.096" v="391" actId="113"/>
        <pc:sldMkLst>
          <pc:docMk/>
          <pc:sldMk cId="867643522" sldId="269"/>
        </pc:sldMkLst>
        <pc:spChg chg="mod">
          <ac:chgData name="Sujana Challapalli" userId="482ffdd06f6d4f52" providerId="LiveId" clId="{7F5CAE48-3629-468D-81AC-A0267EECD0E4}" dt="2025-03-06T14:04:04.096" v="391" actId="113"/>
          <ac:spMkLst>
            <pc:docMk/>
            <pc:sldMk cId="867643522" sldId="269"/>
            <ac:spMk id="9" creationId="{1DE8D03D-96BD-7228-18C5-EDC7BA285CBA}"/>
          </ac:spMkLst>
        </pc:spChg>
      </pc:sldChg>
      <pc:sldChg chg="add">
        <pc:chgData name="Sujana Challapalli" userId="482ffdd06f6d4f52" providerId="LiveId" clId="{7F5CAE48-3629-468D-81AC-A0267EECD0E4}" dt="2025-03-06T14:04:12.819" v="392" actId="2890"/>
        <pc:sldMkLst>
          <pc:docMk/>
          <pc:sldMk cId="856831704" sldId="270"/>
        </pc:sldMkLst>
      </pc:sldChg>
      <pc:sldChg chg="addSp delSp modSp add mod ord">
        <pc:chgData name="Sujana Challapalli" userId="482ffdd06f6d4f52" providerId="LiveId" clId="{7F5CAE48-3629-468D-81AC-A0267EECD0E4}" dt="2025-03-06T14:05:32.044" v="403"/>
        <pc:sldMkLst>
          <pc:docMk/>
          <pc:sldMk cId="3756137624" sldId="271"/>
        </pc:sldMkLst>
        <pc:picChg chg="add mod">
          <ac:chgData name="Sujana Challapalli" userId="482ffdd06f6d4f52" providerId="LiveId" clId="{7F5CAE48-3629-468D-81AC-A0267EECD0E4}" dt="2025-03-06T14:05:06.748" v="400" actId="1076"/>
          <ac:picMkLst>
            <pc:docMk/>
            <pc:sldMk cId="3756137624" sldId="271"/>
            <ac:picMk id="5" creationId="{D5956F93-3C2B-EC5B-551A-C6E33F606C4E}"/>
          </ac:picMkLst>
        </pc:picChg>
      </pc:sldChg>
      <pc:sldChg chg="modSp add mod">
        <pc:chgData name="Sujana Challapalli" userId="482ffdd06f6d4f52" providerId="LiveId" clId="{7F5CAE48-3629-468D-81AC-A0267EECD0E4}" dt="2025-03-06T14:07:45.995" v="419" actId="113"/>
        <pc:sldMkLst>
          <pc:docMk/>
          <pc:sldMk cId="4031890957" sldId="272"/>
        </pc:sldMkLst>
        <pc:spChg chg="mod">
          <ac:chgData name="Sujana Challapalli" userId="482ffdd06f6d4f52" providerId="LiveId" clId="{7F5CAE48-3629-468D-81AC-A0267EECD0E4}" dt="2025-03-06T14:06:37.214" v="406"/>
          <ac:spMkLst>
            <pc:docMk/>
            <pc:sldMk cId="4031890957" sldId="272"/>
            <ac:spMk id="3" creationId="{6106710A-D4FD-9C0A-B1FD-F1117B37A351}"/>
          </ac:spMkLst>
        </pc:spChg>
        <pc:spChg chg="mod">
          <ac:chgData name="Sujana Challapalli" userId="482ffdd06f6d4f52" providerId="LiveId" clId="{7F5CAE48-3629-468D-81AC-A0267EECD0E4}" dt="2025-03-06T14:07:45.995" v="419" actId="113"/>
          <ac:spMkLst>
            <pc:docMk/>
            <pc:sldMk cId="4031890957" sldId="272"/>
            <ac:spMk id="9" creationId="{1217557C-4AC2-D8D7-A022-028D5489F6A5}"/>
          </ac:spMkLst>
        </pc:spChg>
      </pc:sldChg>
      <pc:sldChg chg="addSp modSp add mod">
        <pc:chgData name="Sujana Challapalli" userId="482ffdd06f6d4f52" providerId="LiveId" clId="{7F5CAE48-3629-468D-81AC-A0267EECD0E4}" dt="2025-03-06T14:35:28.054" v="474" actId="14100"/>
        <pc:sldMkLst>
          <pc:docMk/>
          <pc:sldMk cId="3981247693" sldId="273"/>
        </pc:sldMkLst>
        <pc:spChg chg="add mod">
          <ac:chgData name="Sujana Challapalli" userId="482ffdd06f6d4f52" providerId="LiveId" clId="{7F5CAE48-3629-468D-81AC-A0267EECD0E4}" dt="2025-03-06T14:35:24.831" v="473" actId="1076"/>
          <ac:spMkLst>
            <pc:docMk/>
            <pc:sldMk cId="3981247693" sldId="273"/>
            <ac:spMk id="5" creationId="{4DED2EF6-5F79-8DB1-26B0-2283754600D2}"/>
          </ac:spMkLst>
        </pc:spChg>
        <pc:spChg chg="mod">
          <ac:chgData name="Sujana Challapalli" userId="482ffdd06f6d4f52" providerId="LiveId" clId="{7F5CAE48-3629-468D-81AC-A0267EECD0E4}" dt="2025-03-06T14:31:28.826" v="452" actId="12"/>
          <ac:spMkLst>
            <pc:docMk/>
            <pc:sldMk cId="3981247693" sldId="273"/>
            <ac:spMk id="9" creationId="{A4C0FA66-A310-2956-A68B-05A0F4A9504B}"/>
          </ac:spMkLst>
        </pc:spChg>
        <pc:picChg chg="add mod">
          <ac:chgData name="Sujana Challapalli" userId="482ffdd06f6d4f52" providerId="LiveId" clId="{7F5CAE48-3629-468D-81AC-A0267EECD0E4}" dt="2025-03-06T14:35:28.054" v="474" actId="14100"/>
          <ac:picMkLst>
            <pc:docMk/>
            <pc:sldMk cId="3981247693" sldId="273"/>
            <ac:picMk id="7" creationId="{697B4131-4C34-44EB-60B0-B5ACC32254B0}"/>
          </ac:picMkLst>
        </pc:picChg>
      </pc:sldChg>
      <pc:sldChg chg="addSp delSp modSp add mod">
        <pc:chgData name="Sujana Challapalli" userId="482ffdd06f6d4f52" providerId="LiveId" clId="{7F5CAE48-3629-468D-81AC-A0267EECD0E4}" dt="2025-03-06T14:37:41.496" v="490" actId="14100"/>
        <pc:sldMkLst>
          <pc:docMk/>
          <pc:sldMk cId="919822095" sldId="274"/>
        </pc:sldMkLst>
        <pc:spChg chg="mod">
          <ac:chgData name="Sujana Challapalli" userId="482ffdd06f6d4f52" providerId="LiveId" clId="{7F5CAE48-3629-468D-81AC-A0267EECD0E4}" dt="2025-03-06T14:36:45.287" v="482"/>
          <ac:spMkLst>
            <pc:docMk/>
            <pc:sldMk cId="919822095" sldId="274"/>
            <ac:spMk id="5" creationId="{1D36D57D-9227-A432-1BE8-29F812D0114A}"/>
          </ac:spMkLst>
        </pc:spChg>
        <pc:picChg chg="add mod">
          <ac:chgData name="Sujana Challapalli" userId="482ffdd06f6d4f52" providerId="LiveId" clId="{7F5CAE48-3629-468D-81AC-A0267EECD0E4}" dt="2025-03-06T14:37:14.750" v="486" actId="1076"/>
          <ac:picMkLst>
            <pc:docMk/>
            <pc:sldMk cId="919822095" sldId="274"/>
            <ac:picMk id="6" creationId="{28D778B0-5C32-160D-0194-1F532994BE0E}"/>
          </ac:picMkLst>
        </pc:picChg>
        <pc:picChg chg="add mod">
          <ac:chgData name="Sujana Challapalli" userId="482ffdd06f6d4f52" providerId="LiveId" clId="{7F5CAE48-3629-468D-81AC-A0267EECD0E4}" dt="2025-03-06T14:37:41.496" v="490" actId="14100"/>
          <ac:picMkLst>
            <pc:docMk/>
            <pc:sldMk cId="919822095" sldId="274"/>
            <ac:picMk id="10" creationId="{6D3DE0A0-27D8-94B2-FD2A-1470802BA1F3}"/>
          </ac:picMkLst>
        </pc:picChg>
      </pc:sldChg>
      <pc:sldChg chg="addSp delSp modSp add mod">
        <pc:chgData name="Sujana Challapalli" userId="482ffdd06f6d4f52" providerId="LiveId" clId="{7F5CAE48-3629-468D-81AC-A0267EECD0E4}" dt="2025-03-06T14:45:52.467" v="523" actId="1076"/>
        <pc:sldMkLst>
          <pc:docMk/>
          <pc:sldMk cId="2254648697" sldId="275"/>
        </pc:sldMkLst>
        <pc:spChg chg="add mod">
          <ac:chgData name="Sujana Challapalli" userId="482ffdd06f6d4f52" providerId="LiveId" clId="{7F5CAE48-3629-468D-81AC-A0267EECD0E4}" dt="2025-03-06T14:45:49.536" v="522" actId="20577"/>
          <ac:spMkLst>
            <pc:docMk/>
            <pc:sldMk cId="2254648697" sldId="275"/>
            <ac:spMk id="2" creationId="{1E81A37F-B0E7-3039-86D1-FB6FFA826040}"/>
          </ac:spMkLst>
        </pc:spChg>
        <pc:picChg chg="add mod">
          <ac:chgData name="Sujana Challapalli" userId="482ffdd06f6d4f52" providerId="LiveId" clId="{7F5CAE48-3629-468D-81AC-A0267EECD0E4}" dt="2025-03-06T14:45:52.467" v="523" actId="1076"/>
          <ac:picMkLst>
            <pc:docMk/>
            <pc:sldMk cId="2254648697" sldId="275"/>
            <ac:picMk id="8" creationId="{2FE2D3F2-EFDA-322D-D213-C5388348F8DE}"/>
          </ac:picMkLst>
        </pc:picChg>
      </pc:sldChg>
      <pc:sldChg chg="addSp delSp modSp add mod">
        <pc:chgData name="Sujana Challapalli" userId="482ffdd06f6d4f52" providerId="LiveId" clId="{7F5CAE48-3629-468D-81AC-A0267EECD0E4}" dt="2025-03-06T14:45:37.552" v="520" actId="1076"/>
        <pc:sldMkLst>
          <pc:docMk/>
          <pc:sldMk cId="967145686" sldId="276"/>
        </pc:sldMkLst>
        <pc:spChg chg="mod">
          <ac:chgData name="Sujana Challapalli" userId="482ffdd06f6d4f52" providerId="LiveId" clId="{7F5CAE48-3629-468D-81AC-A0267EECD0E4}" dt="2025-03-06T14:45:28.052" v="517" actId="20577"/>
          <ac:spMkLst>
            <pc:docMk/>
            <pc:sldMk cId="967145686" sldId="276"/>
            <ac:spMk id="2" creationId="{A638ED9F-4D40-5C91-4456-B25539696C77}"/>
          </ac:spMkLst>
        </pc:spChg>
        <pc:picChg chg="add mod">
          <ac:chgData name="Sujana Challapalli" userId="482ffdd06f6d4f52" providerId="LiveId" clId="{7F5CAE48-3629-468D-81AC-A0267EECD0E4}" dt="2025-03-06T14:45:37.552" v="520" actId="1076"/>
          <ac:picMkLst>
            <pc:docMk/>
            <pc:sldMk cId="967145686" sldId="276"/>
            <ac:picMk id="1026" creationId="{002D1BE9-FCC2-08D8-5192-7550BC5BAB21}"/>
          </ac:picMkLst>
        </pc:picChg>
      </pc:sldChg>
      <pc:sldChg chg="delSp modSp add mod">
        <pc:chgData name="Sujana Challapalli" userId="482ffdd06f6d4f52" providerId="LiveId" clId="{7F5CAE48-3629-468D-81AC-A0267EECD0E4}" dt="2025-03-08T04:09:35.682" v="638" actId="20577"/>
        <pc:sldMkLst>
          <pc:docMk/>
          <pc:sldMk cId="1040624239" sldId="277"/>
        </pc:sldMkLst>
        <pc:spChg chg="mod">
          <ac:chgData name="Sujana Challapalli" userId="482ffdd06f6d4f52" providerId="LiveId" clId="{7F5CAE48-3629-468D-81AC-A0267EECD0E4}" dt="2025-03-08T04:09:35.682" v="638" actId="20577"/>
          <ac:spMkLst>
            <pc:docMk/>
            <pc:sldMk cId="1040624239" sldId="277"/>
            <ac:spMk id="2" creationId="{B90C8ADC-42AC-F6F7-3210-8FECCA034014}"/>
          </ac:spMkLst>
        </pc:spChg>
        <pc:spChg chg="mod">
          <ac:chgData name="Sujana Challapalli" userId="482ffdd06f6d4f52" providerId="LiveId" clId="{7F5CAE48-3629-468D-81AC-A0267EECD0E4}" dt="2025-03-08T04:03:48.022" v="527"/>
          <ac:spMkLst>
            <pc:docMk/>
            <pc:sldMk cId="1040624239" sldId="277"/>
            <ac:spMk id="3" creationId="{8F842BAC-317A-9984-1C8A-510E0086F759}"/>
          </ac:spMkLst>
        </pc:spChg>
      </pc:sldChg>
      <pc:sldChg chg="addSp modSp add mod">
        <pc:chgData name="Sujana Challapalli" userId="482ffdd06f6d4f52" providerId="LiveId" clId="{7F5CAE48-3629-468D-81AC-A0267EECD0E4}" dt="2025-03-08T04:15:19.750" v="669" actId="2711"/>
        <pc:sldMkLst>
          <pc:docMk/>
          <pc:sldMk cId="3388555003" sldId="278"/>
        </pc:sldMkLst>
        <pc:spChg chg="mod">
          <ac:chgData name="Sujana Challapalli" userId="482ffdd06f6d4f52" providerId="LiveId" clId="{7F5CAE48-3629-468D-81AC-A0267EECD0E4}" dt="2025-03-08T04:15:19.750" v="669" actId="2711"/>
          <ac:spMkLst>
            <pc:docMk/>
            <pc:sldMk cId="3388555003" sldId="278"/>
            <ac:spMk id="2" creationId="{9558C8A7-3235-1A8B-6752-47209DB2AC66}"/>
          </ac:spMkLst>
        </pc:spChg>
        <pc:picChg chg="add mod">
          <ac:chgData name="Sujana Challapalli" userId="482ffdd06f6d4f52" providerId="LiveId" clId="{7F5CAE48-3629-468D-81AC-A0267EECD0E4}" dt="2025-03-08T04:15:09.892" v="666" actId="1076"/>
          <ac:picMkLst>
            <pc:docMk/>
            <pc:sldMk cId="3388555003" sldId="278"/>
            <ac:picMk id="6" creationId="{8D04A4C4-D9B5-C34F-5FC2-20E3A1135614}"/>
          </ac:picMkLst>
        </pc:picChg>
      </pc:sldChg>
      <pc:sldChg chg="addSp delSp modSp add mod ord">
        <pc:chgData name="Sujana Challapalli" userId="482ffdd06f6d4f52" providerId="LiveId" clId="{7F5CAE48-3629-468D-81AC-A0267EECD0E4}" dt="2025-03-08T04:15:34.588" v="672"/>
        <pc:sldMkLst>
          <pc:docMk/>
          <pc:sldMk cId="1826125171" sldId="279"/>
        </pc:sldMkLst>
        <pc:spChg chg="mod">
          <ac:chgData name="Sujana Challapalli" userId="482ffdd06f6d4f52" providerId="LiveId" clId="{7F5CAE48-3629-468D-81AC-A0267EECD0E4}" dt="2025-03-08T04:13:15.114" v="654" actId="6549"/>
          <ac:spMkLst>
            <pc:docMk/>
            <pc:sldMk cId="1826125171" sldId="279"/>
            <ac:spMk id="2" creationId="{B6CDA086-2152-2D4D-D849-65354E1228AA}"/>
          </ac:spMkLst>
        </pc:spChg>
        <pc:spChg chg="add mod">
          <ac:chgData name="Sujana Challapalli" userId="482ffdd06f6d4f52" providerId="LiveId" clId="{7F5CAE48-3629-468D-81AC-A0267EECD0E4}" dt="2025-03-08T04:14:09.439" v="665" actId="123"/>
          <ac:spMkLst>
            <pc:docMk/>
            <pc:sldMk cId="1826125171" sldId="279"/>
            <ac:spMk id="9" creationId="{E7351A1C-1948-CFED-D907-F62F46061FD5}"/>
          </ac:spMkLst>
        </pc:spChg>
        <pc:picChg chg="add mod">
          <ac:chgData name="Sujana Challapalli" userId="482ffdd06f6d4f52" providerId="LiveId" clId="{7F5CAE48-3629-468D-81AC-A0267EECD0E4}" dt="2025-03-08T04:13:24.310" v="658" actId="1076"/>
          <ac:picMkLst>
            <pc:docMk/>
            <pc:sldMk cId="1826125171" sldId="279"/>
            <ac:picMk id="7" creationId="{1CC25378-FC9E-93ED-A738-FC6B6B2E4A45}"/>
          </ac:picMkLst>
        </pc:picChg>
      </pc:sldChg>
      <pc:sldChg chg="addSp delSp modSp add mod">
        <pc:chgData name="Sujana Challapalli" userId="482ffdd06f6d4f52" providerId="LiveId" clId="{7F5CAE48-3629-468D-81AC-A0267EECD0E4}" dt="2025-03-08T04:21:09.987" v="703" actId="113"/>
        <pc:sldMkLst>
          <pc:docMk/>
          <pc:sldMk cId="799236234" sldId="280"/>
        </pc:sldMkLst>
        <pc:spChg chg="mod">
          <ac:chgData name="Sujana Challapalli" userId="482ffdd06f6d4f52" providerId="LiveId" clId="{7F5CAE48-3629-468D-81AC-A0267EECD0E4}" dt="2025-03-08T04:20:17.339" v="693" actId="2711"/>
          <ac:spMkLst>
            <pc:docMk/>
            <pc:sldMk cId="799236234" sldId="280"/>
            <ac:spMk id="2" creationId="{FC3CBAB8-7D60-A177-431B-2D5B20B6543F}"/>
          </ac:spMkLst>
        </pc:spChg>
        <pc:spChg chg="add mod">
          <ac:chgData name="Sujana Challapalli" userId="482ffdd06f6d4f52" providerId="LiveId" clId="{7F5CAE48-3629-468D-81AC-A0267EECD0E4}" dt="2025-03-08T04:20:12.614" v="692" actId="1076"/>
          <ac:spMkLst>
            <pc:docMk/>
            <pc:sldMk cId="799236234" sldId="280"/>
            <ac:spMk id="7" creationId="{C5A57842-7929-13A8-D04A-A57A69C3DDFC}"/>
          </ac:spMkLst>
        </pc:spChg>
        <pc:spChg chg="add mod">
          <ac:chgData name="Sujana Challapalli" userId="482ffdd06f6d4f52" providerId="LiveId" clId="{7F5CAE48-3629-468D-81AC-A0267EECD0E4}" dt="2025-03-08T04:21:09.987" v="703" actId="113"/>
          <ac:spMkLst>
            <pc:docMk/>
            <pc:sldMk cId="799236234" sldId="280"/>
            <ac:spMk id="9" creationId="{C4ED71F7-A0B4-9C2E-B7D6-CC252D8D43A1}"/>
          </ac:spMkLst>
        </pc:spChg>
      </pc:sldChg>
      <pc:sldChg chg="addSp delSp modSp add mod">
        <pc:chgData name="Sujana Challapalli" userId="482ffdd06f6d4f52" providerId="LiveId" clId="{7F5CAE48-3629-468D-81AC-A0267EECD0E4}" dt="2025-03-08T04:26:05.288" v="752" actId="113"/>
        <pc:sldMkLst>
          <pc:docMk/>
          <pc:sldMk cId="2581942603" sldId="281"/>
        </pc:sldMkLst>
        <pc:spChg chg="mod">
          <ac:chgData name="Sujana Challapalli" userId="482ffdd06f6d4f52" providerId="LiveId" clId="{7F5CAE48-3629-468D-81AC-A0267EECD0E4}" dt="2025-03-08T04:25:54.437" v="750" actId="404"/>
          <ac:spMkLst>
            <pc:docMk/>
            <pc:sldMk cId="2581942603" sldId="281"/>
            <ac:spMk id="2" creationId="{16BBEE6D-B682-380A-4D57-7B724A3F2407}"/>
          </ac:spMkLst>
        </pc:spChg>
        <pc:spChg chg="add mod">
          <ac:chgData name="Sujana Challapalli" userId="482ffdd06f6d4f52" providerId="LiveId" clId="{7F5CAE48-3629-468D-81AC-A0267EECD0E4}" dt="2025-03-08T04:26:05.288" v="752" actId="113"/>
          <ac:spMkLst>
            <pc:docMk/>
            <pc:sldMk cId="2581942603" sldId="281"/>
            <ac:spMk id="6" creationId="{A8A8CE9E-ECD6-5858-C591-D8519404755E}"/>
          </ac:spMkLst>
        </pc:spChg>
      </pc:sldChg>
      <pc:sldChg chg="addSp delSp modSp add mod">
        <pc:chgData name="Sujana Challapalli" userId="482ffdd06f6d4f52" providerId="LiveId" clId="{7F5CAE48-3629-468D-81AC-A0267EECD0E4}" dt="2025-03-08T05:43:50.561" v="1013" actId="20577"/>
        <pc:sldMkLst>
          <pc:docMk/>
          <pc:sldMk cId="709459942" sldId="282"/>
        </pc:sldMkLst>
        <pc:spChg chg="mod">
          <ac:chgData name="Sujana Challapalli" userId="482ffdd06f6d4f52" providerId="LiveId" clId="{7F5CAE48-3629-468D-81AC-A0267EECD0E4}" dt="2025-03-08T05:43:50.561" v="1013" actId="20577"/>
          <ac:spMkLst>
            <pc:docMk/>
            <pc:sldMk cId="709459942" sldId="282"/>
            <ac:spMk id="2" creationId="{6799E50E-77F4-8C5F-78FF-9FCC095ED719}"/>
          </ac:spMkLst>
        </pc:spChg>
        <pc:spChg chg="add mod">
          <ac:chgData name="Sujana Challapalli" userId="482ffdd06f6d4f52" providerId="LiveId" clId="{7F5CAE48-3629-468D-81AC-A0267EECD0E4}" dt="2025-03-08T04:30:41.698" v="776" actId="113"/>
          <ac:spMkLst>
            <pc:docMk/>
            <pc:sldMk cId="709459942" sldId="282"/>
            <ac:spMk id="7" creationId="{AE94153C-2CDB-A120-4635-B96290E48372}"/>
          </ac:spMkLst>
        </pc:spChg>
        <pc:spChg chg="add mod">
          <ac:chgData name="Sujana Challapalli" userId="482ffdd06f6d4f52" providerId="LiveId" clId="{7F5CAE48-3629-468D-81AC-A0267EECD0E4}" dt="2025-03-08T04:33:43.911" v="789" actId="403"/>
          <ac:spMkLst>
            <pc:docMk/>
            <pc:sldMk cId="709459942" sldId="282"/>
            <ac:spMk id="11" creationId="{C9A0F9C7-BEEF-4EDA-CEF1-05517FB27A3D}"/>
          </ac:spMkLst>
        </pc:spChg>
        <pc:picChg chg="add mod">
          <ac:chgData name="Sujana Challapalli" userId="482ffdd06f6d4f52" providerId="LiveId" clId="{7F5CAE48-3629-468D-81AC-A0267EECD0E4}" dt="2025-03-08T04:32:35.380" v="779" actId="1076"/>
          <ac:picMkLst>
            <pc:docMk/>
            <pc:sldMk cId="709459942" sldId="282"/>
            <ac:picMk id="9" creationId="{ABB7E894-EF1A-78C3-7907-B54255079F63}"/>
          </ac:picMkLst>
        </pc:picChg>
      </pc:sldChg>
      <pc:sldChg chg="addSp delSp modSp add mod">
        <pc:chgData name="Sujana Challapalli" userId="482ffdd06f6d4f52" providerId="LiveId" clId="{7F5CAE48-3629-468D-81AC-A0267EECD0E4}" dt="2025-03-08T05:43:57.197" v="1015" actId="20577"/>
        <pc:sldMkLst>
          <pc:docMk/>
          <pc:sldMk cId="3613331011" sldId="283"/>
        </pc:sldMkLst>
        <pc:spChg chg="mod">
          <ac:chgData name="Sujana Challapalli" userId="482ffdd06f6d4f52" providerId="LiveId" clId="{7F5CAE48-3629-468D-81AC-A0267EECD0E4}" dt="2025-03-08T05:43:57.197" v="1015" actId="20577"/>
          <ac:spMkLst>
            <pc:docMk/>
            <pc:sldMk cId="3613331011" sldId="283"/>
            <ac:spMk id="2" creationId="{2C934047-C929-72F2-E8FC-437CDA4F75A7}"/>
          </ac:spMkLst>
        </pc:spChg>
        <pc:spChg chg="mod">
          <ac:chgData name="Sujana Challapalli" userId="482ffdd06f6d4f52" providerId="LiveId" clId="{7F5CAE48-3629-468D-81AC-A0267EECD0E4}" dt="2025-03-08T04:34:55.846" v="871" actId="14100"/>
          <ac:spMkLst>
            <pc:docMk/>
            <pc:sldMk cId="3613331011" sldId="283"/>
            <ac:spMk id="7" creationId="{A7634F00-9FD6-486F-841E-432F8C957DE1}"/>
          </ac:spMkLst>
        </pc:spChg>
        <pc:spChg chg="add mod">
          <ac:chgData name="Sujana Challapalli" userId="482ffdd06f6d4f52" providerId="LiveId" clId="{7F5CAE48-3629-468D-81AC-A0267EECD0E4}" dt="2025-03-08T04:37:17.453" v="897" actId="1076"/>
          <ac:spMkLst>
            <pc:docMk/>
            <pc:sldMk cId="3613331011" sldId="283"/>
            <ac:spMk id="10" creationId="{68A330F4-78F5-FFBB-8FC1-50C5023F6F6C}"/>
          </ac:spMkLst>
        </pc:spChg>
        <pc:picChg chg="add mod">
          <ac:chgData name="Sujana Challapalli" userId="482ffdd06f6d4f52" providerId="LiveId" clId="{7F5CAE48-3629-468D-81AC-A0267EECD0E4}" dt="2025-03-08T04:35:07.092" v="875" actId="14100"/>
          <ac:picMkLst>
            <pc:docMk/>
            <pc:sldMk cId="3613331011" sldId="283"/>
            <ac:picMk id="6" creationId="{13A7766D-A030-D058-F4F8-17282B846966}"/>
          </ac:picMkLst>
        </pc:picChg>
      </pc:sldChg>
      <pc:sldChg chg="addSp delSp modSp add mod">
        <pc:chgData name="Sujana Challapalli" userId="482ffdd06f6d4f52" providerId="LiveId" clId="{7F5CAE48-3629-468D-81AC-A0267EECD0E4}" dt="2025-03-08T05:44:10.477" v="1017" actId="20577"/>
        <pc:sldMkLst>
          <pc:docMk/>
          <pc:sldMk cId="2041694453" sldId="284"/>
        </pc:sldMkLst>
        <pc:spChg chg="mod">
          <ac:chgData name="Sujana Challapalli" userId="482ffdd06f6d4f52" providerId="LiveId" clId="{7F5CAE48-3629-468D-81AC-A0267EECD0E4}" dt="2025-03-08T05:44:10.477" v="1017" actId="20577"/>
          <ac:spMkLst>
            <pc:docMk/>
            <pc:sldMk cId="2041694453" sldId="284"/>
            <ac:spMk id="2" creationId="{26E94C72-B033-CB65-7608-322FD334F908}"/>
          </ac:spMkLst>
        </pc:spChg>
        <pc:spChg chg="mod">
          <ac:chgData name="Sujana Challapalli" userId="482ffdd06f6d4f52" providerId="LiveId" clId="{7F5CAE48-3629-468D-81AC-A0267EECD0E4}" dt="2025-03-08T04:38:44.774" v="907" actId="14100"/>
          <ac:spMkLst>
            <pc:docMk/>
            <pc:sldMk cId="2041694453" sldId="284"/>
            <ac:spMk id="7" creationId="{F82263D9-9484-34F4-C67C-F3996B4AC8FD}"/>
          </ac:spMkLst>
        </pc:spChg>
        <pc:spChg chg="add mod">
          <ac:chgData name="Sujana Challapalli" userId="482ffdd06f6d4f52" providerId="LiveId" clId="{7F5CAE48-3629-468D-81AC-A0267EECD0E4}" dt="2025-03-08T04:40:04.668" v="927" actId="113"/>
          <ac:spMkLst>
            <pc:docMk/>
            <pc:sldMk cId="2041694453" sldId="284"/>
            <ac:spMk id="8" creationId="{9F085321-2EAF-2141-39F4-B4753A1A346C}"/>
          </ac:spMkLst>
        </pc:spChg>
        <pc:spChg chg="add mod">
          <ac:chgData name="Sujana Challapalli" userId="482ffdd06f6d4f52" providerId="LiveId" clId="{7F5CAE48-3629-468D-81AC-A0267EECD0E4}" dt="2025-03-08T04:41:02.534" v="936" actId="14100"/>
          <ac:spMkLst>
            <pc:docMk/>
            <pc:sldMk cId="2041694453" sldId="284"/>
            <ac:spMk id="11" creationId="{6EFF9280-F59C-11CF-84D1-FCD6DE3493DF}"/>
          </ac:spMkLst>
        </pc:spChg>
        <pc:spChg chg="add mod">
          <ac:chgData name="Sujana Challapalli" userId="482ffdd06f6d4f52" providerId="LiveId" clId="{7F5CAE48-3629-468D-81AC-A0267EECD0E4}" dt="2025-03-08T04:49:28.864" v="961" actId="1076"/>
          <ac:spMkLst>
            <pc:docMk/>
            <pc:sldMk cId="2041694453" sldId="284"/>
            <ac:spMk id="13" creationId="{6C3BD1BB-C746-7B98-F8A7-468D5B66C6E7}"/>
          </ac:spMkLst>
        </pc:spChg>
        <pc:spChg chg="add mod">
          <ac:chgData name="Sujana Challapalli" userId="482ffdd06f6d4f52" providerId="LiveId" clId="{7F5CAE48-3629-468D-81AC-A0267EECD0E4}" dt="2025-03-08T04:49:35.017" v="962" actId="1076"/>
          <ac:spMkLst>
            <pc:docMk/>
            <pc:sldMk cId="2041694453" sldId="284"/>
            <ac:spMk id="15" creationId="{44E609A6-29EA-CFB6-618E-924302ED46E3}"/>
          </ac:spMkLst>
        </pc:spChg>
        <pc:spChg chg="add mod">
          <ac:chgData name="Sujana Challapalli" userId="482ffdd06f6d4f52" providerId="LiveId" clId="{7F5CAE48-3629-468D-81AC-A0267EECD0E4}" dt="2025-03-08T04:49:56.914" v="968" actId="2711"/>
          <ac:spMkLst>
            <pc:docMk/>
            <pc:sldMk cId="2041694453" sldId="284"/>
            <ac:spMk id="19" creationId="{9E511AFE-13DE-3F65-A7A9-76AF92714AC7}"/>
          </ac:spMkLst>
        </pc:spChg>
        <pc:spChg chg="add mod">
          <ac:chgData name="Sujana Challapalli" userId="482ffdd06f6d4f52" providerId="LiveId" clId="{7F5CAE48-3629-468D-81AC-A0267EECD0E4}" dt="2025-03-08T04:51:30.666" v="978" actId="113"/>
          <ac:spMkLst>
            <pc:docMk/>
            <pc:sldMk cId="2041694453" sldId="284"/>
            <ac:spMk id="21" creationId="{32D5BFFE-FBA6-B704-FDC6-C9F513440807}"/>
          </ac:spMkLst>
        </pc:spChg>
        <pc:picChg chg="mod">
          <ac:chgData name="Sujana Challapalli" userId="482ffdd06f6d4f52" providerId="LiveId" clId="{7F5CAE48-3629-468D-81AC-A0267EECD0E4}" dt="2025-03-08T04:37:56.426" v="900" actId="14100"/>
          <ac:picMkLst>
            <pc:docMk/>
            <pc:sldMk cId="2041694453" sldId="284"/>
            <ac:picMk id="6" creationId="{D1CC79F8-F270-AFA2-E058-FB6C2049CE4B}"/>
          </ac:picMkLst>
        </pc:picChg>
      </pc:sldChg>
      <pc:sldChg chg="delSp modSp add mod">
        <pc:chgData name="Sujana Challapalli" userId="482ffdd06f6d4f52" providerId="LiveId" clId="{7F5CAE48-3629-468D-81AC-A0267EECD0E4}" dt="2025-03-08T05:44:19.081" v="1019" actId="20577"/>
        <pc:sldMkLst>
          <pc:docMk/>
          <pc:sldMk cId="3614405390" sldId="285"/>
        </pc:sldMkLst>
        <pc:spChg chg="mod">
          <ac:chgData name="Sujana Challapalli" userId="482ffdd06f6d4f52" providerId="LiveId" clId="{7F5CAE48-3629-468D-81AC-A0267EECD0E4}" dt="2025-03-08T05:44:19.081" v="1019" actId="20577"/>
          <ac:spMkLst>
            <pc:docMk/>
            <pc:sldMk cId="3614405390" sldId="285"/>
            <ac:spMk id="2" creationId="{2390AAE1-CDD6-8765-472F-D9EEEC87544F}"/>
          </ac:spMkLst>
        </pc:spChg>
        <pc:spChg chg="mod">
          <ac:chgData name="Sujana Challapalli" userId="482ffdd06f6d4f52" providerId="LiveId" clId="{7F5CAE48-3629-468D-81AC-A0267EECD0E4}" dt="2025-03-08T05:03:39.935" v="1011" actId="1076"/>
          <ac:spMkLst>
            <pc:docMk/>
            <pc:sldMk cId="3614405390" sldId="285"/>
            <ac:spMk id="7" creationId="{C087284A-4BDB-0EAB-AF8C-C45A26BE406D}"/>
          </ac:spMkLst>
        </pc:spChg>
      </pc:sldChg>
      <pc:sldChg chg="delSp modSp add mod">
        <pc:chgData name="Sujana Challapalli" userId="482ffdd06f6d4f52" providerId="LiveId" clId="{7F5CAE48-3629-468D-81AC-A0267EECD0E4}" dt="2025-03-10T00:56:54.333" v="1096" actId="20577"/>
        <pc:sldMkLst>
          <pc:docMk/>
          <pc:sldMk cId="864835300" sldId="286"/>
        </pc:sldMkLst>
        <pc:spChg chg="mod">
          <ac:chgData name="Sujana Challapalli" userId="482ffdd06f6d4f52" providerId="LiveId" clId="{7F5CAE48-3629-468D-81AC-A0267EECD0E4}" dt="2025-03-10T00:52:20.850" v="1025"/>
          <ac:spMkLst>
            <pc:docMk/>
            <pc:sldMk cId="864835300" sldId="286"/>
            <ac:spMk id="3" creationId="{CAD22A53-D750-0B1E-1C70-587D2485652A}"/>
          </ac:spMkLst>
        </pc:spChg>
        <pc:spChg chg="mod">
          <ac:chgData name="Sujana Challapalli" userId="482ffdd06f6d4f52" providerId="LiveId" clId="{7F5CAE48-3629-468D-81AC-A0267EECD0E4}" dt="2025-03-10T00:56:54.333" v="1096" actId="20577"/>
          <ac:spMkLst>
            <pc:docMk/>
            <pc:sldMk cId="864835300" sldId="286"/>
            <ac:spMk id="7" creationId="{7FEF4724-3890-9206-C3D9-EE3A14B9F55E}"/>
          </ac:spMkLst>
        </pc:spChg>
      </pc:sldChg>
      <pc:sldChg chg="modSp add mod">
        <pc:chgData name="Sujana Challapalli" userId="482ffdd06f6d4f52" providerId="LiveId" clId="{7F5CAE48-3629-468D-81AC-A0267EECD0E4}" dt="2025-03-10T00:58:30.147" v="1109" actId="113"/>
        <pc:sldMkLst>
          <pc:docMk/>
          <pc:sldMk cId="4109371663" sldId="287"/>
        </pc:sldMkLst>
        <pc:spChg chg="mod">
          <ac:chgData name="Sujana Challapalli" userId="482ffdd06f6d4f52" providerId="LiveId" clId="{7F5CAE48-3629-468D-81AC-A0267EECD0E4}" dt="2025-03-10T00:58:30.147" v="1109" actId="113"/>
          <ac:spMkLst>
            <pc:docMk/>
            <pc:sldMk cId="4109371663" sldId="287"/>
            <ac:spMk id="7" creationId="{63894C63-DF97-97CE-35CD-1FA4DCB34904}"/>
          </ac:spMkLst>
        </pc:spChg>
      </pc:sldChg>
      <pc:sldChg chg="addSp delSp modSp add mod">
        <pc:chgData name="Sujana Challapalli" userId="482ffdd06f6d4f52" providerId="LiveId" clId="{7F5CAE48-3629-468D-81AC-A0267EECD0E4}" dt="2025-03-10T01:06:06.264" v="1135"/>
        <pc:sldMkLst>
          <pc:docMk/>
          <pc:sldMk cId="3167887556" sldId="288"/>
        </pc:sldMkLst>
        <pc:spChg chg="mod">
          <ac:chgData name="Sujana Challapalli" userId="482ffdd06f6d4f52" providerId="LiveId" clId="{7F5CAE48-3629-468D-81AC-A0267EECD0E4}" dt="2025-03-10T00:59:45.673" v="1116"/>
          <ac:spMkLst>
            <pc:docMk/>
            <pc:sldMk cId="3167887556" sldId="288"/>
            <ac:spMk id="3" creationId="{F279D1EB-1124-C254-6FF7-84600486FD25}"/>
          </ac:spMkLst>
        </pc:spChg>
        <pc:spChg chg="mod">
          <ac:chgData name="Sujana Challapalli" userId="482ffdd06f6d4f52" providerId="LiveId" clId="{7F5CAE48-3629-468D-81AC-A0267EECD0E4}" dt="2025-03-10T01:01:31.106" v="1133" actId="20577"/>
          <ac:spMkLst>
            <pc:docMk/>
            <pc:sldMk cId="3167887556" sldId="288"/>
            <ac:spMk id="7" creationId="{85B46179-325D-E79B-2C32-25A37F14B371}"/>
          </ac:spMkLst>
        </pc:spChg>
      </pc:sldChg>
      <pc:sldChg chg="modSp add mod">
        <pc:chgData name="Sujana Challapalli" userId="482ffdd06f6d4f52" providerId="LiveId" clId="{7F5CAE48-3629-468D-81AC-A0267EECD0E4}" dt="2025-03-10T01:08:27.975" v="1197" actId="113"/>
        <pc:sldMkLst>
          <pc:docMk/>
          <pc:sldMk cId="4232362669" sldId="289"/>
        </pc:sldMkLst>
        <pc:spChg chg="mod">
          <ac:chgData name="Sujana Challapalli" userId="482ffdd06f6d4f52" providerId="LiveId" clId="{7F5CAE48-3629-468D-81AC-A0267EECD0E4}" dt="2025-03-10T01:08:27.975" v="1197" actId="113"/>
          <ac:spMkLst>
            <pc:docMk/>
            <pc:sldMk cId="4232362669" sldId="289"/>
            <ac:spMk id="7" creationId="{56C687C3-2C11-E55F-002E-6657257B874E}"/>
          </ac:spMkLst>
        </pc:spChg>
      </pc:sldChg>
      <pc:sldChg chg="modSp add mod">
        <pc:chgData name="Sujana Challapalli" userId="482ffdd06f6d4f52" providerId="LiveId" clId="{7F5CAE48-3629-468D-81AC-A0267EECD0E4}" dt="2025-03-10T01:10:58.014" v="1213" actId="113"/>
        <pc:sldMkLst>
          <pc:docMk/>
          <pc:sldMk cId="3225673476" sldId="290"/>
        </pc:sldMkLst>
        <pc:spChg chg="mod">
          <ac:chgData name="Sujana Challapalli" userId="482ffdd06f6d4f52" providerId="LiveId" clId="{7F5CAE48-3629-468D-81AC-A0267EECD0E4}" dt="2025-03-10T01:10:58.014" v="1213" actId="113"/>
          <ac:spMkLst>
            <pc:docMk/>
            <pc:sldMk cId="3225673476" sldId="290"/>
            <ac:spMk id="7" creationId="{BF45AAF1-C544-F59B-A631-8D32030EB4F2}"/>
          </ac:spMkLst>
        </pc:spChg>
      </pc:sldChg>
      <pc:sldChg chg="addSp modSp add mod">
        <pc:chgData name="Sujana Challapalli" userId="482ffdd06f6d4f52" providerId="LiveId" clId="{7F5CAE48-3629-468D-81AC-A0267EECD0E4}" dt="2025-03-10T01:13:03.732" v="1234" actId="1076"/>
        <pc:sldMkLst>
          <pc:docMk/>
          <pc:sldMk cId="2401886315" sldId="291"/>
        </pc:sldMkLst>
        <pc:spChg chg="mod">
          <ac:chgData name="Sujana Challapalli" userId="482ffdd06f6d4f52" providerId="LiveId" clId="{7F5CAE48-3629-468D-81AC-A0267EECD0E4}" dt="2025-03-10T01:11:17.814" v="1219"/>
          <ac:spMkLst>
            <pc:docMk/>
            <pc:sldMk cId="2401886315" sldId="291"/>
            <ac:spMk id="3" creationId="{7B58F840-7039-860E-B3D1-9A7DED6C6B06}"/>
          </ac:spMkLst>
        </pc:spChg>
        <pc:spChg chg="mod">
          <ac:chgData name="Sujana Challapalli" userId="482ffdd06f6d4f52" providerId="LiveId" clId="{7F5CAE48-3629-468D-81AC-A0267EECD0E4}" dt="2025-03-10T01:13:03.732" v="1234" actId="1076"/>
          <ac:spMkLst>
            <pc:docMk/>
            <pc:sldMk cId="2401886315" sldId="291"/>
            <ac:spMk id="7" creationId="{DA227D54-BF47-2293-7CD5-67CA559CAECC}"/>
          </ac:spMkLst>
        </pc:spChg>
        <pc:picChg chg="add mod">
          <ac:chgData name="Sujana Challapalli" userId="482ffdd06f6d4f52" providerId="LiveId" clId="{7F5CAE48-3629-468D-81AC-A0267EECD0E4}" dt="2025-03-10T01:12:42.736" v="1228" actId="14100"/>
          <ac:picMkLst>
            <pc:docMk/>
            <pc:sldMk cId="2401886315" sldId="291"/>
            <ac:picMk id="5" creationId="{7467804E-ED1B-6FA0-ABED-75105119EB25}"/>
          </ac:picMkLst>
        </pc:picChg>
      </pc:sldChg>
      <pc:sldChg chg="new del">
        <pc:chgData name="Sujana Challapalli" userId="482ffdd06f6d4f52" providerId="LiveId" clId="{7F5CAE48-3629-468D-81AC-A0267EECD0E4}" dt="2025-03-10T09:16:32.558" v="1236" actId="47"/>
        <pc:sldMkLst>
          <pc:docMk/>
          <pc:sldMk cId="1154618281" sldId="292"/>
        </pc:sldMkLst>
      </pc:sldChg>
      <pc:sldChg chg="delSp modSp add mod">
        <pc:chgData name="Sujana Challapalli" userId="482ffdd06f6d4f52" providerId="LiveId" clId="{7F5CAE48-3629-468D-81AC-A0267EECD0E4}" dt="2025-03-10T16:20:00.619" v="1255" actId="12"/>
        <pc:sldMkLst>
          <pc:docMk/>
          <pc:sldMk cId="4117047078" sldId="292"/>
        </pc:sldMkLst>
        <pc:spChg chg="mod">
          <ac:chgData name="Sujana Challapalli" userId="482ffdd06f6d4f52" providerId="LiveId" clId="{7F5CAE48-3629-468D-81AC-A0267EECD0E4}" dt="2025-03-10T16:20:00.619" v="1255" actId="12"/>
          <ac:spMkLst>
            <pc:docMk/>
            <pc:sldMk cId="4117047078" sldId="292"/>
            <ac:spMk id="7" creationId="{7501D147-3CE4-6EFC-FD0F-1814FC557C2B}"/>
          </ac:spMkLst>
        </pc:spChg>
      </pc:sldChg>
      <pc:sldChg chg="modSp add mod">
        <pc:chgData name="Sujana Challapalli" userId="482ffdd06f6d4f52" providerId="LiveId" clId="{7F5CAE48-3629-468D-81AC-A0267EECD0E4}" dt="2025-03-10T16:22:51.028" v="1276" actId="1076"/>
        <pc:sldMkLst>
          <pc:docMk/>
          <pc:sldMk cId="1924710177" sldId="293"/>
        </pc:sldMkLst>
        <pc:spChg chg="mod">
          <ac:chgData name="Sujana Challapalli" userId="482ffdd06f6d4f52" providerId="LiveId" clId="{7F5CAE48-3629-468D-81AC-A0267EECD0E4}" dt="2025-03-10T16:22:51.028" v="1276" actId="1076"/>
          <ac:spMkLst>
            <pc:docMk/>
            <pc:sldMk cId="1924710177" sldId="293"/>
            <ac:spMk id="7" creationId="{C84524AB-2ED4-5A0A-3300-04D86624C690}"/>
          </ac:spMkLst>
        </pc:spChg>
      </pc:sldChg>
      <pc:sldChg chg="modSp add mod">
        <pc:chgData name="Sujana Challapalli" userId="482ffdd06f6d4f52" providerId="LiveId" clId="{7F5CAE48-3629-468D-81AC-A0267EECD0E4}" dt="2025-03-10T16:26:21.606" v="1387" actId="20577"/>
        <pc:sldMkLst>
          <pc:docMk/>
          <pc:sldMk cId="23066598" sldId="294"/>
        </pc:sldMkLst>
        <pc:spChg chg="mod">
          <ac:chgData name="Sujana Challapalli" userId="482ffdd06f6d4f52" providerId="LiveId" clId="{7F5CAE48-3629-468D-81AC-A0267EECD0E4}" dt="2025-03-10T16:26:21.606" v="1387" actId="20577"/>
          <ac:spMkLst>
            <pc:docMk/>
            <pc:sldMk cId="23066598" sldId="294"/>
            <ac:spMk id="7" creationId="{0AB35064-BAF0-02B5-8349-06815609A447}"/>
          </ac:spMkLst>
        </pc:spChg>
      </pc:sldChg>
      <pc:sldChg chg="modSp add mod">
        <pc:chgData name="Sujana Challapalli" userId="482ffdd06f6d4f52" providerId="LiveId" clId="{7F5CAE48-3629-468D-81AC-A0267EECD0E4}" dt="2025-03-10T16:27:49.356" v="1410" actId="20577"/>
        <pc:sldMkLst>
          <pc:docMk/>
          <pc:sldMk cId="3800063677" sldId="295"/>
        </pc:sldMkLst>
        <pc:spChg chg="mod">
          <ac:chgData name="Sujana Challapalli" userId="482ffdd06f6d4f52" providerId="LiveId" clId="{7F5CAE48-3629-468D-81AC-A0267EECD0E4}" dt="2025-03-10T16:27:49.356" v="1410" actId="20577"/>
          <ac:spMkLst>
            <pc:docMk/>
            <pc:sldMk cId="3800063677" sldId="295"/>
            <ac:spMk id="7" creationId="{88CCF737-02E7-D7AC-B977-911EEA2BCD2F}"/>
          </ac:spMkLst>
        </pc:spChg>
      </pc:sldChg>
      <pc:sldChg chg="addSp modSp add mod">
        <pc:chgData name="Sujana Challapalli" userId="482ffdd06f6d4f52" providerId="LiveId" clId="{7F5CAE48-3629-468D-81AC-A0267EECD0E4}" dt="2025-03-10T16:32:24.067" v="1432" actId="1076"/>
        <pc:sldMkLst>
          <pc:docMk/>
          <pc:sldMk cId="2740125717" sldId="296"/>
        </pc:sldMkLst>
        <pc:spChg chg="mod">
          <ac:chgData name="Sujana Challapalli" userId="482ffdd06f6d4f52" providerId="LiveId" clId="{7F5CAE48-3629-468D-81AC-A0267EECD0E4}" dt="2025-03-10T16:30:36.889" v="1420" actId="1076"/>
          <ac:spMkLst>
            <pc:docMk/>
            <pc:sldMk cId="2740125717" sldId="296"/>
            <ac:spMk id="3" creationId="{070A6C92-5F30-0D86-9BAC-2CF79342AE52}"/>
          </ac:spMkLst>
        </pc:spChg>
        <pc:spChg chg="mod">
          <ac:chgData name="Sujana Challapalli" userId="482ffdd06f6d4f52" providerId="LiveId" clId="{7F5CAE48-3629-468D-81AC-A0267EECD0E4}" dt="2025-03-10T16:31:06.330" v="1429" actId="1076"/>
          <ac:spMkLst>
            <pc:docMk/>
            <pc:sldMk cId="2740125717" sldId="296"/>
            <ac:spMk id="7" creationId="{780CE637-010F-9145-2EEA-0296815F284F}"/>
          </ac:spMkLst>
        </pc:spChg>
        <pc:picChg chg="add mod">
          <ac:chgData name="Sujana Challapalli" userId="482ffdd06f6d4f52" providerId="LiveId" clId="{7F5CAE48-3629-468D-81AC-A0267EECD0E4}" dt="2025-03-10T16:30:44.759" v="1423" actId="14100"/>
          <ac:picMkLst>
            <pc:docMk/>
            <pc:sldMk cId="2740125717" sldId="296"/>
            <ac:picMk id="5" creationId="{5DD9A0FE-20E1-236F-4F7A-3DC33BDF3DCC}"/>
          </ac:picMkLst>
        </pc:picChg>
        <pc:picChg chg="add mod">
          <ac:chgData name="Sujana Challapalli" userId="482ffdd06f6d4f52" providerId="LiveId" clId="{7F5CAE48-3629-468D-81AC-A0267EECD0E4}" dt="2025-03-10T16:32:24.067" v="1432" actId="1076"/>
          <ac:picMkLst>
            <pc:docMk/>
            <pc:sldMk cId="2740125717" sldId="296"/>
            <ac:picMk id="8" creationId="{B6BC6014-1707-4406-9A85-18D74687F55E}"/>
          </ac:picMkLst>
        </pc:picChg>
      </pc:sldChg>
      <pc:sldChg chg="delSp modSp add mod">
        <pc:chgData name="Sujana Challapalli" userId="482ffdd06f6d4f52" providerId="LiveId" clId="{7F5CAE48-3629-468D-81AC-A0267EECD0E4}" dt="2025-03-10T16:34:53.092" v="1560" actId="20577"/>
        <pc:sldMkLst>
          <pc:docMk/>
          <pc:sldMk cId="1614255107" sldId="297"/>
        </pc:sldMkLst>
        <pc:spChg chg="mod">
          <ac:chgData name="Sujana Challapalli" userId="482ffdd06f6d4f52" providerId="LiveId" clId="{7F5CAE48-3629-468D-81AC-A0267EECD0E4}" dt="2025-03-10T16:34:53.092" v="1560" actId="20577"/>
          <ac:spMkLst>
            <pc:docMk/>
            <pc:sldMk cId="1614255107" sldId="297"/>
            <ac:spMk id="7" creationId="{6128CF98-8443-1184-666A-80FCD1C19D1A}"/>
          </ac:spMkLst>
        </pc:spChg>
      </pc:sldChg>
      <pc:sldChg chg="addSp delSp modSp add mod">
        <pc:chgData name="Sujana Challapalli" userId="482ffdd06f6d4f52" providerId="LiveId" clId="{7F5CAE48-3629-468D-81AC-A0267EECD0E4}" dt="2025-03-10T16:52:57.369" v="1962" actId="20577"/>
        <pc:sldMkLst>
          <pc:docMk/>
          <pc:sldMk cId="4093503750" sldId="298"/>
        </pc:sldMkLst>
        <pc:spChg chg="mod">
          <ac:chgData name="Sujana Challapalli" userId="482ffdd06f6d4f52" providerId="LiveId" clId="{7F5CAE48-3629-468D-81AC-A0267EECD0E4}" dt="2025-03-10T16:35:42.306" v="1566"/>
          <ac:spMkLst>
            <pc:docMk/>
            <pc:sldMk cId="4093503750" sldId="298"/>
            <ac:spMk id="3" creationId="{A78B2EE3-243D-923E-C664-F22C307ED45B}"/>
          </ac:spMkLst>
        </pc:spChg>
        <pc:spChg chg="add mod">
          <ac:chgData name="Sujana Challapalli" userId="482ffdd06f6d4f52" providerId="LiveId" clId="{7F5CAE48-3629-468D-81AC-A0267EECD0E4}" dt="2025-03-10T16:52:57.369" v="1962" actId="20577"/>
          <ac:spMkLst>
            <pc:docMk/>
            <pc:sldMk cId="4093503750" sldId="298"/>
            <ac:spMk id="8" creationId="{C78DF163-9C76-D5B7-46BC-E4EE5D73714C}"/>
          </ac:spMkLst>
        </pc:spChg>
        <pc:picChg chg="add mod">
          <ac:chgData name="Sujana Challapalli" userId="482ffdd06f6d4f52" providerId="LiveId" clId="{7F5CAE48-3629-468D-81AC-A0267EECD0E4}" dt="2025-03-10T16:39:57.435" v="1614" actId="1076"/>
          <ac:picMkLst>
            <pc:docMk/>
            <pc:sldMk cId="4093503750" sldId="298"/>
            <ac:picMk id="5" creationId="{92FD47B9-B21F-5212-9AD6-B3A40D75EB1A}"/>
          </ac:picMkLst>
        </pc:picChg>
      </pc:sldChg>
      <pc:sldChg chg="delSp modSp add mod">
        <pc:chgData name="Sujana Challapalli" userId="482ffdd06f6d4f52" providerId="LiveId" clId="{7F5CAE48-3629-468D-81AC-A0267EECD0E4}" dt="2025-03-10T16:51:34.670" v="1960" actId="313"/>
        <pc:sldMkLst>
          <pc:docMk/>
          <pc:sldMk cId="3174081650" sldId="299"/>
        </pc:sldMkLst>
        <pc:spChg chg="mod">
          <ac:chgData name="Sujana Challapalli" userId="482ffdd06f6d4f52" providerId="LiveId" clId="{7F5CAE48-3629-468D-81AC-A0267EECD0E4}" dt="2025-03-10T16:51:34.670" v="1960" actId="313"/>
          <ac:spMkLst>
            <pc:docMk/>
            <pc:sldMk cId="3174081650" sldId="299"/>
            <ac:spMk id="8" creationId="{2F7F49CA-8C45-8DF2-2ADC-E833D54B664D}"/>
          </ac:spMkLst>
        </pc:spChg>
      </pc:sldChg>
      <pc:sldChg chg="modSp add mod">
        <pc:chgData name="Sujana Challapalli" userId="482ffdd06f6d4f52" providerId="LiveId" clId="{7F5CAE48-3629-468D-81AC-A0267EECD0E4}" dt="2025-03-10T16:49:37.497" v="1948" actId="20577"/>
        <pc:sldMkLst>
          <pc:docMk/>
          <pc:sldMk cId="4249651019" sldId="300"/>
        </pc:sldMkLst>
        <pc:spChg chg="mod">
          <ac:chgData name="Sujana Challapalli" userId="482ffdd06f6d4f52" providerId="LiveId" clId="{7F5CAE48-3629-468D-81AC-A0267EECD0E4}" dt="2025-03-10T16:48:05.572" v="1935" actId="14100"/>
          <ac:spMkLst>
            <pc:docMk/>
            <pc:sldMk cId="4249651019" sldId="300"/>
            <ac:spMk id="3" creationId="{6C3B9A77-1CC3-C009-A26C-99029E5B0C95}"/>
          </ac:spMkLst>
        </pc:spChg>
        <pc:spChg chg="mod">
          <ac:chgData name="Sujana Challapalli" userId="482ffdd06f6d4f52" providerId="LiveId" clId="{7F5CAE48-3629-468D-81AC-A0267EECD0E4}" dt="2025-03-10T16:49:37.497" v="1948" actId="20577"/>
          <ac:spMkLst>
            <pc:docMk/>
            <pc:sldMk cId="4249651019" sldId="300"/>
            <ac:spMk id="8" creationId="{19A38F76-6265-D5C7-CAA4-ED067E92E5CF}"/>
          </ac:spMkLst>
        </pc:spChg>
      </pc:sldChg>
      <pc:sldChg chg="new del">
        <pc:chgData name="Sujana Challapalli" userId="482ffdd06f6d4f52" providerId="LiveId" clId="{7F5CAE48-3629-468D-81AC-A0267EECD0E4}" dt="2025-03-10T16:49:44.031" v="1950" actId="680"/>
        <pc:sldMkLst>
          <pc:docMk/>
          <pc:sldMk cId="544404569" sldId="301"/>
        </pc:sldMkLst>
      </pc:sldChg>
      <pc:sldChg chg="modSp add mod">
        <pc:chgData name="Sujana Challapalli" userId="482ffdd06f6d4f52" providerId="LiveId" clId="{7F5CAE48-3629-468D-81AC-A0267EECD0E4}" dt="2025-03-10T16:50:48.565" v="1959" actId="12"/>
        <pc:sldMkLst>
          <pc:docMk/>
          <pc:sldMk cId="3835331707" sldId="301"/>
        </pc:sldMkLst>
        <pc:spChg chg="mod">
          <ac:chgData name="Sujana Challapalli" userId="482ffdd06f6d4f52" providerId="LiveId" clId="{7F5CAE48-3629-468D-81AC-A0267EECD0E4}" dt="2025-03-10T16:50:48.565" v="1959" actId="12"/>
          <ac:spMkLst>
            <pc:docMk/>
            <pc:sldMk cId="3835331707" sldId="301"/>
            <ac:spMk id="8" creationId="{5EE9B199-01A1-7C63-4DAC-A67D21C58B9D}"/>
          </ac:spMkLst>
        </pc:spChg>
      </pc:sldChg>
      <pc:sldChg chg="modSp add mod">
        <pc:chgData name="Sujana Challapalli" userId="482ffdd06f6d4f52" providerId="LiveId" clId="{7F5CAE48-3629-468D-81AC-A0267EECD0E4}" dt="2025-03-16T09:18:05.650" v="1988" actId="20577"/>
        <pc:sldMkLst>
          <pc:docMk/>
          <pc:sldMk cId="2457776274" sldId="302"/>
        </pc:sldMkLst>
        <pc:spChg chg="mod">
          <ac:chgData name="Sujana Challapalli" userId="482ffdd06f6d4f52" providerId="LiveId" clId="{7F5CAE48-3629-468D-81AC-A0267EECD0E4}" dt="2025-03-16T09:14:54.173" v="1968"/>
          <ac:spMkLst>
            <pc:docMk/>
            <pc:sldMk cId="2457776274" sldId="302"/>
            <ac:spMk id="3" creationId="{7DC809F3-5329-511F-A3EE-7BF60627FB52}"/>
          </ac:spMkLst>
        </pc:spChg>
        <pc:spChg chg="mod">
          <ac:chgData name="Sujana Challapalli" userId="482ffdd06f6d4f52" providerId="LiveId" clId="{7F5CAE48-3629-468D-81AC-A0267EECD0E4}" dt="2025-03-16T09:18:05.650" v="1988" actId="20577"/>
          <ac:spMkLst>
            <pc:docMk/>
            <pc:sldMk cId="2457776274" sldId="302"/>
            <ac:spMk id="8" creationId="{5E7545E1-1EA5-6066-C817-2C6B124007C6}"/>
          </ac:spMkLst>
        </pc:spChg>
      </pc:sldChg>
      <pc:sldChg chg="addSp modSp add mod">
        <pc:chgData name="Sujana Challapalli" userId="482ffdd06f6d4f52" providerId="LiveId" clId="{7F5CAE48-3629-468D-81AC-A0267EECD0E4}" dt="2025-03-16T09:23:18.366" v="2019" actId="113"/>
        <pc:sldMkLst>
          <pc:docMk/>
          <pc:sldMk cId="953405091" sldId="303"/>
        </pc:sldMkLst>
        <pc:spChg chg="mod">
          <ac:chgData name="Sujana Challapalli" userId="482ffdd06f6d4f52" providerId="LiveId" clId="{7F5CAE48-3629-468D-81AC-A0267EECD0E4}" dt="2025-03-16T09:23:18.366" v="2019" actId="113"/>
          <ac:spMkLst>
            <pc:docMk/>
            <pc:sldMk cId="953405091" sldId="303"/>
            <ac:spMk id="8" creationId="{A256B487-A3D3-97B4-EEFB-B97FFF68E2EB}"/>
          </ac:spMkLst>
        </pc:spChg>
        <pc:picChg chg="add mod">
          <ac:chgData name="Sujana Challapalli" userId="482ffdd06f6d4f52" providerId="LiveId" clId="{7F5CAE48-3629-468D-81AC-A0267EECD0E4}" dt="2025-03-16T09:23:02.516" v="2015" actId="14100"/>
          <ac:picMkLst>
            <pc:docMk/>
            <pc:sldMk cId="953405091" sldId="303"/>
            <ac:picMk id="5" creationId="{9BA6B93C-0FFE-C6DB-4C7D-1E320504F82A}"/>
          </ac:picMkLst>
        </pc:picChg>
        <pc:picChg chg="add mod">
          <ac:chgData name="Sujana Challapalli" userId="482ffdd06f6d4f52" providerId="LiveId" clId="{7F5CAE48-3629-468D-81AC-A0267EECD0E4}" dt="2025-03-16T09:22:59.304" v="2014" actId="14100"/>
          <ac:picMkLst>
            <pc:docMk/>
            <pc:sldMk cId="953405091" sldId="303"/>
            <ac:picMk id="7" creationId="{81899E2C-39BF-7ADF-46A9-E4D04B82C951}"/>
          </ac:picMkLst>
        </pc:picChg>
      </pc:sldChg>
      <pc:sldChg chg="delSp modSp add mod">
        <pc:chgData name="Sujana Challapalli" userId="482ffdd06f6d4f52" providerId="LiveId" clId="{7F5CAE48-3629-468D-81AC-A0267EECD0E4}" dt="2025-03-16T09:28:58.646" v="2120" actId="1076"/>
        <pc:sldMkLst>
          <pc:docMk/>
          <pc:sldMk cId="3096988359" sldId="304"/>
        </pc:sldMkLst>
        <pc:spChg chg="mod">
          <ac:chgData name="Sujana Challapalli" userId="482ffdd06f6d4f52" providerId="LiveId" clId="{7F5CAE48-3629-468D-81AC-A0267EECD0E4}" dt="2025-03-16T09:24:40.644" v="2074" actId="20577"/>
          <ac:spMkLst>
            <pc:docMk/>
            <pc:sldMk cId="3096988359" sldId="304"/>
            <ac:spMk id="3" creationId="{B84DCB35-91EC-8187-A75A-E45CFEC53899}"/>
          </ac:spMkLst>
        </pc:spChg>
        <pc:spChg chg="mod">
          <ac:chgData name="Sujana Challapalli" userId="482ffdd06f6d4f52" providerId="LiveId" clId="{7F5CAE48-3629-468D-81AC-A0267EECD0E4}" dt="2025-03-16T09:28:58.646" v="2120" actId="1076"/>
          <ac:spMkLst>
            <pc:docMk/>
            <pc:sldMk cId="3096988359" sldId="304"/>
            <ac:spMk id="8" creationId="{B714ECDD-FB50-AFC5-59A2-686174CE39F6}"/>
          </ac:spMkLst>
        </pc:spChg>
      </pc:sldChg>
      <pc:sldChg chg="modSp add mod">
        <pc:chgData name="Sujana Challapalli" userId="482ffdd06f6d4f52" providerId="LiveId" clId="{7F5CAE48-3629-468D-81AC-A0267EECD0E4}" dt="2025-03-17T03:57:30.528" v="2134" actId="114"/>
        <pc:sldMkLst>
          <pc:docMk/>
          <pc:sldMk cId="1718219573" sldId="305"/>
        </pc:sldMkLst>
        <pc:spChg chg="mod">
          <ac:chgData name="Sujana Challapalli" userId="482ffdd06f6d4f52" providerId="LiveId" clId="{7F5CAE48-3629-468D-81AC-A0267EECD0E4}" dt="2025-03-17T03:57:30.528" v="2134" actId="114"/>
          <ac:spMkLst>
            <pc:docMk/>
            <pc:sldMk cId="1718219573" sldId="305"/>
            <ac:spMk id="8" creationId="{4AD22764-EA47-6D9F-8CCD-B00C48D3AD44}"/>
          </ac:spMkLst>
        </pc:spChg>
      </pc:sldChg>
      <pc:sldChg chg="modSp add mod">
        <pc:chgData name="Sujana Challapalli" userId="482ffdd06f6d4f52" providerId="LiveId" clId="{7F5CAE48-3629-468D-81AC-A0267EECD0E4}" dt="2025-03-17T13:45:11.273" v="2148" actId="5793"/>
        <pc:sldMkLst>
          <pc:docMk/>
          <pc:sldMk cId="3161371526" sldId="306"/>
        </pc:sldMkLst>
        <pc:spChg chg="mod">
          <ac:chgData name="Sujana Challapalli" userId="482ffdd06f6d4f52" providerId="LiveId" clId="{7F5CAE48-3629-468D-81AC-A0267EECD0E4}" dt="2025-03-17T13:45:11.273" v="2148" actId="5793"/>
          <ac:spMkLst>
            <pc:docMk/>
            <pc:sldMk cId="3161371526" sldId="306"/>
            <ac:spMk id="8" creationId="{DAD8E611-05D4-89C1-EC14-E4746B141C21}"/>
          </ac:spMkLst>
        </pc:spChg>
      </pc:sldChg>
      <pc:sldChg chg="modSp add mod">
        <pc:chgData name="Sujana Challapalli" userId="482ffdd06f6d4f52" providerId="LiveId" clId="{7F5CAE48-3629-468D-81AC-A0267EECD0E4}" dt="2025-03-17T13:50:35.567" v="2166" actId="113"/>
        <pc:sldMkLst>
          <pc:docMk/>
          <pc:sldMk cId="2659574669" sldId="307"/>
        </pc:sldMkLst>
        <pc:spChg chg="mod">
          <ac:chgData name="Sujana Challapalli" userId="482ffdd06f6d4f52" providerId="LiveId" clId="{7F5CAE48-3629-468D-81AC-A0267EECD0E4}" dt="2025-03-17T13:50:35.567" v="2166" actId="113"/>
          <ac:spMkLst>
            <pc:docMk/>
            <pc:sldMk cId="2659574669" sldId="307"/>
            <ac:spMk id="8" creationId="{D354B131-6EB9-7CC6-D36E-049D2D4DA70B}"/>
          </ac:spMkLst>
        </pc:spChg>
      </pc:sldChg>
      <pc:sldChg chg="modSp add mod">
        <pc:chgData name="Sujana Challapalli" userId="482ffdd06f6d4f52" providerId="LiveId" clId="{7F5CAE48-3629-468D-81AC-A0267EECD0E4}" dt="2025-03-17T13:55:24.781" v="2189" actId="20577"/>
        <pc:sldMkLst>
          <pc:docMk/>
          <pc:sldMk cId="2340145619" sldId="308"/>
        </pc:sldMkLst>
        <pc:spChg chg="mod">
          <ac:chgData name="Sujana Challapalli" userId="482ffdd06f6d4f52" providerId="LiveId" clId="{7F5CAE48-3629-468D-81AC-A0267EECD0E4}" dt="2025-03-17T13:55:24.781" v="2189" actId="20577"/>
          <ac:spMkLst>
            <pc:docMk/>
            <pc:sldMk cId="2340145619" sldId="308"/>
            <ac:spMk id="8" creationId="{293F335C-6E45-573E-ED6F-3F13BC05478E}"/>
          </ac:spMkLst>
        </pc:spChg>
      </pc:sldChg>
      <pc:sldChg chg="modSp add mod">
        <pc:chgData name="Sujana Challapalli" userId="482ffdd06f6d4f52" providerId="LiveId" clId="{7F5CAE48-3629-468D-81AC-A0267EECD0E4}" dt="2025-03-17T13:56:22.689" v="2204" actId="113"/>
        <pc:sldMkLst>
          <pc:docMk/>
          <pc:sldMk cId="3981389483" sldId="309"/>
        </pc:sldMkLst>
        <pc:spChg chg="mod">
          <ac:chgData name="Sujana Challapalli" userId="482ffdd06f6d4f52" providerId="LiveId" clId="{7F5CAE48-3629-468D-81AC-A0267EECD0E4}" dt="2025-03-17T13:56:22.689" v="2204" actId="113"/>
          <ac:spMkLst>
            <pc:docMk/>
            <pc:sldMk cId="3981389483" sldId="309"/>
            <ac:spMk id="8" creationId="{61EE4379-C2DF-DEA5-01AA-6076DFD61C7D}"/>
          </ac:spMkLst>
        </pc:spChg>
      </pc:sldChg>
      <pc:sldChg chg="addSp modSp add mod">
        <pc:chgData name="Sujana Challapalli" userId="482ffdd06f6d4f52" providerId="LiveId" clId="{7F5CAE48-3629-468D-81AC-A0267EECD0E4}" dt="2025-03-17T14:01:39.295" v="2229" actId="14100"/>
        <pc:sldMkLst>
          <pc:docMk/>
          <pc:sldMk cId="2253581206" sldId="310"/>
        </pc:sldMkLst>
        <pc:spChg chg="mod">
          <ac:chgData name="Sujana Challapalli" userId="482ffdd06f6d4f52" providerId="LiveId" clId="{7F5CAE48-3629-468D-81AC-A0267EECD0E4}" dt="2025-03-17T13:58:51.484" v="2227" actId="404"/>
          <ac:spMkLst>
            <pc:docMk/>
            <pc:sldMk cId="2253581206" sldId="310"/>
            <ac:spMk id="8" creationId="{4F8D86C7-3AF6-E9C3-C4FF-21C209F5F95A}"/>
          </ac:spMkLst>
        </pc:spChg>
        <pc:picChg chg="add mod">
          <ac:chgData name="Sujana Challapalli" userId="482ffdd06f6d4f52" providerId="LiveId" clId="{7F5CAE48-3629-468D-81AC-A0267EECD0E4}" dt="2025-03-17T14:01:30.155" v="2228" actId="1076"/>
          <ac:picMkLst>
            <pc:docMk/>
            <pc:sldMk cId="2253581206" sldId="310"/>
            <ac:picMk id="5" creationId="{AD175B01-EE87-05E7-835C-5A0A524E5A62}"/>
          </ac:picMkLst>
        </pc:picChg>
        <pc:picChg chg="add mod">
          <ac:chgData name="Sujana Challapalli" userId="482ffdd06f6d4f52" providerId="LiveId" clId="{7F5CAE48-3629-468D-81AC-A0267EECD0E4}" dt="2025-03-17T14:01:39.295" v="2229" actId="14100"/>
          <ac:picMkLst>
            <pc:docMk/>
            <pc:sldMk cId="2253581206" sldId="310"/>
            <ac:picMk id="7" creationId="{DCD3B025-5461-F056-D13E-1E6BE2F53EF3}"/>
          </ac:picMkLst>
        </pc:picChg>
      </pc:sldChg>
      <pc:sldChg chg="addSp delSp modSp add mod">
        <pc:chgData name="Sujana Challapalli" userId="482ffdd06f6d4f52" providerId="LiveId" clId="{7F5CAE48-3629-468D-81AC-A0267EECD0E4}" dt="2025-03-24T04:06:36.884" v="2330" actId="20577"/>
        <pc:sldMkLst>
          <pc:docMk/>
          <pc:sldMk cId="3872305345" sldId="311"/>
        </pc:sldMkLst>
        <pc:spChg chg="mod">
          <ac:chgData name="Sujana Challapalli" userId="482ffdd06f6d4f52" providerId="LiveId" clId="{7F5CAE48-3629-468D-81AC-A0267EECD0E4}" dt="2025-03-24T04:06:36.884" v="2330" actId="20577"/>
          <ac:spMkLst>
            <pc:docMk/>
            <pc:sldMk cId="3872305345" sldId="311"/>
            <ac:spMk id="8" creationId="{29BA9A13-199C-B9E5-C16C-BD8ACC6A242F}"/>
          </ac:spMkLst>
        </pc:spChg>
        <pc:picChg chg="add mod">
          <ac:chgData name="Sujana Challapalli" userId="482ffdd06f6d4f52" providerId="LiveId" clId="{7F5CAE48-3629-468D-81AC-A0267EECD0E4}" dt="2025-03-17T14:12:32.020" v="2280" actId="14100"/>
          <ac:picMkLst>
            <pc:docMk/>
            <pc:sldMk cId="3872305345" sldId="311"/>
            <ac:picMk id="6" creationId="{B802CF43-155D-86F5-DB9E-B2715348BCDF}"/>
          </ac:picMkLst>
        </pc:picChg>
      </pc:sldChg>
      <pc:sldChg chg="delSp modSp add mod">
        <pc:chgData name="Sujana Challapalli" userId="482ffdd06f6d4f52" providerId="LiveId" clId="{7F5CAE48-3629-468D-81AC-A0267EECD0E4}" dt="2025-03-17T14:14:13.861" v="2294" actId="113"/>
        <pc:sldMkLst>
          <pc:docMk/>
          <pc:sldMk cId="2126330844" sldId="312"/>
        </pc:sldMkLst>
        <pc:spChg chg="mod">
          <ac:chgData name="Sujana Challapalli" userId="482ffdd06f6d4f52" providerId="LiveId" clId="{7F5CAE48-3629-468D-81AC-A0267EECD0E4}" dt="2025-03-17T14:14:13.861" v="2294" actId="113"/>
          <ac:spMkLst>
            <pc:docMk/>
            <pc:sldMk cId="2126330844" sldId="312"/>
            <ac:spMk id="8" creationId="{0F80632D-F5FC-AF44-B3F2-89ECFC280CCD}"/>
          </ac:spMkLst>
        </pc:spChg>
      </pc:sldChg>
      <pc:sldChg chg="modSp add mod">
        <pc:chgData name="Sujana Challapalli" userId="482ffdd06f6d4f52" providerId="LiveId" clId="{7F5CAE48-3629-468D-81AC-A0267EECD0E4}" dt="2025-03-17T14:16:39.532" v="2321" actId="113"/>
        <pc:sldMkLst>
          <pc:docMk/>
          <pc:sldMk cId="3029139017" sldId="313"/>
        </pc:sldMkLst>
        <pc:spChg chg="mod">
          <ac:chgData name="Sujana Challapalli" userId="482ffdd06f6d4f52" providerId="LiveId" clId="{7F5CAE48-3629-468D-81AC-A0267EECD0E4}" dt="2025-03-17T14:16:10.321" v="2313" actId="14100"/>
          <ac:spMkLst>
            <pc:docMk/>
            <pc:sldMk cId="3029139017" sldId="313"/>
            <ac:spMk id="3" creationId="{16056C78-9828-0D67-C748-8E572C23A60E}"/>
          </ac:spMkLst>
        </pc:spChg>
        <pc:spChg chg="mod">
          <ac:chgData name="Sujana Challapalli" userId="482ffdd06f6d4f52" providerId="LiveId" clId="{7F5CAE48-3629-468D-81AC-A0267EECD0E4}" dt="2025-03-17T14:16:39.532" v="2321" actId="113"/>
          <ac:spMkLst>
            <pc:docMk/>
            <pc:sldMk cId="3029139017" sldId="313"/>
            <ac:spMk id="8" creationId="{CEA60FE1-2BFB-A8C1-5E0A-26146B154097}"/>
          </ac:spMkLst>
        </pc:spChg>
      </pc:sldChg>
      <pc:sldChg chg="add">
        <pc:chgData name="Sujana Challapalli" userId="482ffdd06f6d4f52" providerId="LiveId" clId="{7F5CAE48-3629-468D-81AC-A0267EECD0E4}" dt="2025-03-17T14:19:01.706" v="2322" actId="2890"/>
        <pc:sldMkLst>
          <pc:docMk/>
          <pc:sldMk cId="1590137814" sldId="314"/>
        </pc:sldMkLst>
      </pc:sldChg>
      <pc:sldChg chg="addSp modSp add mod">
        <pc:chgData name="Sujana Challapalli" userId="482ffdd06f6d4f52" providerId="LiveId" clId="{7F5CAE48-3629-468D-81AC-A0267EECD0E4}" dt="2025-03-17T14:19:36.372" v="2327" actId="1076"/>
        <pc:sldMkLst>
          <pc:docMk/>
          <pc:sldMk cId="4262367180" sldId="315"/>
        </pc:sldMkLst>
        <pc:spChg chg="mod">
          <ac:chgData name="Sujana Challapalli" userId="482ffdd06f6d4f52" providerId="LiveId" clId="{7F5CAE48-3629-468D-81AC-A0267EECD0E4}" dt="2025-03-17T14:19:30.618" v="2324" actId="6549"/>
          <ac:spMkLst>
            <pc:docMk/>
            <pc:sldMk cId="4262367180" sldId="315"/>
            <ac:spMk id="8" creationId="{AC8D2C6E-C392-B257-5EC1-7310361BCE3E}"/>
          </ac:spMkLst>
        </pc:spChg>
        <pc:picChg chg="add mod">
          <ac:chgData name="Sujana Challapalli" userId="482ffdd06f6d4f52" providerId="LiveId" clId="{7F5CAE48-3629-468D-81AC-A0267EECD0E4}" dt="2025-03-17T14:19:36.372" v="2327" actId="1076"/>
          <ac:picMkLst>
            <pc:docMk/>
            <pc:sldMk cId="4262367180" sldId="315"/>
            <ac:picMk id="5" creationId="{89A7CAB3-2A0F-B548-3118-B5C929F6E879}"/>
          </ac:picMkLst>
        </pc:picChg>
      </pc:sldChg>
      <pc:sldChg chg="addSp delSp modSp add mod">
        <pc:chgData name="Sujana Challapalli" userId="482ffdd06f6d4f52" providerId="LiveId" clId="{7F5CAE48-3629-468D-81AC-A0267EECD0E4}" dt="2025-03-24T07:15:02.825" v="2352" actId="21"/>
        <pc:sldMkLst>
          <pc:docMk/>
          <pc:sldMk cId="122879140" sldId="316"/>
        </pc:sldMkLst>
        <pc:spChg chg="add mod">
          <ac:chgData name="Sujana Challapalli" userId="482ffdd06f6d4f52" providerId="LiveId" clId="{7F5CAE48-3629-468D-81AC-A0267EECD0E4}" dt="2025-03-24T07:15:02.825" v="2352" actId="21"/>
          <ac:spMkLst>
            <pc:docMk/>
            <pc:sldMk cId="122879140" sldId="316"/>
            <ac:spMk id="6" creationId="{30F4350B-EA33-A150-2C72-C2228CF98382}"/>
          </ac:spMkLst>
        </pc:spChg>
        <pc:spChg chg="mod">
          <ac:chgData name="Sujana Challapalli" userId="482ffdd06f6d4f52" providerId="LiveId" clId="{7F5CAE48-3629-468D-81AC-A0267EECD0E4}" dt="2025-03-24T07:13:18.469" v="2334"/>
          <ac:spMkLst>
            <pc:docMk/>
            <pc:sldMk cId="122879140" sldId="316"/>
            <ac:spMk id="8" creationId="{89CA771D-91F1-2F19-4827-60BB72B99F8E}"/>
          </ac:spMkLst>
        </pc:spChg>
        <pc:picChg chg="del">
          <ac:chgData name="Sujana Challapalli" userId="482ffdd06f6d4f52" providerId="LiveId" clId="{7F5CAE48-3629-468D-81AC-A0267EECD0E4}" dt="2025-03-24T07:13:32.999" v="2335" actId="478"/>
          <ac:picMkLst>
            <pc:docMk/>
            <pc:sldMk cId="122879140" sldId="316"/>
            <ac:picMk id="5" creationId="{B9C90C6C-8E7B-A412-6135-B08AA011DF7C}"/>
          </ac:picMkLst>
        </pc:picChg>
      </pc:sldChg>
      <pc:sldChg chg="modSp add mod">
        <pc:chgData name="Sujana Challapalli" userId="482ffdd06f6d4f52" providerId="LiveId" clId="{7F5CAE48-3629-468D-81AC-A0267EECD0E4}" dt="2025-03-24T07:16:38.803" v="2365" actId="2711"/>
        <pc:sldMkLst>
          <pc:docMk/>
          <pc:sldMk cId="1220302934" sldId="317"/>
        </pc:sldMkLst>
        <pc:spChg chg="mod">
          <ac:chgData name="Sujana Challapalli" userId="482ffdd06f6d4f52" providerId="LiveId" clId="{7F5CAE48-3629-468D-81AC-A0267EECD0E4}" dt="2025-03-24T07:16:38.803" v="2365" actId="2711"/>
          <ac:spMkLst>
            <pc:docMk/>
            <pc:sldMk cId="1220302934" sldId="317"/>
            <ac:spMk id="6" creationId="{7D74A0A6-39A0-D27D-A1C8-AA81F00DF4F6}"/>
          </ac:spMkLst>
        </pc:spChg>
      </pc:sldChg>
      <pc:sldChg chg="modSp add mod">
        <pc:chgData name="Sujana Challapalli" userId="482ffdd06f6d4f52" providerId="LiveId" clId="{7F5CAE48-3629-468D-81AC-A0267EECD0E4}" dt="2025-03-24T07:17:28.523" v="2376" actId="12"/>
        <pc:sldMkLst>
          <pc:docMk/>
          <pc:sldMk cId="1506509979" sldId="318"/>
        </pc:sldMkLst>
        <pc:spChg chg="mod">
          <ac:chgData name="Sujana Challapalli" userId="482ffdd06f6d4f52" providerId="LiveId" clId="{7F5CAE48-3629-468D-81AC-A0267EECD0E4}" dt="2025-03-24T07:17:28.523" v="2376" actId="12"/>
          <ac:spMkLst>
            <pc:docMk/>
            <pc:sldMk cId="1506509979" sldId="318"/>
            <ac:spMk id="6" creationId="{335757AA-B7E0-9BD7-3309-A1A7D6863FB9}"/>
          </ac:spMkLst>
        </pc:spChg>
      </pc:sldChg>
      <pc:sldChg chg="modSp add mod">
        <pc:chgData name="Sujana Challapalli" userId="482ffdd06f6d4f52" providerId="LiveId" clId="{7F5CAE48-3629-468D-81AC-A0267EECD0E4}" dt="2025-03-24T07:19:23.160" v="2392" actId="20577"/>
        <pc:sldMkLst>
          <pc:docMk/>
          <pc:sldMk cId="686628270" sldId="319"/>
        </pc:sldMkLst>
        <pc:spChg chg="mod">
          <ac:chgData name="Sujana Challapalli" userId="482ffdd06f6d4f52" providerId="LiveId" clId="{7F5CAE48-3629-468D-81AC-A0267EECD0E4}" dt="2025-03-24T07:19:23.160" v="2392" actId="20577"/>
          <ac:spMkLst>
            <pc:docMk/>
            <pc:sldMk cId="686628270" sldId="319"/>
            <ac:spMk id="6" creationId="{586336E1-BA4B-7A34-CB6F-0B1C568FB21C}"/>
          </ac:spMkLst>
        </pc:spChg>
      </pc:sldChg>
      <pc:sldChg chg="addSp modSp add mod">
        <pc:chgData name="Sujana Challapalli" userId="482ffdd06f6d4f52" providerId="LiveId" clId="{7F5CAE48-3629-468D-81AC-A0267EECD0E4}" dt="2025-03-24T07:20:28.199" v="2404" actId="14100"/>
        <pc:sldMkLst>
          <pc:docMk/>
          <pc:sldMk cId="926066756" sldId="320"/>
        </pc:sldMkLst>
        <pc:spChg chg="mod">
          <ac:chgData name="Sujana Challapalli" userId="482ffdd06f6d4f52" providerId="LiveId" clId="{7F5CAE48-3629-468D-81AC-A0267EECD0E4}" dt="2025-03-24T07:20:21.131" v="2401" actId="14100"/>
          <ac:spMkLst>
            <pc:docMk/>
            <pc:sldMk cId="926066756" sldId="320"/>
            <ac:spMk id="6" creationId="{9CF75765-F05C-1476-3E93-C62585EB4424}"/>
          </ac:spMkLst>
        </pc:spChg>
        <pc:picChg chg="add mod">
          <ac:chgData name="Sujana Challapalli" userId="482ffdd06f6d4f52" providerId="LiveId" clId="{7F5CAE48-3629-468D-81AC-A0267EECD0E4}" dt="2025-03-24T07:20:28.199" v="2404" actId="14100"/>
          <ac:picMkLst>
            <pc:docMk/>
            <pc:sldMk cId="926066756" sldId="320"/>
            <ac:picMk id="5" creationId="{FA3728D2-3A39-0B0A-35D9-85222075802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EC3B9-C580-3655-D842-2AB35CEBBF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F27A9A6-C18E-58F0-F505-C418DC1078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3FB70FF-8347-6781-C918-3033BA1F6CF9}"/>
              </a:ext>
            </a:extLst>
          </p:cNvPr>
          <p:cNvSpPr>
            <a:spLocks noGrp="1"/>
          </p:cNvSpPr>
          <p:nvPr>
            <p:ph type="dt" sz="half" idx="10"/>
          </p:nvPr>
        </p:nvSpPr>
        <p:spPr/>
        <p:txBody>
          <a:bodyPr/>
          <a:lstStyle/>
          <a:p>
            <a:fld id="{14BBCC93-CF2D-455D-B284-F9F3E79DF485}" type="datetimeFigureOut">
              <a:rPr lang="en-IN" smtClean="0"/>
              <a:t>17-03-2025</a:t>
            </a:fld>
            <a:endParaRPr lang="en-IN"/>
          </a:p>
        </p:txBody>
      </p:sp>
      <p:sp>
        <p:nvSpPr>
          <p:cNvPr id="5" name="Footer Placeholder 4">
            <a:extLst>
              <a:ext uri="{FF2B5EF4-FFF2-40B4-BE49-F238E27FC236}">
                <a16:creationId xmlns:a16="http://schemas.microsoft.com/office/drawing/2014/main" id="{A09BA30C-DC6F-4C4A-510B-F5A6AFB427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8935B7-B3BC-CD6B-6078-76272CA83979}"/>
              </a:ext>
            </a:extLst>
          </p:cNvPr>
          <p:cNvSpPr>
            <a:spLocks noGrp="1"/>
          </p:cNvSpPr>
          <p:nvPr>
            <p:ph type="sldNum" sz="quarter" idx="12"/>
          </p:nvPr>
        </p:nvSpPr>
        <p:spPr/>
        <p:txBody>
          <a:bodyPr/>
          <a:lstStyle/>
          <a:p>
            <a:fld id="{A7C7476F-7E54-4269-B6D6-0631F2DA2FD6}" type="slidenum">
              <a:rPr lang="en-IN" smtClean="0"/>
              <a:t>‹#›</a:t>
            </a:fld>
            <a:endParaRPr lang="en-IN"/>
          </a:p>
        </p:txBody>
      </p:sp>
    </p:spTree>
    <p:extLst>
      <p:ext uri="{BB962C8B-B14F-4D97-AF65-F5344CB8AC3E}">
        <p14:creationId xmlns:p14="http://schemas.microsoft.com/office/powerpoint/2010/main" val="3244184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81DF0-A010-998C-21C4-7F73E71A0D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AC04E2-2147-B22A-D8F7-D78309A61E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465B7A-1C72-E4D3-759A-8E0BF9879FAE}"/>
              </a:ext>
            </a:extLst>
          </p:cNvPr>
          <p:cNvSpPr>
            <a:spLocks noGrp="1"/>
          </p:cNvSpPr>
          <p:nvPr>
            <p:ph type="dt" sz="half" idx="10"/>
          </p:nvPr>
        </p:nvSpPr>
        <p:spPr/>
        <p:txBody>
          <a:bodyPr/>
          <a:lstStyle/>
          <a:p>
            <a:fld id="{14BBCC93-CF2D-455D-B284-F9F3E79DF485}" type="datetimeFigureOut">
              <a:rPr lang="en-IN" smtClean="0"/>
              <a:t>17-03-2025</a:t>
            </a:fld>
            <a:endParaRPr lang="en-IN"/>
          </a:p>
        </p:txBody>
      </p:sp>
      <p:sp>
        <p:nvSpPr>
          <p:cNvPr id="5" name="Footer Placeholder 4">
            <a:extLst>
              <a:ext uri="{FF2B5EF4-FFF2-40B4-BE49-F238E27FC236}">
                <a16:creationId xmlns:a16="http://schemas.microsoft.com/office/drawing/2014/main" id="{BB184E9A-8F77-6A8A-772E-9C129B0EBF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103BB0-2AF7-1F1B-EE97-2722511AFC58}"/>
              </a:ext>
            </a:extLst>
          </p:cNvPr>
          <p:cNvSpPr>
            <a:spLocks noGrp="1"/>
          </p:cNvSpPr>
          <p:nvPr>
            <p:ph type="sldNum" sz="quarter" idx="12"/>
          </p:nvPr>
        </p:nvSpPr>
        <p:spPr/>
        <p:txBody>
          <a:bodyPr/>
          <a:lstStyle/>
          <a:p>
            <a:fld id="{A7C7476F-7E54-4269-B6D6-0631F2DA2FD6}" type="slidenum">
              <a:rPr lang="en-IN" smtClean="0"/>
              <a:t>‹#›</a:t>
            </a:fld>
            <a:endParaRPr lang="en-IN"/>
          </a:p>
        </p:txBody>
      </p:sp>
    </p:spTree>
    <p:extLst>
      <p:ext uri="{BB962C8B-B14F-4D97-AF65-F5344CB8AC3E}">
        <p14:creationId xmlns:p14="http://schemas.microsoft.com/office/powerpoint/2010/main" val="1040952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F0C3F-B941-61B7-EAF6-15B9275D96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DFF4EA9-DD5E-628F-BCA7-A03285D6F0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7D55AD-B1DE-616E-334B-7AFF8E50C656}"/>
              </a:ext>
            </a:extLst>
          </p:cNvPr>
          <p:cNvSpPr>
            <a:spLocks noGrp="1"/>
          </p:cNvSpPr>
          <p:nvPr>
            <p:ph type="dt" sz="half" idx="10"/>
          </p:nvPr>
        </p:nvSpPr>
        <p:spPr/>
        <p:txBody>
          <a:bodyPr/>
          <a:lstStyle/>
          <a:p>
            <a:fld id="{14BBCC93-CF2D-455D-B284-F9F3E79DF485}" type="datetimeFigureOut">
              <a:rPr lang="en-IN" smtClean="0"/>
              <a:t>17-03-2025</a:t>
            </a:fld>
            <a:endParaRPr lang="en-IN"/>
          </a:p>
        </p:txBody>
      </p:sp>
      <p:sp>
        <p:nvSpPr>
          <p:cNvPr id="5" name="Footer Placeholder 4">
            <a:extLst>
              <a:ext uri="{FF2B5EF4-FFF2-40B4-BE49-F238E27FC236}">
                <a16:creationId xmlns:a16="http://schemas.microsoft.com/office/drawing/2014/main" id="{6808DA7B-F7C3-2471-EF94-F99B76C411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0F2799-31B1-6CAE-2B2C-6EAB1D93F136}"/>
              </a:ext>
            </a:extLst>
          </p:cNvPr>
          <p:cNvSpPr>
            <a:spLocks noGrp="1"/>
          </p:cNvSpPr>
          <p:nvPr>
            <p:ph type="sldNum" sz="quarter" idx="12"/>
          </p:nvPr>
        </p:nvSpPr>
        <p:spPr/>
        <p:txBody>
          <a:bodyPr/>
          <a:lstStyle/>
          <a:p>
            <a:fld id="{A7C7476F-7E54-4269-B6D6-0631F2DA2FD6}" type="slidenum">
              <a:rPr lang="en-IN" smtClean="0"/>
              <a:t>‹#›</a:t>
            </a:fld>
            <a:endParaRPr lang="en-IN"/>
          </a:p>
        </p:txBody>
      </p:sp>
    </p:spTree>
    <p:extLst>
      <p:ext uri="{BB962C8B-B14F-4D97-AF65-F5344CB8AC3E}">
        <p14:creationId xmlns:p14="http://schemas.microsoft.com/office/powerpoint/2010/main" val="1109098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19414-5428-189B-0A8D-4B96C42C0F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892688-829F-7B21-5F2B-F8BB3B7BA6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5F4A67B-8CD5-524E-4849-CC554A7A87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7C728C3-CF12-3852-4BEF-9714E1AAEB58}"/>
              </a:ext>
            </a:extLst>
          </p:cNvPr>
          <p:cNvSpPr>
            <a:spLocks noGrp="1"/>
          </p:cNvSpPr>
          <p:nvPr>
            <p:ph type="dt" sz="half" idx="10"/>
          </p:nvPr>
        </p:nvSpPr>
        <p:spPr/>
        <p:txBody>
          <a:bodyPr/>
          <a:lstStyle/>
          <a:p>
            <a:fld id="{14BBCC93-CF2D-455D-B284-F9F3E79DF485}" type="datetimeFigureOut">
              <a:rPr lang="en-IN" smtClean="0"/>
              <a:t>17-03-2025</a:t>
            </a:fld>
            <a:endParaRPr lang="en-IN"/>
          </a:p>
        </p:txBody>
      </p:sp>
      <p:sp>
        <p:nvSpPr>
          <p:cNvPr id="6" name="Footer Placeholder 5">
            <a:extLst>
              <a:ext uri="{FF2B5EF4-FFF2-40B4-BE49-F238E27FC236}">
                <a16:creationId xmlns:a16="http://schemas.microsoft.com/office/drawing/2014/main" id="{87DC9C2E-3F99-DF38-B3C3-71F9C378EC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5EF859-CAFD-045B-BCD6-32E5FA082569}"/>
              </a:ext>
            </a:extLst>
          </p:cNvPr>
          <p:cNvSpPr>
            <a:spLocks noGrp="1"/>
          </p:cNvSpPr>
          <p:nvPr>
            <p:ph type="sldNum" sz="quarter" idx="12"/>
          </p:nvPr>
        </p:nvSpPr>
        <p:spPr/>
        <p:txBody>
          <a:bodyPr/>
          <a:lstStyle/>
          <a:p>
            <a:fld id="{A7C7476F-7E54-4269-B6D6-0631F2DA2FD6}" type="slidenum">
              <a:rPr lang="en-IN" smtClean="0"/>
              <a:t>‹#›</a:t>
            </a:fld>
            <a:endParaRPr lang="en-IN"/>
          </a:p>
        </p:txBody>
      </p:sp>
    </p:spTree>
    <p:extLst>
      <p:ext uri="{BB962C8B-B14F-4D97-AF65-F5344CB8AC3E}">
        <p14:creationId xmlns:p14="http://schemas.microsoft.com/office/powerpoint/2010/main" val="164411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5D13D-7F62-B7D5-85B1-4E49FB5EAE7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F05FC29-B06D-FD43-D12F-92274517CA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0564E6-44B4-224C-A101-4583364ADC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1C446DF-0429-E0F3-3423-772B9C84FF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ACF6AE-F135-A8E1-068F-DA38F1BDE5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88D9210-DF88-9468-1BA0-D2D7DD28FFD8}"/>
              </a:ext>
            </a:extLst>
          </p:cNvPr>
          <p:cNvSpPr>
            <a:spLocks noGrp="1"/>
          </p:cNvSpPr>
          <p:nvPr>
            <p:ph type="dt" sz="half" idx="10"/>
          </p:nvPr>
        </p:nvSpPr>
        <p:spPr/>
        <p:txBody>
          <a:bodyPr/>
          <a:lstStyle/>
          <a:p>
            <a:fld id="{14BBCC93-CF2D-455D-B284-F9F3E79DF485}" type="datetimeFigureOut">
              <a:rPr lang="en-IN" smtClean="0"/>
              <a:t>17-03-2025</a:t>
            </a:fld>
            <a:endParaRPr lang="en-IN"/>
          </a:p>
        </p:txBody>
      </p:sp>
      <p:sp>
        <p:nvSpPr>
          <p:cNvPr id="8" name="Footer Placeholder 7">
            <a:extLst>
              <a:ext uri="{FF2B5EF4-FFF2-40B4-BE49-F238E27FC236}">
                <a16:creationId xmlns:a16="http://schemas.microsoft.com/office/drawing/2014/main" id="{60F7E309-3B5E-8D3F-B7A5-C07F74CBD07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E43CFFA-42D2-4AC0-95FC-03E6F88EC99A}"/>
              </a:ext>
            </a:extLst>
          </p:cNvPr>
          <p:cNvSpPr>
            <a:spLocks noGrp="1"/>
          </p:cNvSpPr>
          <p:nvPr>
            <p:ph type="sldNum" sz="quarter" idx="12"/>
          </p:nvPr>
        </p:nvSpPr>
        <p:spPr/>
        <p:txBody>
          <a:bodyPr/>
          <a:lstStyle/>
          <a:p>
            <a:fld id="{A7C7476F-7E54-4269-B6D6-0631F2DA2FD6}" type="slidenum">
              <a:rPr lang="en-IN" smtClean="0"/>
              <a:t>‹#›</a:t>
            </a:fld>
            <a:endParaRPr lang="en-IN"/>
          </a:p>
        </p:txBody>
      </p:sp>
    </p:spTree>
    <p:extLst>
      <p:ext uri="{BB962C8B-B14F-4D97-AF65-F5344CB8AC3E}">
        <p14:creationId xmlns:p14="http://schemas.microsoft.com/office/powerpoint/2010/main" val="2697648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7273A-7AA0-1093-1373-614745BA437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692C5C9-86A1-7E93-6852-15A53739535F}"/>
              </a:ext>
            </a:extLst>
          </p:cNvPr>
          <p:cNvSpPr>
            <a:spLocks noGrp="1"/>
          </p:cNvSpPr>
          <p:nvPr>
            <p:ph type="dt" sz="half" idx="10"/>
          </p:nvPr>
        </p:nvSpPr>
        <p:spPr/>
        <p:txBody>
          <a:bodyPr/>
          <a:lstStyle/>
          <a:p>
            <a:fld id="{14BBCC93-CF2D-455D-B284-F9F3E79DF485}" type="datetimeFigureOut">
              <a:rPr lang="en-IN" smtClean="0"/>
              <a:t>17-03-2025</a:t>
            </a:fld>
            <a:endParaRPr lang="en-IN"/>
          </a:p>
        </p:txBody>
      </p:sp>
      <p:sp>
        <p:nvSpPr>
          <p:cNvPr id="4" name="Footer Placeholder 3">
            <a:extLst>
              <a:ext uri="{FF2B5EF4-FFF2-40B4-BE49-F238E27FC236}">
                <a16:creationId xmlns:a16="http://schemas.microsoft.com/office/drawing/2014/main" id="{190A6AAB-28C5-C445-D540-CF1CAE3E7EA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71C03E-9F5A-437C-EF43-2B85D9871029}"/>
              </a:ext>
            </a:extLst>
          </p:cNvPr>
          <p:cNvSpPr>
            <a:spLocks noGrp="1"/>
          </p:cNvSpPr>
          <p:nvPr>
            <p:ph type="sldNum" sz="quarter" idx="12"/>
          </p:nvPr>
        </p:nvSpPr>
        <p:spPr/>
        <p:txBody>
          <a:bodyPr/>
          <a:lstStyle/>
          <a:p>
            <a:fld id="{A7C7476F-7E54-4269-B6D6-0631F2DA2FD6}" type="slidenum">
              <a:rPr lang="en-IN" smtClean="0"/>
              <a:t>‹#›</a:t>
            </a:fld>
            <a:endParaRPr lang="en-IN"/>
          </a:p>
        </p:txBody>
      </p:sp>
    </p:spTree>
    <p:extLst>
      <p:ext uri="{BB962C8B-B14F-4D97-AF65-F5344CB8AC3E}">
        <p14:creationId xmlns:p14="http://schemas.microsoft.com/office/powerpoint/2010/main" val="3887399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A834C5-7996-8F6C-5158-72FFAC84F53D}"/>
              </a:ext>
            </a:extLst>
          </p:cNvPr>
          <p:cNvSpPr>
            <a:spLocks noGrp="1"/>
          </p:cNvSpPr>
          <p:nvPr>
            <p:ph type="dt" sz="half" idx="10"/>
          </p:nvPr>
        </p:nvSpPr>
        <p:spPr/>
        <p:txBody>
          <a:bodyPr/>
          <a:lstStyle/>
          <a:p>
            <a:fld id="{14BBCC93-CF2D-455D-B284-F9F3E79DF485}" type="datetimeFigureOut">
              <a:rPr lang="en-IN" smtClean="0"/>
              <a:t>17-03-2025</a:t>
            </a:fld>
            <a:endParaRPr lang="en-IN"/>
          </a:p>
        </p:txBody>
      </p:sp>
      <p:sp>
        <p:nvSpPr>
          <p:cNvPr id="3" name="Footer Placeholder 2">
            <a:extLst>
              <a:ext uri="{FF2B5EF4-FFF2-40B4-BE49-F238E27FC236}">
                <a16:creationId xmlns:a16="http://schemas.microsoft.com/office/drawing/2014/main" id="{12132ADB-6DDC-8100-12F5-483BD1F59DA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7FB6845-1BD2-DAAE-E073-0CC6247FC8F8}"/>
              </a:ext>
            </a:extLst>
          </p:cNvPr>
          <p:cNvSpPr>
            <a:spLocks noGrp="1"/>
          </p:cNvSpPr>
          <p:nvPr>
            <p:ph type="sldNum" sz="quarter" idx="12"/>
          </p:nvPr>
        </p:nvSpPr>
        <p:spPr/>
        <p:txBody>
          <a:bodyPr/>
          <a:lstStyle/>
          <a:p>
            <a:fld id="{A7C7476F-7E54-4269-B6D6-0631F2DA2FD6}" type="slidenum">
              <a:rPr lang="en-IN" smtClean="0"/>
              <a:t>‹#›</a:t>
            </a:fld>
            <a:endParaRPr lang="en-IN"/>
          </a:p>
        </p:txBody>
      </p:sp>
    </p:spTree>
    <p:extLst>
      <p:ext uri="{BB962C8B-B14F-4D97-AF65-F5344CB8AC3E}">
        <p14:creationId xmlns:p14="http://schemas.microsoft.com/office/powerpoint/2010/main" val="95017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7CC6B-87C8-7010-60DA-96C7137964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039AFE-FF8E-9DD8-A82C-A1F5A286B8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03AE87-15D6-5C8F-F7B6-243E16C44F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B5F5DC-6AE4-8BF9-942D-1F069550E8BA}"/>
              </a:ext>
            </a:extLst>
          </p:cNvPr>
          <p:cNvSpPr>
            <a:spLocks noGrp="1"/>
          </p:cNvSpPr>
          <p:nvPr>
            <p:ph type="dt" sz="half" idx="10"/>
          </p:nvPr>
        </p:nvSpPr>
        <p:spPr/>
        <p:txBody>
          <a:bodyPr/>
          <a:lstStyle/>
          <a:p>
            <a:fld id="{14BBCC93-CF2D-455D-B284-F9F3E79DF485}" type="datetimeFigureOut">
              <a:rPr lang="en-IN" smtClean="0"/>
              <a:t>17-03-2025</a:t>
            </a:fld>
            <a:endParaRPr lang="en-IN"/>
          </a:p>
        </p:txBody>
      </p:sp>
      <p:sp>
        <p:nvSpPr>
          <p:cNvPr id="6" name="Footer Placeholder 5">
            <a:extLst>
              <a:ext uri="{FF2B5EF4-FFF2-40B4-BE49-F238E27FC236}">
                <a16:creationId xmlns:a16="http://schemas.microsoft.com/office/drawing/2014/main" id="{1DB7410F-591F-E28C-5919-2651DA3A2A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957369-A7B1-EC51-C557-90506C03B2C5}"/>
              </a:ext>
            </a:extLst>
          </p:cNvPr>
          <p:cNvSpPr>
            <a:spLocks noGrp="1"/>
          </p:cNvSpPr>
          <p:nvPr>
            <p:ph type="sldNum" sz="quarter" idx="12"/>
          </p:nvPr>
        </p:nvSpPr>
        <p:spPr/>
        <p:txBody>
          <a:bodyPr/>
          <a:lstStyle/>
          <a:p>
            <a:fld id="{A7C7476F-7E54-4269-B6D6-0631F2DA2FD6}" type="slidenum">
              <a:rPr lang="en-IN" smtClean="0"/>
              <a:t>‹#›</a:t>
            </a:fld>
            <a:endParaRPr lang="en-IN"/>
          </a:p>
        </p:txBody>
      </p:sp>
    </p:spTree>
    <p:extLst>
      <p:ext uri="{BB962C8B-B14F-4D97-AF65-F5344CB8AC3E}">
        <p14:creationId xmlns:p14="http://schemas.microsoft.com/office/powerpoint/2010/main" val="2205138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B3C39-5BAC-8800-CE6B-8EAB717F3E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23300F-3024-D73E-5BFD-E60FBFDEF5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4833C0B-B80D-C71C-37A2-812803E1F0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8E8A30-CA3D-DC8B-8C9A-B972E973B843}"/>
              </a:ext>
            </a:extLst>
          </p:cNvPr>
          <p:cNvSpPr>
            <a:spLocks noGrp="1"/>
          </p:cNvSpPr>
          <p:nvPr>
            <p:ph type="dt" sz="half" idx="10"/>
          </p:nvPr>
        </p:nvSpPr>
        <p:spPr/>
        <p:txBody>
          <a:bodyPr/>
          <a:lstStyle/>
          <a:p>
            <a:fld id="{14BBCC93-CF2D-455D-B284-F9F3E79DF485}" type="datetimeFigureOut">
              <a:rPr lang="en-IN" smtClean="0"/>
              <a:t>17-03-2025</a:t>
            </a:fld>
            <a:endParaRPr lang="en-IN"/>
          </a:p>
        </p:txBody>
      </p:sp>
      <p:sp>
        <p:nvSpPr>
          <p:cNvPr id="6" name="Footer Placeholder 5">
            <a:extLst>
              <a:ext uri="{FF2B5EF4-FFF2-40B4-BE49-F238E27FC236}">
                <a16:creationId xmlns:a16="http://schemas.microsoft.com/office/drawing/2014/main" id="{F37462E5-69A5-8F03-E04D-20DDF926F3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F5077D-C21C-536A-C919-8D404039FB54}"/>
              </a:ext>
            </a:extLst>
          </p:cNvPr>
          <p:cNvSpPr>
            <a:spLocks noGrp="1"/>
          </p:cNvSpPr>
          <p:nvPr>
            <p:ph type="sldNum" sz="quarter" idx="12"/>
          </p:nvPr>
        </p:nvSpPr>
        <p:spPr/>
        <p:txBody>
          <a:bodyPr/>
          <a:lstStyle/>
          <a:p>
            <a:fld id="{A7C7476F-7E54-4269-B6D6-0631F2DA2FD6}" type="slidenum">
              <a:rPr lang="en-IN" smtClean="0"/>
              <a:t>‹#›</a:t>
            </a:fld>
            <a:endParaRPr lang="en-IN"/>
          </a:p>
        </p:txBody>
      </p:sp>
    </p:spTree>
    <p:extLst>
      <p:ext uri="{BB962C8B-B14F-4D97-AF65-F5344CB8AC3E}">
        <p14:creationId xmlns:p14="http://schemas.microsoft.com/office/powerpoint/2010/main" val="219018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ED773-39AC-5F2B-E234-8E67F74115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E51446-7A60-BDB1-D3A8-236CDC82A4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57C6B4-46E6-BD47-2515-D9CA18E5C79D}"/>
              </a:ext>
            </a:extLst>
          </p:cNvPr>
          <p:cNvSpPr>
            <a:spLocks noGrp="1"/>
          </p:cNvSpPr>
          <p:nvPr>
            <p:ph type="dt" sz="half" idx="10"/>
          </p:nvPr>
        </p:nvSpPr>
        <p:spPr/>
        <p:txBody>
          <a:bodyPr/>
          <a:lstStyle/>
          <a:p>
            <a:fld id="{14BBCC93-CF2D-455D-B284-F9F3E79DF485}" type="datetimeFigureOut">
              <a:rPr lang="en-IN" smtClean="0"/>
              <a:t>17-03-2025</a:t>
            </a:fld>
            <a:endParaRPr lang="en-IN"/>
          </a:p>
        </p:txBody>
      </p:sp>
      <p:sp>
        <p:nvSpPr>
          <p:cNvPr id="5" name="Footer Placeholder 4">
            <a:extLst>
              <a:ext uri="{FF2B5EF4-FFF2-40B4-BE49-F238E27FC236}">
                <a16:creationId xmlns:a16="http://schemas.microsoft.com/office/drawing/2014/main" id="{D83688F4-0F6A-05A7-C622-FF56C0FFEA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D88A68-54CC-A985-5C40-97C2E65EA544}"/>
              </a:ext>
            </a:extLst>
          </p:cNvPr>
          <p:cNvSpPr>
            <a:spLocks noGrp="1"/>
          </p:cNvSpPr>
          <p:nvPr>
            <p:ph type="sldNum" sz="quarter" idx="12"/>
          </p:nvPr>
        </p:nvSpPr>
        <p:spPr/>
        <p:txBody>
          <a:bodyPr/>
          <a:lstStyle/>
          <a:p>
            <a:fld id="{A7C7476F-7E54-4269-B6D6-0631F2DA2FD6}" type="slidenum">
              <a:rPr lang="en-IN" smtClean="0"/>
              <a:t>‹#›</a:t>
            </a:fld>
            <a:endParaRPr lang="en-IN"/>
          </a:p>
        </p:txBody>
      </p:sp>
    </p:spTree>
    <p:extLst>
      <p:ext uri="{BB962C8B-B14F-4D97-AF65-F5344CB8AC3E}">
        <p14:creationId xmlns:p14="http://schemas.microsoft.com/office/powerpoint/2010/main" val="96800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DA6D6C-B5C1-6020-407A-C3CFA8C63F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FD738B-1B52-4375-1267-6DB18BA483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AD1C62-2CFB-C00D-D3D5-FCF452718309}"/>
              </a:ext>
            </a:extLst>
          </p:cNvPr>
          <p:cNvSpPr>
            <a:spLocks noGrp="1"/>
          </p:cNvSpPr>
          <p:nvPr>
            <p:ph type="dt" sz="half" idx="10"/>
          </p:nvPr>
        </p:nvSpPr>
        <p:spPr/>
        <p:txBody>
          <a:bodyPr/>
          <a:lstStyle/>
          <a:p>
            <a:fld id="{14BBCC93-CF2D-455D-B284-F9F3E79DF485}" type="datetimeFigureOut">
              <a:rPr lang="en-IN" smtClean="0"/>
              <a:t>17-03-2025</a:t>
            </a:fld>
            <a:endParaRPr lang="en-IN"/>
          </a:p>
        </p:txBody>
      </p:sp>
      <p:sp>
        <p:nvSpPr>
          <p:cNvPr id="5" name="Footer Placeholder 4">
            <a:extLst>
              <a:ext uri="{FF2B5EF4-FFF2-40B4-BE49-F238E27FC236}">
                <a16:creationId xmlns:a16="http://schemas.microsoft.com/office/drawing/2014/main" id="{9F199D6D-4339-F876-6F78-F232DB869D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E955E2-7C94-726E-A785-50CFA10B88CE}"/>
              </a:ext>
            </a:extLst>
          </p:cNvPr>
          <p:cNvSpPr>
            <a:spLocks noGrp="1"/>
          </p:cNvSpPr>
          <p:nvPr>
            <p:ph type="sldNum" sz="quarter" idx="12"/>
          </p:nvPr>
        </p:nvSpPr>
        <p:spPr/>
        <p:txBody>
          <a:bodyPr/>
          <a:lstStyle/>
          <a:p>
            <a:fld id="{A7C7476F-7E54-4269-B6D6-0631F2DA2FD6}" type="slidenum">
              <a:rPr lang="en-IN" smtClean="0"/>
              <a:t>‹#›</a:t>
            </a:fld>
            <a:endParaRPr lang="en-IN"/>
          </a:p>
        </p:txBody>
      </p:sp>
    </p:spTree>
    <p:extLst>
      <p:ext uri="{BB962C8B-B14F-4D97-AF65-F5344CB8AC3E}">
        <p14:creationId xmlns:p14="http://schemas.microsoft.com/office/powerpoint/2010/main" val="2824764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119D31-3066-BC4A-D732-8EB99D05A8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F033031-D8A1-9F84-3CDE-C9A1CDBCB8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92BDF7-9C8D-1374-CF1F-B10C57695D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BBCC93-CF2D-455D-B284-F9F3E79DF485}" type="datetimeFigureOut">
              <a:rPr lang="en-IN" smtClean="0"/>
              <a:t>17-03-2025</a:t>
            </a:fld>
            <a:endParaRPr lang="en-IN"/>
          </a:p>
        </p:txBody>
      </p:sp>
      <p:sp>
        <p:nvSpPr>
          <p:cNvPr id="5" name="Footer Placeholder 4">
            <a:extLst>
              <a:ext uri="{FF2B5EF4-FFF2-40B4-BE49-F238E27FC236}">
                <a16:creationId xmlns:a16="http://schemas.microsoft.com/office/drawing/2014/main" id="{3736D022-3CF6-65FC-4567-4868E59C2A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8B38E30-D09C-10F4-0193-B4336B2406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C7476F-7E54-4269-B6D6-0631F2DA2FD6}" type="slidenum">
              <a:rPr lang="en-IN" smtClean="0"/>
              <a:t>‹#›</a:t>
            </a:fld>
            <a:endParaRPr lang="en-IN"/>
          </a:p>
        </p:txBody>
      </p:sp>
    </p:spTree>
    <p:extLst>
      <p:ext uri="{BB962C8B-B14F-4D97-AF65-F5344CB8AC3E}">
        <p14:creationId xmlns:p14="http://schemas.microsoft.com/office/powerpoint/2010/main" val="35746128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9301B-3867-EF83-C5E2-F5A27B9493E4}"/>
              </a:ext>
            </a:extLst>
          </p:cNvPr>
          <p:cNvSpPr>
            <a:spLocks noGrp="1"/>
          </p:cNvSpPr>
          <p:nvPr>
            <p:ph type="ctrTitle"/>
          </p:nvPr>
        </p:nvSpPr>
        <p:spPr>
          <a:xfrm>
            <a:off x="1368552" y="475488"/>
            <a:ext cx="9144000" cy="669861"/>
          </a:xfrm>
        </p:spPr>
        <p:txBody>
          <a:bodyPr>
            <a:normAutofit fontScale="90000"/>
          </a:bodyPr>
          <a:lstStyle/>
          <a:p>
            <a:r>
              <a:rPr lang="en-US" b="1" dirty="0">
                <a:latin typeface="Times New Roman" panose="02020603050405020304" pitchFamily="18" charset="0"/>
                <a:cs typeface="Times New Roman" panose="02020603050405020304" pitchFamily="18" charset="0"/>
              </a:rPr>
              <a:t>UNIT 4</a:t>
            </a:r>
            <a:endParaRPr lang="en-IN"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D6F0C4E-0F23-B3B0-3CBB-55ECC44C0FE1}"/>
              </a:ext>
            </a:extLst>
          </p:cNvPr>
          <p:cNvSpPr>
            <a:spLocks noGrp="1"/>
          </p:cNvSpPr>
          <p:nvPr>
            <p:ph type="subTitle" idx="1"/>
          </p:nvPr>
        </p:nvSpPr>
        <p:spPr>
          <a:xfrm>
            <a:off x="768096" y="1335024"/>
            <a:ext cx="10655808" cy="4425696"/>
          </a:xfrm>
        </p:spPr>
        <p:txBody>
          <a:bodyPr>
            <a:normAutofit/>
          </a:bodyPr>
          <a:lstStyle/>
          <a:p>
            <a:pPr algn="just"/>
            <a:r>
              <a:rPr lang="en-IN" sz="3200" b="1" dirty="0">
                <a:latin typeface="Times New Roman" panose="02020603050405020304" pitchFamily="18" charset="0"/>
                <a:cs typeface="Times New Roman" panose="02020603050405020304" pitchFamily="18" charset="0"/>
              </a:rPr>
              <a:t>Coding And Testing: </a:t>
            </a:r>
            <a:r>
              <a:rPr lang="en-IN" sz="3200" dirty="0">
                <a:latin typeface="Times New Roman" panose="02020603050405020304" pitchFamily="18" charset="0"/>
                <a:cs typeface="Times New Roman" panose="02020603050405020304" pitchFamily="18" charset="0"/>
              </a:rPr>
              <a:t>Coding, Code review, Software documentation, Testing, Black-box testing, White-Box testing, Debugging, Program analysis tools, Integration testing, Testing object-oriented programs, Smoke testing, and Some general issues associated with testing. </a:t>
            </a:r>
          </a:p>
          <a:p>
            <a:pPr algn="just"/>
            <a:r>
              <a:rPr lang="en-IN" sz="3200" b="1" dirty="0">
                <a:latin typeface="Times New Roman" panose="02020603050405020304" pitchFamily="18" charset="0"/>
                <a:cs typeface="Times New Roman" panose="02020603050405020304" pitchFamily="18" charset="0"/>
              </a:rPr>
              <a:t>Software Reliability and Quality Management: </a:t>
            </a:r>
            <a:r>
              <a:rPr lang="en-IN" sz="3200" dirty="0">
                <a:latin typeface="Times New Roman" panose="02020603050405020304" pitchFamily="18" charset="0"/>
                <a:cs typeface="Times New Roman" panose="02020603050405020304" pitchFamily="18" charset="0"/>
              </a:rPr>
              <a:t>Software reliability. Statistical testing, Software quality, Software quality management system, ISO 9000.SEI Capability maturity model. Few other important quality standards and Six Sigma.</a:t>
            </a:r>
          </a:p>
        </p:txBody>
      </p:sp>
      <p:pic>
        <p:nvPicPr>
          <p:cNvPr id="4" name="Picture 3">
            <a:extLst>
              <a:ext uri="{FF2B5EF4-FFF2-40B4-BE49-F238E27FC236}">
                <a16:creationId xmlns:a16="http://schemas.microsoft.com/office/drawing/2014/main" id="{BE9033B8-940F-0FAD-E80B-C2761957F2D1}"/>
              </a:ext>
            </a:extLst>
          </p:cNvPr>
          <p:cNvPicPr>
            <a:picLocks noChangeAspect="1"/>
          </p:cNvPicPr>
          <p:nvPr/>
        </p:nvPicPr>
        <p:blipFill>
          <a:blip r:embed="rId2"/>
          <a:stretch>
            <a:fillRect/>
          </a:stretch>
        </p:blipFill>
        <p:spPr>
          <a:xfrm>
            <a:off x="92946" y="97522"/>
            <a:ext cx="990334" cy="614374"/>
          </a:xfrm>
          <a:prstGeom prst="rect">
            <a:avLst/>
          </a:prstGeom>
        </p:spPr>
      </p:pic>
    </p:spTree>
    <p:extLst>
      <p:ext uri="{BB962C8B-B14F-4D97-AF65-F5344CB8AC3E}">
        <p14:creationId xmlns:p14="http://schemas.microsoft.com/office/powerpoint/2010/main" val="3868768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6232D-6B1D-C026-2A97-5264D2C2CCB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0791D22-D7B7-3C1F-B90F-F38E6FCCB75A}"/>
              </a:ext>
            </a:extLst>
          </p:cNvPr>
          <p:cNvPicPr>
            <a:picLocks noChangeAspect="1"/>
          </p:cNvPicPr>
          <p:nvPr/>
        </p:nvPicPr>
        <p:blipFill>
          <a:blip r:embed="rId2"/>
          <a:stretch>
            <a:fillRect/>
          </a:stretch>
        </p:blipFill>
        <p:spPr>
          <a:xfrm>
            <a:off x="92946" y="97522"/>
            <a:ext cx="990334" cy="614374"/>
          </a:xfrm>
          <a:prstGeom prst="rect">
            <a:avLst/>
          </a:prstGeom>
        </p:spPr>
      </p:pic>
      <p:pic>
        <p:nvPicPr>
          <p:cNvPr id="10" name="Picture 9">
            <a:extLst>
              <a:ext uri="{FF2B5EF4-FFF2-40B4-BE49-F238E27FC236}">
                <a16:creationId xmlns:a16="http://schemas.microsoft.com/office/drawing/2014/main" id="{5BE80789-3721-BBE0-6779-D37BD71B1A4D}"/>
              </a:ext>
            </a:extLst>
          </p:cNvPr>
          <p:cNvPicPr>
            <a:picLocks noChangeAspect="1"/>
          </p:cNvPicPr>
          <p:nvPr/>
        </p:nvPicPr>
        <p:blipFill>
          <a:blip r:embed="rId3"/>
          <a:stretch>
            <a:fillRect/>
          </a:stretch>
        </p:blipFill>
        <p:spPr>
          <a:xfrm>
            <a:off x="338329" y="990075"/>
            <a:ext cx="11378946" cy="1003317"/>
          </a:xfrm>
          <a:prstGeom prst="rect">
            <a:avLst/>
          </a:prstGeom>
        </p:spPr>
      </p:pic>
      <p:pic>
        <p:nvPicPr>
          <p:cNvPr id="12" name="Picture 11">
            <a:extLst>
              <a:ext uri="{FF2B5EF4-FFF2-40B4-BE49-F238E27FC236}">
                <a16:creationId xmlns:a16="http://schemas.microsoft.com/office/drawing/2014/main" id="{655CBD07-3031-3591-38ED-4163070B6E52}"/>
              </a:ext>
            </a:extLst>
          </p:cNvPr>
          <p:cNvPicPr>
            <a:picLocks noChangeAspect="1"/>
          </p:cNvPicPr>
          <p:nvPr/>
        </p:nvPicPr>
        <p:blipFill>
          <a:blip r:embed="rId4"/>
          <a:stretch>
            <a:fillRect/>
          </a:stretch>
        </p:blipFill>
        <p:spPr>
          <a:xfrm>
            <a:off x="338329" y="2599419"/>
            <a:ext cx="11378946" cy="1003317"/>
          </a:xfrm>
          <a:prstGeom prst="rect">
            <a:avLst/>
          </a:prstGeom>
        </p:spPr>
      </p:pic>
    </p:spTree>
    <p:extLst>
      <p:ext uri="{BB962C8B-B14F-4D97-AF65-F5344CB8AC3E}">
        <p14:creationId xmlns:p14="http://schemas.microsoft.com/office/powerpoint/2010/main" val="3912097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6F5C2-0D12-CB72-C343-72539591952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8C936A1-768A-6DA7-962B-8A26269E078A}"/>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D45874BC-29D3-0001-71A0-20AE8B8F4652}"/>
              </a:ext>
            </a:extLst>
          </p:cNvPr>
          <p:cNvSpPr txBox="1"/>
          <p:nvPr/>
        </p:nvSpPr>
        <p:spPr>
          <a:xfrm>
            <a:off x="669798" y="848606"/>
            <a:ext cx="8757666"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CODING</a:t>
            </a:r>
          </a:p>
        </p:txBody>
      </p:sp>
      <p:pic>
        <p:nvPicPr>
          <p:cNvPr id="6" name="Picture 5">
            <a:extLst>
              <a:ext uri="{FF2B5EF4-FFF2-40B4-BE49-F238E27FC236}">
                <a16:creationId xmlns:a16="http://schemas.microsoft.com/office/drawing/2014/main" id="{E2C05A88-80E9-E613-799F-C4EE588195E4}"/>
              </a:ext>
            </a:extLst>
          </p:cNvPr>
          <p:cNvPicPr>
            <a:picLocks noChangeAspect="1"/>
          </p:cNvPicPr>
          <p:nvPr/>
        </p:nvPicPr>
        <p:blipFill>
          <a:blip r:embed="rId3"/>
          <a:stretch>
            <a:fillRect/>
          </a:stretch>
        </p:blipFill>
        <p:spPr>
          <a:xfrm>
            <a:off x="900764" y="1636626"/>
            <a:ext cx="10904140" cy="923694"/>
          </a:xfrm>
          <a:prstGeom prst="rect">
            <a:avLst/>
          </a:prstGeom>
        </p:spPr>
      </p:pic>
      <p:pic>
        <p:nvPicPr>
          <p:cNvPr id="8" name="Picture 7">
            <a:extLst>
              <a:ext uri="{FF2B5EF4-FFF2-40B4-BE49-F238E27FC236}">
                <a16:creationId xmlns:a16="http://schemas.microsoft.com/office/drawing/2014/main" id="{9844CCB5-A9B5-5C36-463C-60AC124F1AC2}"/>
              </a:ext>
            </a:extLst>
          </p:cNvPr>
          <p:cNvPicPr>
            <a:picLocks noChangeAspect="1"/>
          </p:cNvPicPr>
          <p:nvPr/>
        </p:nvPicPr>
        <p:blipFill>
          <a:blip r:embed="rId4"/>
          <a:stretch>
            <a:fillRect/>
          </a:stretch>
        </p:blipFill>
        <p:spPr>
          <a:xfrm>
            <a:off x="900764" y="2935224"/>
            <a:ext cx="10994435" cy="3474720"/>
          </a:xfrm>
          <a:prstGeom prst="rect">
            <a:avLst/>
          </a:prstGeom>
        </p:spPr>
      </p:pic>
    </p:spTree>
    <p:extLst>
      <p:ext uri="{BB962C8B-B14F-4D97-AF65-F5344CB8AC3E}">
        <p14:creationId xmlns:p14="http://schemas.microsoft.com/office/powerpoint/2010/main" val="659953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AEE74-3AE5-DDA5-8B18-094F6CFFCBD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3FB1FBF-46CA-822E-E5A8-CE0111BA07F8}"/>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F09E6758-DCEA-984F-DA0E-F7667F462A3F}"/>
              </a:ext>
            </a:extLst>
          </p:cNvPr>
          <p:cNvSpPr txBox="1"/>
          <p:nvPr/>
        </p:nvSpPr>
        <p:spPr>
          <a:xfrm>
            <a:off x="2476881" y="97522"/>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CODING</a:t>
            </a:r>
          </a:p>
        </p:txBody>
      </p:sp>
      <p:sp>
        <p:nvSpPr>
          <p:cNvPr id="5" name="TextBox 4">
            <a:extLst>
              <a:ext uri="{FF2B5EF4-FFF2-40B4-BE49-F238E27FC236}">
                <a16:creationId xmlns:a16="http://schemas.microsoft.com/office/drawing/2014/main" id="{B70506D9-6EC1-1468-9766-44B4CC7B1122}"/>
              </a:ext>
            </a:extLst>
          </p:cNvPr>
          <p:cNvSpPr txBox="1"/>
          <p:nvPr/>
        </p:nvSpPr>
        <p:spPr>
          <a:xfrm>
            <a:off x="588113" y="744708"/>
            <a:ext cx="6094476"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Coding Standards and Guidelines</a:t>
            </a:r>
          </a:p>
        </p:txBody>
      </p:sp>
      <p:sp>
        <p:nvSpPr>
          <p:cNvPr id="9" name="TextBox 8">
            <a:extLst>
              <a:ext uri="{FF2B5EF4-FFF2-40B4-BE49-F238E27FC236}">
                <a16:creationId xmlns:a16="http://schemas.microsoft.com/office/drawing/2014/main" id="{E81C4150-A119-1E5A-2648-1EAE7EF8C81B}"/>
              </a:ext>
            </a:extLst>
          </p:cNvPr>
          <p:cNvSpPr txBox="1"/>
          <p:nvPr/>
        </p:nvSpPr>
        <p:spPr>
          <a:xfrm>
            <a:off x="678942" y="1467719"/>
            <a:ext cx="11217402" cy="5262979"/>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we shall only list some general coding standards and guidelines that are commonly adopted by many software development organizations</a:t>
            </a:r>
          </a:p>
          <a:p>
            <a:r>
              <a:rPr lang="en-IN" sz="2800" dirty="0">
                <a:latin typeface="Times New Roman" panose="02020603050405020304" pitchFamily="18" charset="0"/>
                <a:cs typeface="Times New Roman" panose="02020603050405020304" pitchFamily="18" charset="0"/>
              </a:rPr>
              <a:t>1. </a:t>
            </a:r>
            <a:r>
              <a:rPr lang="en-IN" sz="2800" b="1" dirty="0">
                <a:latin typeface="Times New Roman" panose="02020603050405020304" pitchFamily="18" charset="0"/>
                <a:cs typeface="Times New Roman" panose="02020603050405020304" pitchFamily="18" charset="0"/>
              </a:rPr>
              <a:t>Representative coding standards</a:t>
            </a:r>
            <a:endParaRPr lang="en-US" sz="28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Rules for limiting the use of </a:t>
            </a:r>
            <a:r>
              <a:rPr lang="en-US" sz="2800" dirty="0" err="1">
                <a:latin typeface="Times New Roman" panose="02020603050405020304" pitchFamily="18" charset="0"/>
                <a:cs typeface="Times New Roman" panose="02020603050405020304" pitchFamily="18" charset="0"/>
              </a:rPr>
              <a:t>globals</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Standard headers for different modules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Naming conventions for global variables, local variables, and constant identifiers</a:t>
            </a:r>
          </a:p>
          <a:p>
            <a:r>
              <a:rPr lang="en-IN" sz="2800" dirty="0">
                <a:latin typeface="Times New Roman" panose="02020603050405020304" pitchFamily="18" charset="0"/>
                <a:cs typeface="Times New Roman" panose="02020603050405020304" pitchFamily="18" charset="0"/>
              </a:rPr>
              <a:t>2. </a:t>
            </a:r>
            <a:r>
              <a:rPr lang="en-US" sz="2800" b="1" dirty="0">
                <a:latin typeface="Times New Roman" panose="02020603050405020304" pitchFamily="18" charset="0"/>
                <a:cs typeface="Times New Roman" panose="02020603050405020304" pitchFamily="18" charset="0"/>
              </a:rPr>
              <a:t>Conventions regarding error return values and exception handling mechanisms</a:t>
            </a:r>
            <a:endParaRPr lang="en-IN" sz="2800" b="1"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3. </a:t>
            </a:r>
            <a:r>
              <a:rPr lang="en-IN" sz="2800" b="1" dirty="0">
                <a:latin typeface="Times New Roman" panose="02020603050405020304" pitchFamily="18" charset="0"/>
                <a:cs typeface="Times New Roman" panose="02020603050405020304" pitchFamily="18" charset="0"/>
              </a:rPr>
              <a:t>Representative coding guidelines</a:t>
            </a:r>
          </a:p>
          <a:p>
            <a:r>
              <a:rPr lang="en-IN" sz="2800" dirty="0">
                <a:latin typeface="Times New Roman" panose="02020603050405020304" pitchFamily="18" charset="0"/>
                <a:cs typeface="Times New Roman" panose="02020603050405020304" pitchFamily="18" charset="0"/>
              </a:rPr>
              <a:t>4. </a:t>
            </a:r>
            <a:r>
              <a:rPr lang="en-US" sz="2800" b="1" dirty="0">
                <a:latin typeface="Times New Roman" panose="02020603050405020304" pitchFamily="18" charset="0"/>
                <a:cs typeface="Times New Roman" panose="02020603050405020304" pitchFamily="18" charset="0"/>
              </a:rPr>
              <a:t>Do not use a coding style that is too clever or too difficult to understand</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7697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823B8-101E-8F56-5FA3-2518AF2A2AD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87E8E74-3CEC-7A2B-3790-A3DFA4BC139F}"/>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93B229B5-A7B5-3543-C4A7-F2682161ABFC}"/>
              </a:ext>
            </a:extLst>
          </p:cNvPr>
          <p:cNvSpPr txBox="1"/>
          <p:nvPr/>
        </p:nvSpPr>
        <p:spPr>
          <a:xfrm>
            <a:off x="2476881" y="97522"/>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CODING</a:t>
            </a:r>
          </a:p>
        </p:txBody>
      </p:sp>
      <p:sp>
        <p:nvSpPr>
          <p:cNvPr id="5" name="TextBox 4">
            <a:extLst>
              <a:ext uri="{FF2B5EF4-FFF2-40B4-BE49-F238E27FC236}">
                <a16:creationId xmlns:a16="http://schemas.microsoft.com/office/drawing/2014/main" id="{A83368FF-2B45-3360-F147-FCC045EEBB07}"/>
              </a:ext>
            </a:extLst>
          </p:cNvPr>
          <p:cNvSpPr txBox="1"/>
          <p:nvPr/>
        </p:nvSpPr>
        <p:spPr>
          <a:xfrm>
            <a:off x="588113" y="744708"/>
            <a:ext cx="6094476"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Coding Standards and Guidelines</a:t>
            </a:r>
          </a:p>
        </p:txBody>
      </p:sp>
      <p:sp>
        <p:nvSpPr>
          <p:cNvPr id="9" name="TextBox 8">
            <a:extLst>
              <a:ext uri="{FF2B5EF4-FFF2-40B4-BE49-F238E27FC236}">
                <a16:creationId xmlns:a16="http://schemas.microsoft.com/office/drawing/2014/main" id="{1B462BBF-A523-D1A3-B7F3-786AB62D1CB7}"/>
              </a:ext>
            </a:extLst>
          </p:cNvPr>
          <p:cNvSpPr txBox="1"/>
          <p:nvPr/>
        </p:nvSpPr>
        <p:spPr>
          <a:xfrm>
            <a:off x="678942" y="1467719"/>
            <a:ext cx="11217402" cy="3539430"/>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5. </a:t>
            </a:r>
            <a:r>
              <a:rPr lang="en-IN" sz="2800" b="1" dirty="0">
                <a:latin typeface="Times New Roman" panose="02020603050405020304" pitchFamily="18" charset="0"/>
                <a:cs typeface="Times New Roman" panose="02020603050405020304" pitchFamily="18" charset="0"/>
              </a:rPr>
              <a:t>Avoid obscure side effects</a:t>
            </a:r>
          </a:p>
          <a:p>
            <a:r>
              <a:rPr lang="en-US" sz="2800" dirty="0">
                <a:latin typeface="Times New Roman" panose="02020603050405020304" pitchFamily="18" charset="0"/>
                <a:cs typeface="Times New Roman" panose="02020603050405020304" pitchFamily="18" charset="0"/>
              </a:rPr>
              <a:t>6. </a:t>
            </a:r>
            <a:r>
              <a:rPr lang="en-US" sz="2800" b="1" dirty="0">
                <a:latin typeface="Times New Roman" panose="02020603050405020304" pitchFamily="18" charset="0"/>
                <a:cs typeface="Times New Roman" panose="02020603050405020304" pitchFamily="18" charset="0"/>
              </a:rPr>
              <a:t>Do not use an identifier for multiple purposes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Each variable should be given a descriptive name indicating its purpose</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 of variables for multiple purposes usually makes future enhancements more difficult.</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Code should be well-documented</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7. </a:t>
            </a:r>
            <a:r>
              <a:rPr lang="en-US" sz="2800" b="1" dirty="0">
                <a:latin typeface="Times New Roman" panose="02020603050405020304" pitchFamily="18" charset="0"/>
                <a:cs typeface="Times New Roman" panose="02020603050405020304" pitchFamily="18" charset="0"/>
              </a:rPr>
              <a:t>Length of any function should not exceed 10 source lines</a:t>
            </a:r>
          </a:p>
          <a:p>
            <a:r>
              <a:rPr lang="en-US" sz="2800" dirty="0">
                <a:latin typeface="Times New Roman" panose="02020603050405020304" pitchFamily="18" charset="0"/>
                <a:cs typeface="Times New Roman" panose="02020603050405020304" pitchFamily="18" charset="0"/>
              </a:rPr>
              <a:t>8. </a:t>
            </a:r>
            <a:r>
              <a:rPr lang="en-US" sz="2800" b="1" dirty="0">
                <a:latin typeface="Times New Roman" panose="02020603050405020304" pitchFamily="18" charset="0"/>
                <a:cs typeface="Times New Roman" panose="02020603050405020304" pitchFamily="18" charset="0"/>
              </a:rPr>
              <a:t>Do not use GO TO statements</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581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9FA1F-6051-EDDA-3140-A2420FD830C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0B74A2E-08BB-5294-1C0D-909490ECE409}"/>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6D685983-8875-D8D8-52A6-49457A3314C1}"/>
              </a:ext>
            </a:extLst>
          </p:cNvPr>
          <p:cNvSpPr txBox="1"/>
          <p:nvPr/>
        </p:nvSpPr>
        <p:spPr>
          <a:xfrm>
            <a:off x="2476881" y="97522"/>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CODE REVIEW</a:t>
            </a:r>
          </a:p>
        </p:txBody>
      </p:sp>
      <p:sp>
        <p:nvSpPr>
          <p:cNvPr id="9" name="TextBox 8">
            <a:extLst>
              <a:ext uri="{FF2B5EF4-FFF2-40B4-BE49-F238E27FC236}">
                <a16:creationId xmlns:a16="http://schemas.microsoft.com/office/drawing/2014/main" id="{D490FE5E-C16E-B87B-4CE8-344AB6A0CBD0}"/>
              </a:ext>
            </a:extLst>
          </p:cNvPr>
          <p:cNvSpPr txBox="1"/>
          <p:nvPr/>
        </p:nvSpPr>
        <p:spPr>
          <a:xfrm>
            <a:off x="249784" y="855071"/>
            <a:ext cx="11637415" cy="5262979"/>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Testing is an effective defect removal mechanism. However, testing is applicable to only executable code.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Review is a very effective technique to remove defects from source code. In fact, review has been acknowledged to be </a:t>
            </a:r>
            <a:r>
              <a:rPr lang="en-US" sz="2800" b="1" dirty="0">
                <a:latin typeface="Times New Roman" panose="02020603050405020304" pitchFamily="18" charset="0"/>
                <a:cs typeface="Times New Roman" panose="02020603050405020304" pitchFamily="18" charset="0"/>
              </a:rPr>
              <a:t>more cost-effective </a:t>
            </a:r>
            <a:r>
              <a:rPr lang="en-US" sz="2800" dirty="0">
                <a:latin typeface="Times New Roman" panose="02020603050405020304" pitchFamily="18" charset="0"/>
                <a:cs typeface="Times New Roman" panose="02020603050405020304" pitchFamily="18" charset="0"/>
              </a:rPr>
              <a:t>in removing defects as compared to testing.</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Code review for a module is undertaken after the module successfully compiles. That is, all the syntax errors have been eliminated from the module.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Obviously, code review does not target to design syntax errors in a program, but is designed to detect logical, algorithmic, and programming errors.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Code review has been </a:t>
            </a:r>
            <a:r>
              <a:rPr lang="en-US" sz="2800" dirty="0" err="1">
                <a:latin typeface="Times New Roman" panose="02020603050405020304" pitchFamily="18" charset="0"/>
                <a:cs typeface="Times New Roman" panose="02020603050405020304" pitchFamily="18" charset="0"/>
              </a:rPr>
              <a:t>recognised</a:t>
            </a:r>
            <a:r>
              <a:rPr lang="en-US" sz="2800" dirty="0">
                <a:latin typeface="Times New Roman" panose="02020603050405020304" pitchFamily="18" charset="0"/>
                <a:cs typeface="Times New Roman" panose="02020603050405020304" pitchFamily="18" charset="0"/>
              </a:rPr>
              <a:t> as an extremely cost-effective strategy for eliminating coding errors and for producing high quality code.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4989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2DC74-2A47-84A8-468D-473D5A5246E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D4CADE6-B21B-A699-B9D7-716BCD2A66DD}"/>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849BCBEC-0EF8-D435-DFCD-3E28F3CD6147}"/>
              </a:ext>
            </a:extLst>
          </p:cNvPr>
          <p:cNvSpPr txBox="1"/>
          <p:nvPr/>
        </p:nvSpPr>
        <p:spPr>
          <a:xfrm>
            <a:off x="2476881" y="97522"/>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CODE REVIEW</a:t>
            </a:r>
          </a:p>
        </p:txBody>
      </p:sp>
      <p:sp>
        <p:nvSpPr>
          <p:cNvPr id="9" name="TextBox 8">
            <a:extLst>
              <a:ext uri="{FF2B5EF4-FFF2-40B4-BE49-F238E27FC236}">
                <a16:creationId xmlns:a16="http://schemas.microsoft.com/office/drawing/2014/main" id="{E7FCB3BE-14D6-B355-5659-8407F16ED255}"/>
              </a:ext>
            </a:extLst>
          </p:cNvPr>
          <p:cNvSpPr txBox="1"/>
          <p:nvPr/>
        </p:nvSpPr>
        <p:spPr>
          <a:xfrm>
            <a:off x="277292" y="955655"/>
            <a:ext cx="11637415" cy="1815882"/>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Normally, the following two types of reviews are carried out on the code of a module:</a:t>
            </a:r>
          </a:p>
          <a:p>
            <a:pPr marL="514350" indent="-514350" algn="just">
              <a:buAutoNum type="arabicPeriod"/>
            </a:pPr>
            <a:r>
              <a:rPr lang="en-IN" sz="2800" dirty="0">
                <a:latin typeface="Times New Roman" panose="02020603050405020304" pitchFamily="18" charset="0"/>
                <a:cs typeface="Times New Roman" panose="02020603050405020304" pitchFamily="18" charset="0"/>
              </a:rPr>
              <a:t>Code inspection </a:t>
            </a:r>
          </a:p>
          <a:p>
            <a:pPr marL="514350" indent="-514350" algn="just">
              <a:buAutoNum type="arabicPeriod"/>
            </a:pPr>
            <a:r>
              <a:rPr lang="en-IN" sz="2800" dirty="0">
                <a:latin typeface="Times New Roman" panose="02020603050405020304" pitchFamily="18" charset="0"/>
                <a:cs typeface="Times New Roman" panose="02020603050405020304" pitchFamily="18" charset="0"/>
              </a:rPr>
              <a:t>Code walkthrough.</a:t>
            </a:r>
          </a:p>
        </p:txBody>
      </p:sp>
    </p:spTree>
    <p:extLst>
      <p:ext uri="{BB962C8B-B14F-4D97-AF65-F5344CB8AC3E}">
        <p14:creationId xmlns:p14="http://schemas.microsoft.com/office/powerpoint/2010/main" val="1073414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3B553-6B24-78F6-CDF5-AC038CB2CC3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EDEBCAC-6A15-8620-91B7-26EEF7B7D4A0}"/>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9ADD9EC0-7FB0-A6CF-98F6-8E3A7C990ADD}"/>
              </a:ext>
            </a:extLst>
          </p:cNvPr>
          <p:cNvSpPr txBox="1"/>
          <p:nvPr/>
        </p:nvSpPr>
        <p:spPr>
          <a:xfrm>
            <a:off x="2476881" y="97522"/>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CODE REVIEW</a:t>
            </a:r>
          </a:p>
        </p:txBody>
      </p:sp>
      <p:sp>
        <p:nvSpPr>
          <p:cNvPr id="9" name="TextBox 8">
            <a:extLst>
              <a:ext uri="{FF2B5EF4-FFF2-40B4-BE49-F238E27FC236}">
                <a16:creationId xmlns:a16="http://schemas.microsoft.com/office/drawing/2014/main" id="{D4F7861E-09C0-F533-F729-B72491F39001}"/>
              </a:ext>
            </a:extLst>
          </p:cNvPr>
          <p:cNvSpPr txBox="1"/>
          <p:nvPr/>
        </p:nvSpPr>
        <p:spPr>
          <a:xfrm>
            <a:off x="249783" y="700257"/>
            <a:ext cx="11637415" cy="461665"/>
          </a:xfrm>
          <a:prstGeom prst="rect">
            <a:avLst/>
          </a:prstGeom>
          <a:noFill/>
        </p:spPr>
        <p:txBody>
          <a:bodyPr wrap="square">
            <a:spAutoFit/>
          </a:bodyPr>
          <a:lstStyle/>
          <a:p>
            <a:pPr marL="514350" indent="-514350" algn="just">
              <a:buAutoNum type="arabicPeriod"/>
            </a:pPr>
            <a:r>
              <a:rPr lang="en-IN" sz="2400" b="1" dirty="0">
                <a:latin typeface="Times New Roman" panose="02020603050405020304" pitchFamily="18" charset="0"/>
                <a:cs typeface="Times New Roman" panose="02020603050405020304" pitchFamily="18" charset="0"/>
              </a:rPr>
              <a:t>Code inspection </a:t>
            </a:r>
          </a:p>
        </p:txBody>
      </p:sp>
      <p:pic>
        <p:nvPicPr>
          <p:cNvPr id="5" name="Picture 4">
            <a:extLst>
              <a:ext uri="{FF2B5EF4-FFF2-40B4-BE49-F238E27FC236}">
                <a16:creationId xmlns:a16="http://schemas.microsoft.com/office/drawing/2014/main" id="{05CB6022-4120-CAE0-94F7-AAA561925855}"/>
              </a:ext>
            </a:extLst>
          </p:cNvPr>
          <p:cNvPicPr>
            <a:picLocks noChangeAspect="1"/>
          </p:cNvPicPr>
          <p:nvPr/>
        </p:nvPicPr>
        <p:blipFill>
          <a:blip r:embed="rId3"/>
          <a:stretch>
            <a:fillRect/>
          </a:stretch>
        </p:blipFill>
        <p:spPr>
          <a:xfrm>
            <a:off x="92946" y="1298995"/>
            <a:ext cx="11637415" cy="877277"/>
          </a:xfrm>
          <a:prstGeom prst="rect">
            <a:avLst/>
          </a:prstGeom>
        </p:spPr>
      </p:pic>
      <p:sp>
        <p:nvSpPr>
          <p:cNvPr id="10" name="TextBox 9">
            <a:extLst>
              <a:ext uri="{FF2B5EF4-FFF2-40B4-BE49-F238E27FC236}">
                <a16:creationId xmlns:a16="http://schemas.microsoft.com/office/drawing/2014/main" id="{F3259BD3-404B-0676-7600-5B0369196865}"/>
              </a:ext>
            </a:extLst>
          </p:cNvPr>
          <p:cNvSpPr txBox="1"/>
          <p:nvPr/>
        </p:nvSpPr>
        <p:spPr>
          <a:xfrm>
            <a:off x="295334" y="2130465"/>
            <a:ext cx="11435027" cy="4693593"/>
          </a:xfrm>
          <a:prstGeom prst="rect">
            <a:avLst/>
          </a:prstGeom>
          <a:noFill/>
        </p:spPr>
        <p:txBody>
          <a:bodyPr wrap="square">
            <a:spAutoFit/>
          </a:bodyPr>
          <a:lstStyle/>
          <a:p>
            <a:pPr algn="just"/>
            <a:r>
              <a:rPr lang="en-US" sz="2300" dirty="0">
                <a:latin typeface="Times New Roman" panose="02020603050405020304" pitchFamily="18" charset="0"/>
                <a:cs typeface="Times New Roman" panose="02020603050405020304" pitchFamily="18" charset="0"/>
              </a:rPr>
              <a:t>Following is a list of some classical programming errors which can be checked during code inspection: </a:t>
            </a:r>
          </a:p>
          <a:p>
            <a:pPr marL="457200" indent="-45720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Use of </a:t>
            </a:r>
            <a:r>
              <a:rPr lang="en-US" sz="2300" dirty="0" err="1">
                <a:latin typeface="Times New Roman" panose="02020603050405020304" pitchFamily="18" charset="0"/>
                <a:cs typeface="Times New Roman" panose="02020603050405020304" pitchFamily="18" charset="0"/>
              </a:rPr>
              <a:t>uninitialised</a:t>
            </a:r>
            <a:r>
              <a:rPr lang="en-US" sz="2300" dirty="0">
                <a:latin typeface="Times New Roman" panose="02020603050405020304" pitchFamily="18" charset="0"/>
                <a:cs typeface="Times New Roman" panose="02020603050405020304" pitchFamily="18" charset="0"/>
              </a:rPr>
              <a:t> variables. </a:t>
            </a:r>
          </a:p>
          <a:p>
            <a:pPr marL="457200" indent="-45720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Jumps into loops. </a:t>
            </a:r>
          </a:p>
          <a:p>
            <a:pPr marL="457200" indent="-45720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Non-terminating loops. </a:t>
            </a:r>
          </a:p>
          <a:p>
            <a:pPr marL="457200" indent="-45720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Incompatible assignments. </a:t>
            </a:r>
          </a:p>
          <a:p>
            <a:pPr marL="457200" indent="-45720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Array indices out of bounds. </a:t>
            </a:r>
          </a:p>
          <a:p>
            <a:pPr marL="457200" indent="-45720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Improper storage allocation and deallocation. </a:t>
            </a:r>
          </a:p>
          <a:p>
            <a:pPr marL="457200" indent="-45720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Mismatch between actual and formal parameter in procedure calls. </a:t>
            </a:r>
          </a:p>
          <a:p>
            <a:pPr marL="457200" indent="-45720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Use of incorrect logical operators or incorrect precedence among operators. </a:t>
            </a:r>
          </a:p>
          <a:p>
            <a:pPr marL="457200" indent="-45720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Improper modification of loop variables. </a:t>
            </a:r>
          </a:p>
          <a:p>
            <a:pPr marL="457200" indent="-45720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Comparison of equality of floating point values. </a:t>
            </a:r>
          </a:p>
          <a:p>
            <a:pPr marL="457200" indent="-457200" algn="just">
              <a:buFont typeface="Arial" panose="020B0604020202020204" pitchFamily="34" charset="0"/>
              <a:buChar char="•"/>
            </a:pPr>
            <a:r>
              <a:rPr lang="en-US" sz="2300" dirty="0">
                <a:latin typeface="Times New Roman" panose="02020603050405020304" pitchFamily="18" charset="0"/>
                <a:cs typeface="Times New Roman" panose="02020603050405020304" pitchFamily="18" charset="0"/>
              </a:rPr>
              <a:t>Dangling reference caused when the referenced memory has not been allocated. </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4196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F9F7E-9F83-9984-E484-5C1173ABF37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1CF344A-21CF-B161-8AB4-EE42548FA0DE}"/>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37D56439-56D1-5CAD-B6AF-1D45FC3A93EF}"/>
              </a:ext>
            </a:extLst>
          </p:cNvPr>
          <p:cNvSpPr txBox="1"/>
          <p:nvPr/>
        </p:nvSpPr>
        <p:spPr>
          <a:xfrm>
            <a:off x="2476881" y="97522"/>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CODE REVIEW</a:t>
            </a:r>
          </a:p>
        </p:txBody>
      </p:sp>
      <p:sp>
        <p:nvSpPr>
          <p:cNvPr id="9" name="TextBox 8">
            <a:extLst>
              <a:ext uri="{FF2B5EF4-FFF2-40B4-BE49-F238E27FC236}">
                <a16:creationId xmlns:a16="http://schemas.microsoft.com/office/drawing/2014/main" id="{96B594AA-3845-E60C-E2BE-9087BB2A4CDA}"/>
              </a:ext>
            </a:extLst>
          </p:cNvPr>
          <p:cNvSpPr txBox="1"/>
          <p:nvPr/>
        </p:nvSpPr>
        <p:spPr>
          <a:xfrm>
            <a:off x="249784" y="855071"/>
            <a:ext cx="11637415" cy="523220"/>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2. Code walkthrough</a:t>
            </a:r>
          </a:p>
        </p:txBody>
      </p:sp>
      <p:pic>
        <p:nvPicPr>
          <p:cNvPr id="7" name="Picture 6">
            <a:extLst>
              <a:ext uri="{FF2B5EF4-FFF2-40B4-BE49-F238E27FC236}">
                <a16:creationId xmlns:a16="http://schemas.microsoft.com/office/drawing/2014/main" id="{4E23596F-FD64-8DD3-00FF-EAD5D569C8F8}"/>
              </a:ext>
            </a:extLst>
          </p:cNvPr>
          <p:cNvPicPr>
            <a:picLocks noChangeAspect="1"/>
          </p:cNvPicPr>
          <p:nvPr/>
        </p:nvPicPr>
        <p:blipFill>
          <a:blip r:embed="rId3"/>
          <a:stretch>
            <a:fillRect/>
          </a:stretch>
        </p:blipFill>
        <p:spPr>
          <a:xfrm>
            <a:off x="249784" y="1378292"/>
            <a:ext cx="11637415" cy="831260"/>
          </a:xfrm>
          <a:prstGeom prst="rect">
            <a:avLst/>
          </a:prstGeom>
        </p:spPr>
      </p:pic>
      <p:sp>
        <p:nvSpPr>
          <p:cNvPr id="10" name="TextBox 9">
            <a:extLst>
              <a:ext uri="{FF2B5EF4-FFF2-40B4-BE49-F238E27FC236}">
                <a16:creationId xmlns:a16="http://schemas.microsoft.com/office/drawing/2014/main" id="{80B04F1D-B289-3EE8-C7F8-CC0594B83B5F}"/>
              </a:ext>
            </a:extLst>
          </p:cNvPr>
          <p:cNvSpPr txBox="1"/>
          <p:nvPr/>
        </p:nvSpPr>
        <p:spPr>
          <a:xfrm>
            <a:off x="588112" y="2417124"/>
            <a:ext cx="11152783" cy="3970318"/>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Some of these guidelines are following: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team performing code walkthrough should not be either too big or too small. Ideally, it should consist of between three to seven members.</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Discussions should focus on discovery of errors and avoid deliberations on how to fix the discovered errors.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order to foster co-operation and to avoid the feeling among the engineers that they are being watched and evaluated in the code walkthrough meetings, managers should not attend the walkthrough meetings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5302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7D5E7-9BD4-D3C8-29CB-1EE82C917E9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F75EDC5-E9E3-783C-6BC6-C960179D031D}"/>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D96D5A8F-24B5-C6A5-C525-1084FF447AC2}"/>
              </a:ext>
            </a:extLst>
          </p:cNvPr>
          <p:cNvSpPr txBox="1"/>
          <p:nvPr/>
        </p:nvSpPr>
        <p:spPr>
          <a:xfrm>
            <a:off x="2476881" y="97522"/>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SOFTWARE DOCUMENTATION</a:t>
            </a:r>
          </a:p>
        </p:txBody>
      </p:sp>
      <p:sp>
        <p:nvSpPr>
          <p:cNvPr id="9" name="TextBox 8">
            <a:extLst>
              <a:ext uri="{FF2B5EF4-FFF2-40B4-BE49-F238E27FC236}">
                <a16:creationId xmlns:a16="http://schemas.microsoft.com/office/drawing/2014/main" id="{C4F97F36-5711-CD85-DC50-0D39AFE6EAC2}"/>
              </a:ext>
            </a:extLst>
          </p:cNvPr>
          <p:cNvSpPr txBox="1"/>
          <p:nvPr/>
        </p:nvSpPr>
        <p:spPr>
          <a:xfrm>
            <a:off x="249784" y="855071"/>
            <a:ext cx="11637415" cy="4832092"/>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Documents such as users’ manual, software requirements specification (SRS) document, design document, test document, installation manual, etc., are developed as part of the software engineering process. </a:t>
            </a:r>
          </a:p>
          <a:p>
            <a:pPr algn="just"/>
            <a:endParaRPr lang="en-US"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Good documents help enhance understandability of code.</a:t>
            </a:r>
            <a:endParaRPr lang="en-US"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Documents help the users to understand and effectively use the system</a:t>
            </a:r>
            <a:r>
              <a:rPr lang="en-US" sz="2800" b="1" dirty="0">
                <a:latin typeface="Times New Roman" panose="02020603050405020304" pitchFamily="18" charset="0"/>
                <a:cs typeface="Times New Roman" panose="02020603050405020304" pitchFamily="18" charset="0"/>
              </a:rPr>
              <a:t>.</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Good documents help to effectively tackle the manpower turnover problem.</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Production of good documents helps the manager to effectively track the progress of the project.</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Different types of software documents can broadly be classified into the following:</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FA181CD-25E3-E220-FB38-175FD173BAEC}"/>
              </a:ext>
            </a:extLst>
          </p:cNvPr>
          <p:cNvPicPr>
            <a:picLocks noChangeAspect="1"/>
          </p:cNvPicPr>
          <p:nvPr/>
        </p:nvPicPr>
        <p:blipFill>
          <a:blip r:embed="rId3"/>
          <a:stretch>
            <a:fillRect/>
          </a:stretch>
        </p:blipFill>
        <p:spPr>
          <a:xfrm>
            <a:off x="2005662" y="5339916"/>
            <a:ext cx="10009554" cy="1353492"/>
          </a:xfrm>
          <a:prstGeom prst="rect">
            <a:avLst/>
          </a:prstGeom>
        </p:spPr>
      </p:pic>
    </p:spTree>
    <p:extLst>
      <p:ext uri="{BB962C8B-B14F-4D97-AF65-F5344CB8AC3E}">
        <p14:creationId xmlns:p14="http://schemas.microsoft.com/office/powerpoint/2010/main" val="3429696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CBDB5-B4C1-E215-4CF2-4D70E16C5BD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8A5AC40-527C-D24D-2471-C7D15B52076B}"/>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51BCB291-D3D9-C641-5CAA-EAB10F4E4A25}"/>
              </a:ext>
            </a:extLst>
          </p:cNvPr>
          <p:cNvSpPr txBox="1"/>
          <p:nvPr/>
        </p:nvSpPr>
        <p:spPr>
          <a:xfrm>
            <a:off x="2476881" y="97522"/>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SOFTWARE DOCUMENTATION</a:t>
            </a:r>
          </a:p>
        </p:txBody>
      </p:sp>
      <p:sp>
        <p:nvSpPr>
          <p:cNvPr id="9" name="TextBox 8">
            <a:extLst>
              <a:ext uri="{FF2B5EF4-FFF2-40B4-BE49-F238E27FC236}">
                <a16:creationId xmlns:a16="http://schemas.microsoft.com/office/drawing/2014/main" id="{399C3A45-5600-6DEB-D73C-68A1BFE6074C}"/>
              </a:ext>
            </a:extLst>
          </p:cNvPr>
          <p:cNvSpPr txBox="1"/>
          <p:nvPr/>
        </p:nvSpPr>
        <p:spPr>
          <a:xfrm>
            <a:off x="249784" y="855071"/>
            <a:ext cx="11637415" cy="4832092"/>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Internal Documentation</a:t>
            </a:r>
          </a:p>
          <a:p>
            <a:pPr algn="just"/>
            <a:r>
              <a:rPr lang="en-US" sz="2800" dirty="0">
                <a:latin typeface="Times New Roman" panose="02020603050405020304" pitchFamily="18" charset="0"/>
                <a:cs typeface="Times New Roman" panose="02020603050405020304" pitchFamily="18" charset="0"/>
              </a:rPr>
              <a:t>Internal documentation is the code comprehension features provided in the source code itself.</a:t>
            </a:r>
            <a:endParaRPr lang="en-IN"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important types of internal documentation are the following: </a:t>
            </a: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Comments embedded in the source code.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 of meaningful variable names.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Module and function headers.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Code indentation</a:t>
            </a: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Code structuring (i.e., code decomposed into modules and functions).</a:t>
            </a: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 of constant identifiers.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 of user-defined data types.</a:t>
            </a:r>
            <a:endParaRPr lang="en-IN" sz="28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6958A61-19BF-970F-236D-426AB2AB4C17}"/>
              </a:ext>
            </a:extLst>
          </p:cNvPr>
          <p:cNvPicPr>
            <a:picLocks noChangeAspect="1"/>
          </p:cNvPicPr>
          <p:nvPr/>
        </p:nvPicPr>
        <p:blipFill>
          <a:blip r:embed="rId3"/>
          <a:stretch>
            <a:fillRect/>
          </a:stretch>
        </p:blipFill>
        <p:spPr>
          <a:xfrm>
            <a:off x="1420740" y="5830338"/>
            <a:ext cx="10274436" cy="847106"/>
          </a:xfrm>
          <a:prstGeom prst="rect">
            <a:avLst/>
          </a:prstGeom>
        </p:spPr>
      </p:pic>
    </p:spTree>
    <p:extLst>
      <p:ext uri="{BB962C8B-B14F-4D97-AF65-F5344CB8AC3E}">
        <p14:creationId xmlns:p14="http://schemas.microsoft.com/office/powerpoint/2010/main" val="1316734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C865D-FA26-5D2D-A852-523458BCBD0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2246DF6-91BC-84C6-4D6E-5910DB550238}"/>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D4FE7928-1436-C0DE-D7F7-FBFE8026E89F}"/>
              </a:ext>
            </a:extLst>
          </p:cNvPr>
          <p:cNvSpPr txBox="1"/>
          <p:nvPr/>
        </p:nvSpPr>
        <p:spPr>
          <a:xfrm>
            <a:off x="2476881" y="97522"/>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SOFTWARE DOCUMENTATION</a:t>
            </a:r>
          </a:p>
        </p:txBody>
      </p:sp>
      <p:sp>
        <p:nvSpPr>
          <p:cNvPr id="9" name="TextBox 8">
            <a:extLst>
              <a:ext uri="{FF2B5EF4-FFF2-40B4-BE49-F238E27FC236}">
                <a16:creationId xmlns:a16="http://schemas.microsoft.com/office/drawing/2014/main" id="{B14D0978-E6CD-2B1C-376A-699DCD3D56ED}"/>
              </a:ext>
            </a:extLst>
          </p:cNvPr>
          <p:cNvSpPr txBox="1"/>
          <p:nvPr/>
        </p:nvSpPr>
        <p:spPr>
          <a:xfrm>
            <a:off x="249784" y="855071"/>
            <a:ext cx="11637415" cy="5262979"/>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External Documentation</a:t>
            </a:r>
          </a:p>
          <a:p>
            <a:pPr algn="just"/>
            <a:endParaRPr lang="en-IN"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External documentation is provided through various types of supporting documents such as users’ manual, software requirements specification document, design document, test document, etc.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 systematic software development style ensures that all these documents are of good quality and are produced in an orderly fashion.</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An important feature that is required of any good external documentation is consistency with the code. If the different documents are not consistent, a lot of confusion is created for somebody trying to understand the software.</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9795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60B9F-C5B2-A0BC-BAF6-0C792708E34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CEE1C83-E1F0-7495-9D06-7DABE8AC1D7C}"/>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161CA391-647F-89B6-3232-36720A0861C0}"/>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TESTING</a:t>
            </a:r>
          </a:p>
        </p:txBody>
      </p:sp>
      <p:sp>
        <p:nvSpPr>
          <p:cNvPr id="9" name="TextBox 8">
            <a:extLst>
              <a:ext uri="{FF2B5EF4-FFF2-40B4-BE49-F238E27FC236}">
                <a16:creationId xmlns:a16="http://schemas.microsoft.com/office/drawing/2014/main" id="{785B0B5D-61F1-3C1C-02E0-DE155FC053D7}"/>
              </a:ext>
            </a:extLst>
          </p:cNvPr>
          <p:cNvSpPr txBox="1"/>
          <p:nvPr/>
        </p:nvSpPr>
        <p:spPr>
          <a:xfrm>
            <a:off x="277292" y="635724"/>
            <a:ext cx="11637415" cy="6124754"/>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 aim of program testing is to help </a:t>
            </a:r>
            <a:r>
              <a:rPr lang="en-US" sz="2800" dirty="0" err="1">
                <a:latin typeface="Times New Roman" panose="02020603050405020304" pitchFamily="18" charset="0"/>
                <a:cs typeface="Times New Roman" panose="02020603050405020304" pitchFamily="18" charset="0"/>
              </a:rPr>
              <a:t>realise</a:t>
            </a:r>
            <a:r>
              <a:rPr lang="en-US" sz="2800" dirty="0">
                <a:latin typeface="Times New Roman" panose="02020603050405020304" pitchFamily="18" charset="0"/>
                <a:cs typeface="Times New Roman" panose="02020603050405020304" pitchFamily="18" charset="0"/>
              </a:rPr>
              <a:t> and identify all defects in a program.</a:t>
            </a:r>
          </a:p>
          <a:p>
            <a:pPr algn="just"/>
            <a:endParaRPr lang="en-US"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Basic Terminologies</a:t>
            </a:r>
          </a:p>
          <a:p>
            <a:pPr algn="just"/>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mistake</a:t>
            </a:r>
            <a:r>
              <a:rPr lang="en-US" sz="2800" dirty="0">
                <a:latin typeface="Times New Roman" panose="02020603050405020304" pitchFamily="18" charset="0"/>
                <a:cs typeface="Times New Roman" panose="02020603050405020304" pitchFamily="18" charset="0"/>
              </a:rPr>
              <a:t> is essentially any programmer action </a:t>
            </a:r>
          </a:p>
          <a:p>
            <a:pPr algn="just"/>
            <a:r>
              <a:rPr lang="en-US" sz="2800" dirty="0">
                <a:latin typeface="Times New Roman" panose="02020603050405020304" pitchFamily="18" charset="0"/>
                <a:cs typeface="Times New Roman" panose="02020603050405020304" pitchFamily="18" charset="0"/>
              </a:rPr>
              <a:t>that later shows up as an incorrect result during </a:t>
            </a:r>
          </a:p>
          <a:p>
            <a:pPr algn="just"/>
            <a:r>
              <a:rPr lang="en-US" sz="2800" dirty="0">
                <a:latin typeface="Times New Roman" panose="02020603050405020304" pitchFamily="18" charset="0"/>
                <a:cs typeface="Times New Roman" panose="02020603050405020304" pitchFamily="18" charset="0"/>
              </a:rPr>
              <a:t>program execution.</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An </a:t>
            </a:r>
            <a:r>
              <a:rPr lang="en-US" sz="2800" b="1" dirty="0">
                <a:latin typeface="Times New Roman" panose="02020603050405020304" pitchFamily="18" charset="0"/>
                <a:cs typeface="Times New Roman" panose="02020603050405020304" pitchFamily="18" charset="0"/>
              </a:rPr>
              <a:t>error</a:t>
            </a:r>
            <a:r>
              <a:rPr lang="en-US" sz="2800" dirty="0">
                <a:latin typeface="Times New Roman" panose="02020603050405020304" pitchFamily="18" charset="0"/>
                <a:cs typeface="Times New Roman" panose="02020603050405020304" pitchFamily="18" charset="0"/>
              </a:rPr>
              <a:t> is the result of a mistake committed by a developer in any of the development activities.</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failure</a:t>
            </a:r>
            <a:r>
              <a:rPr lang="en-US" sz="2800" dirty="0">
                <a:latin typeface="Times New Roman" panose="02020603050405020304" pitchFamily="18" charset="0"/>
                <a:cs typeface="Times New Roman" panose="02020603050405020304" pitchFamily="18" charset="0"/>
              </a:rPr>
              <a:t> of a program essentially denotes an incorrect </a:t>
            </a:r>
            <a:r>
              <a:rPr lang="en-US" sz="2800" dirty="0" err="1">
                <a:latin typeface="Times New Roman" panose="02020603050405020304" pitchFamily="18" charset="0"/>
                <a:cs typeface="Times New Roman" panose="02020603050405020304" pitchFamily="18" charset="0"/>
              </a:rPr>
              <a:t>behaviour</a:t>
            </a:r>
            <a:r>
              <a:rPr lang="en-US" sz="2800" dirty="0">
                <a:latin typeface="Times New Roman" panose="02020603050405020304" pitchFamily="18" charset="0"/>
                <a:cs typeface="Times New Roman" panose="02020603050405020304" pitchFamily="18" charset="0"/>
              </a:rPr>
              <a:t> exhibited by the program during its execution. </a:t>
            </a:r>
            <a:endParaRPr lang="en-IN"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A4F73F2-2D0D-28EC-C097-2541E5ACF0ED}"/>
              </a:ext>
            </a:extLst>
          </p:cNvPr>
          <p:cNvPicPr>
            <a:picLocks noChangeAspect="1"/>
          </p:cNvPicPr>
          <p:nvPr/>
        </p:nvPicPr>
        <p:blipFill>
          <a:blip r:embed="rId3"/>
          <a:stretch>
            <a:fillRect/>
          </a:stretch>
        </p:blipFill>
        <p:spPr>
          <a:xfrm>
            <a:off x="7955066" y="1675179"/>
            <a:ext cx="3900113" cy="1644093"/>
          </a:xfrm>
          <a:prstGeom prst="rect">
            <a:avLst/>
          </a:prstGeom>
        </p:spPr>
      </p:pic>
    </p:spTree>
    <p:extLst>
      <p:ext uri="{BB962C8B-B14F-4D97-AF65-F5344CB8AC3E}">
        <p14:creationId xmlns:p14="http://schemas.microsoft.com/office/powerpoint/2010/main" val="1044837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FE63F-230F-9A1A-332B-41574BC25AA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3869258-306C-95CA-086E-123B3E413F37}"/>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CF2B4CD3-C893-2B0D-8D1B-2E05AA0CD861}"/>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TESTING</a:t>
            </a:r>
          </a:p>
        </p:txBody>
      </p:sp>
      <p:sp>
        <p:nvSpPr>
          <p:cNvPr id="9" name="TextBox 8">
            <a:extLst>
              <a:ext uri="{FF2B5EF4-FFF2-40B4-BE49-F238E27FC236}">
                <a16:creationId xmlns:a16="http://schemas.microsoft.com/office/drawing/2014/main" id="{1DE8D03D-96BD-7228-18C5-EDC7BA285CBA}"/>
              </a:ext>
            </a:extLst>
          </p:cNvPr>
          <p:cNvSpPr txBox="1"/>
          <p:nvPr/>
        </p:nvSpPr>
        <p:spPr>
          <a:xfrm>
            <a:off x="277292" y="635724"/>
            <a:ext cx="11637415" cy="6124754"/>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test scenario </a:t>
            </a:r>
            <a:r>
              <a:rPr lang="en-US" sz="2800" dirty="0">
                <a:latin typeface="Times New Roman" panose="02020603050405020304" pitchFamily="18" charset="0"/>
                <a:cs typeface="Times New Roman" panose="02020603050405020304" pitchFamily="18" charset="0"/>
              </a:rPr>
              <a:t>is an abstract test case in the sense that it only identifies the aspects of the program that are to be tested without identifying the input, state, or output.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test case </a:t>
            </a:r>
            <a:r>
              <a:rPr lang="en-US" sz="2800" dirty="0">
                <a:latin typeface="Times New Roman" panose="02020603050405020304" pitchFamily="18" charset="0"/>
                <a:cs typeface="Times New Roman" panose="02020603050405020304" pitchFamily="18" charset="0"/>
              </a:rPr>
              <a:t>can be said to be an implementation of a test scenario.</a:t>
            </a:r>
          </a:p>
          <a:p>
            <a:pPr algn="just"/>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test script </a:t>
            </a:r>
            <a:r>
              <a:rPr lang="en-US" sz="2800" dirty="0">
                <a:latin typeface="Times New Roman" panose="02020603050405020304" pitchFamily="18" charset="0"/>
                <a:cs typeface="Times New Roman" panose="02020603050405020304" pitchFamily="18" charset="0"/>
              </a:rPr>
              <a:t>is an encoding of a test case as a short program.</a:t>
            </a:r>
            <a:endParaRPr lang="en-US" sz="2800" b="1" dirty="0">
              <a:latin typeface="Times New Roman" panose="02020603050405020304" pitchFamily="18" charset="0"/>
              <a:cs typeface="Times New Roman" panose="02020603050405020304" pitchFamily="18" charset="0"/>
            </a:endParaRPr>
          </a:p>
          <a:p>
            <a:pPr algn="just"/>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test suite </a:t>
            </a:r>
            <a:r>
              <a:rPr lang="en-US" sz="2800" dirty="0">
                <a:latin typeface="Times New Roman" panose="02020603050405020304" pitchFamily="18" charset="0"/>
                <a:cs typeface="Times New Roman" panose="02020603050405020304" pitchFamily="18" charset="0"/>
              </a:rPr>
              <a:t>is the set of all test that have been designed by a tester to test a given program. </a:t>
            </a:r>
            <a:endParaRPr lang="en-US" sz="2800" b="1" dirty="0">
              <a:latin typeface="Times New Roman" panose="02020603050405020304" pitchFamily="18" charset="0"/>
              <a:cs typeface="Times New Roman" panose="02020603050405020304" pitchFamily="18" charset="0"/>
            </a:endParaRPr>
          </a:p>
          <a:p>
            <a:pPr algn="just"/>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Testability</a:t>
            </a:r>
            <a:r>
              <a:rPr lang="en-US" sz="2800" dirty="0">
                <a:latin typeface="Times New Roman" panose="02020603050405020304" pitchFamily="18" charset="0"/>
                <a:cs typeface="Times New Roman" panose="02020603050405020304" pitchFamily="18" charset="0"/>
              </a:rPr>
              <a:t> of a requirement denotes the extent to which it is possible to determine whether an implementation of the requirement conforms to it in both functionality and performance.</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643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201A9-9931-157C-53AA-F62FF92AE12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6789568-29D8-E957-ACD3-0FA559624D0E}"/>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17A0A400-4E46-4055-3B3E-261E12A88CD3}"/>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TESTING</a:t>
            </a:r>
          </a:p>
        </p:txBody>
      </p:sp>
      <p:sp>
        <p:nvSpPr>
          <p:cNvPr id="9" name="TextBox 8">
            <a:extLst>
              <a:ext uri="{FF2B5EF4-FFF2-40B4-BE49-F238E27FC236}">
                <a16:creationId xmlns:a16="http://schemas.microsoft.com/office/drawing/2014/main" id="{44895FE4-F73E-3222-35B5-88F4E2E750EE}"/>
              </a:ext>
            </a:extLst>
          </p:cNvPr>
          <p:cNvSpPr txBox="1"/>
          <p:nvPr/>
        </p:nvSpPr>
        <p:spPr>
          <a:xfrm>
            <a:off x="277292" y="635724"/>
            <a:ext cx="11637415" cy="6124754"/>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test scenario </a:t>
            </a:r>
            <a:r>
              <a:rPr lang="en-US" sz="2800" dirty="0">
                <a:latin typeface="Times New Roman" panose="02020603050405020304" pitchFamily="18" charset="0"/>
                <a:cs typeface="Times New Roman" panose="02020603050405020304" pitchFamily="18" charset="0"/>
              </a:rPr>
              <a:t>is an abstract test case in the sense that it only identifies the aspects of the program that are to be tested without identifying the input, state, or output.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test case </a:t>
            </a:r>
            <a:r>
              <a:rPr lang="en-US" sz="2800" dirty="0">
                <a:latin typeface="Times New Roman" panose="02020603050405020304" pitchFamily="18" charset="0"/>
                <a:cs typeface="Times New Roman" panose="02020603050405020304" pitchFamily="18" charset="0"/>
              </a:rPr>
              <a:t>can be said to be an implementation of a test scenario.</a:t>
            </a:r>
          </a:p>
          <a:p>
            <a:pPr algn="just"/>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test script </a:t>
            </a:r>
            <a:r>
              <a:rPr lang="en-US" sz="2800" dirty="0">
                <a:latin typeface="Times New Roman" panose="02020603050405020304" pitchFamily="18" charset="0"/>
                <a:cs typeface="Times New Roman" panose="02020603050405020304" pitchFamily="18" charset="0"/>
              </a:rPr>
              <a:t>is an encoding of a test case as a short program.</a:t>
            </a:r>
            <a:endParaRPr lang="en-US" sz="2800" b="1" dirty="0">
              <a:latin typeface="Times New Roman" panose="02020603050405020304" pitchFamily="18" charset="0"/>
              <a:cs typeface="Times New Roman" panose="02020603050405020304" pitchFamily="18" charset="0"/>
            </a:endParaRPr>
          </a:p>
          <a:p>
            <a:pPr algn="just"/>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test suite </a:t>
            </a:r>
            <a:r>
              <a:rPr lang="en-US" sz="2800" dirty="0">
                <a:latin typeface="Times New Roman" panose="02020603050405020304" pitchFamily="18" charset="0"/>
                <a:cs typeface="Times New Roman" panose="02020603050405020304" pitchFamily="18" charset="0"/>
              </a:rPr>
              <a:t>is the set of all test that have been designed by a tester to test a given program. </a:t>
            </a:r>
            <a:endParaRPr lang="en-US" sz="2800" b="1" dirty="0">
              <a:latin typeface="Times New Roman" panose="02020603050405020304" pitchFamily="18" charset="0"/>
              <a:cs typeface="Times New Roman" panose="02020603050405020304" pitchFamily="18" charset="0"/>
            </a:endParaRPr>
          </a:p>
          <a:p>
            <a:pPr algn="just"/>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Testability</a:t>
            </a:r>
            <a:r>
              <a:rPr lang="en-US" sz="2800" dirty="0">
                <a:latin typeface="Times New Roman" panose="02020603050405020304" pitchFamily="18" charset="0"/>
                <a:cs typeface="Times New Roman" panose="02020603050405020304" pitchFamily="18" charset="0"/>
              </a:rPr>
              <a:t> of a requirement denotes the extent to which it is possible to determine whether an implementation of the requirement conforms to it in both functionality and performance.</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6831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ED529-CBBE-D198-E2D2-95E8E5D6192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F057AD8-F526-4E7B-D354-E30AFBD45614}"/>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440D02BF-D706-13EB-3DA7-870D10EBCF66}"/>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TESTING</a:t>
            </a:r>
          </a:p>
        </p:txBody>
      </p:sp>
      <p:pic>
        <p:nvPicPr>
          <p:cNvPr id="5" name="Picture 4">
            <a:extLst>
              <a:ext uri="{FF2B5EF4-FFF2-40B4-BE49-F238E27FC236}">
                <a16:creationId xmlns:a16="http://schemas.microsoft.com/office/drawing/2014/main" id="{D5956F93-3C2B-EC5B-551A-C6E33F606C4E}"/>
              </a:ext>
            </a:extLst>
          </p:cNvPr>
          <p:cNvPicPr>
            <a:picLocks noChangeAspect="1"/>
          </p:cNvPicPr>
          <p:nvPr/>
        </p:nvPicPr>
        <p:blipFill>
          <a:blip r:embed="rId3"/>
          <a:stretch>
            <a:fillRect/>
          </a:stretch>
        </p:blipFill>
        <p:spPr>
          <a:xfrm>
            <a:off x="680544" y="909235"/>
            <a:ext cx="10959767" cy="5686794"/>
          </a:xfrm>
          <a:prstGeom prst="rect">
            <a:avLst/>
          </a:prstGeom>
        </p:spPr>
      </p:pic>
    </p:spTree>
    <p:extLst>
      <p:ext uri="{BB962C8B-B14F-4D97-AF65-F5344CB8AC3E}">
        <p14:creationId xmlns:p14="http://schemas.microsoft.com/office/powerpoint/2010/main" val="3756137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E63D4-2150-A488-E15D-3CE813C1C5F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D9277B0-413B-BA6F-CBB1-5A9E3DB2A704}"/>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6106710A-D4FD-9C0A-B1FD-F1117B37A351}"/>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BLACK-BOX TESTING</a:t>
            </a:r>
          </a:p>
        </p:txBody>
      </p:sp>
      <p:sp>
        <p:nvSpPr>
          <p:cNvPr id="9" name="TextBox 8">
            <a:extLst>
              <a:ext uri="{FF2B5EF4-FFF2-40B4-BE49-F238E27FC236}">
                <a16:creationId xmlns:a16="http://schemas.microsoft.com/office/drawing/2014/main" id="{1217557C-4AC2-D8D7-A022-028D5489F6A5}"/>
              </a:ext>
            </a:extLst>
          </p:cNvPr>
          <p:cNvSpPr txBox="1"/>
          <p:nvPr/>
        </p:nvSpPr>
        <p:spPr>
          <a:xfrm>
            <a:off x="277292" y="774711"/>
            <a:ext cx="11637415" cy="3108543"/>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In black-box testing, test cases are designed from an examination of the input/output values only and </a:t>
            </a:r>
            <a:r>
              <a:rPr lang="en-US" sz="2800" b="1" dirty="0">
                <a:latin typeface="Times New Roman" panose="02020603050405020304" pitchFamily="18" charset="0"/>
                <a:cs typeface="Times New Roman" panose="02020603050405020304" pitchFamily="18" charset="0"/>
              </a:rPr>
              <a:t>no knowledge of design or code is required</a:t>
            </a:r>
            <a:r>
              <a:rPr lang="en-US" sz="2800" dirty="0">
                <a:latin typeface="Times New Roman" panose="02020603050405020304" pitchFamily="18" charset="0"/>
                <a:cs typeface="Times New Roman" panose="02020603050405020304" pitchFamily="18" charset="0"/>
              </a:rPr>
              <a:t>.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following are the two main approaches available to design black box test cases:</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Equivalence class partitioning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Boundary value analysis </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1890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7669A-9AE7-A9F8-1BBF-B420BDDDD4C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0796B67-BF4D-FE05-C3BA-13D2775CEF6A}"/>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48FED6BF-0018-4A34-E386-E4DD2DBD5F1D}"/>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BLACK-BOX TESTING</a:t>
            </a:r>
          </a:p>
        </p:txBody>
      </p:sp>
      <p:sp>
        <p:nvSpPr>
          <p:cNvPr id="9" name="TextBox 8">
            <a:extLst>
              <a:ext uri="{FF2B5EF4-FFF2-40B4-BE49-F238E27FC236}">
                <a16:creationId xmlns:a16="http://schemas.microsoft.com/office/drawing/2014/main" id="{A4C0FA66-A310-2956-A68B-05A0F4A9504B}"/>
              </a:ext>
            </a:extLst>
          </p:cNvPr>
          <p:cNvSpPr txBox="1"/>
          <p:nvPr/>
        </p:nvSpPr>
        <p:spPr>
          <a:xfrm>
            <a:off x="277292" y="774711"/>
            <a:ext cx="11637415" cy="2246769"/>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Equivalence class partitioning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the equivalence class partitioning approach, the domain of input values to the program under test is partitioned into a set of equivalence classes.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partitioning is done such that for every input data belonging to the same equivalence class, the program behaves similarly</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DED2EF6-5F79-8DB1-26B0-2283754600D2}"/>
              </a:ext>
            </a:extLst>
          </p:cNvPr>
          <p:cNvSpPr txBox="1"/>
          <p:nvPr/>
        </p:nvSpPr>
        <p:spPr>
          <a:xfrm>
            <a:off x="225513" y="2996672"/>
            <a:ext cx="11740971" cy="1384995"/>
          </a:xfrm>
          <a:prstGeom prst="rect">
            <a:avLst/>
          </a:prstGeom>
          <a:noFill/>
        </p:spPr>
        <p:txBody>
          <a:bodyPr wrap="square">
            <a:spAutoFit/>
          </a:bodyPr>
          <a:lstStyle/>
          <a:p>
            <a:r>
              <a:rPr lang="en-US" sz="2800" b="1" i="0" dirty="0">
                <a:solidFill>
                  <a:srgbClr val="273239"/>
                </a:solidFill>
                <a:effectLst/>
                <a:latin typeface="Times New Roman" panose="02020603050405020304" pitchFamily="18" charset="0"/>
                <a:cs typeface="Times New Roman" panose="02020603050405020304" pitchFamily="18" charset="0"/>
              </a:rPr>
              <a:t>Example-1:</a:t>
            </a:r>
            <a:r>
              <a:rPr lang="en-US" sz="2800" b="0" i="0" dirty="0">
                <a:solidFill>
                  <a:srgbClr val="273239"/>
                </a:solidFill>
                <a:effectLst/>
                <a:latin typeface="Times New Roman" panose="02020603050405020304" pitchFamily="18" charset="0"/>
                <a:cs typeface="Times New Roman" panose="02020603050405020304" pitchFamily="18" charset="0"/>
              </a:rPr>
              <a:t> </a:t>
            </a:r>
            <a:br>
              <a:rPr lang="en-US" sz="2800" dirty="0">
                <a:latin typeface="Times New Roman" panose="02020603050405020304" pitchFamily="18" charset="0"/>
                <a:cs typeface="Times New Roman" panose="02020603050405020304" pitchFamily="18" charset="0"/>
              </a:rPr>
            </a:br>
            <a:r>
              <a:rPr lang="en-US" sz="2800" b="0" i="0" dirty="0">
                <a:solidFill>
                  <a:srgbClr val="273239"/>
                </a:solidFill>
                <a:effectLst/>
                <a:latin typeface="Times New Roman" panose="02020603050405020304" pitchFamily="18" charset="0"/>
                <a:cs typeface="Times New Roman" panose="02020603050405020304" pitchFamily="18" charset="0"/>
              </a:rPr>
              <a:t>Let us consider an example of any college admission process. There is a college that gives admissions to students based upon their percentage. </a:t>
            </a:r>
            <a:endParaRPr lang="en-IN" sz="28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97B4131-4C34-44EB-60B0-B5ACC32254B0}"/>
              </a:ext>
            </a:extLst>
          </p:cNvPr>
          <p:cNvPicPr>
            <a:picLocks noChangeAspect="1"/>
          </p:cNvPicPr>
          <p:nvPr/>
        </p:nvPicPr>
        <p:blipFill>
          <a:blip r:embed="rId3"/>
          <a:stretch>
            <a:fillRect/>
          </a:stretch>
        </p:blipFill>
        <p:spPr>
          <a:xfrm>
            <a:off x="1521580" y="4381667"/>
            <a:ext cx="9560947" cy="2318007"/>
          </a:xfrm>
          <a:prstGeom prst="rect">
            <a:avLst/>
          </a:prstGeom>
        </p:spPr>
      </p:pic>
    </p:spTree>
    <p:extLst>
      <p:ext uri="{BB962C8B-B14F-4D97-AF65-F5344CB8AC3E}">
        <p14:creationId xmlns:p14="http://schemas.microsoft.com/office/powerpoint/2010/main" val="3981247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D2078-FE71-BC8D-B1A0-F9EF4D5639D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C58B555-19A8-9B0D-79A2-53C8C68528DC}"/>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8B8B52E5-63CD-ABB0-6783-08DCF30FF4CC}"/>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BLACK-BOX TESTING</a:t>
            </a:r>
          </a:p>
        </p:txBody>
      </p:sp>
      <p:sp>
        <p:nvSpPr>
          <p:cNvPr id="5" name="TextBox 4">
            <a:extLst>
              <a:ext uri="{FF2B5EF4-FFF2-40B4-BE49-F238E27FC236}">
                <a16:creationId xmlns:a16="http://schemas.microsoft.com/office/drawing/2014/main" id="{1D36D57D-9227-A432-1BE8-29F812D0114A}"/>
              </a:ext>
            </a:extLst>
          </p:cNvPr>
          <p:cNvSpPr txBox="1"/>
          <p:nvPr/>
        </p:nvSpPr>
        <p:spPr>
          <a:xfrm>
            <a:off x="225514" y="711896"/>
            <a:ext cx="11740971" cy="1384995"/>
          </a:xfrm>
          <a:prstGeom prst="rect">
            <a:avLst/>
          </a:prstGeom>
          <a:noFill/>
        </p:spPr>
        <p:txBody>
          <a:bodyPr wrap="square">
            <a:spAutoFit/>
          </a:bodyPr>
          <a:lstStyle/>
          <a:p>
            <a:r>
              <a:rPr lang="en-US" sz="2800" b="1" i="0" dirty="0">
                <a:solidFill>
                  <a:srgbClr val="273239"/>
                </a:solidFill>
                <a:effectLst/>
                <a:latin typeface="Times New Roman" panose="02020603050405020304" pitchFamily="18" charset="0"/>
                <a:cs typeface="Times New Roman" panose="02020603050405020304" pitchFamily="18" charset="0"/>
              </a:rPr>
              <a:t>Example-2:</a:t>
            </a:r>
            <a:r>
              <a:rPr lang="en-US" sz="2800" b="0" i="0" dirty="0">
                <a:solidFill>
                  <a:srgbClr val="273239"/>
                </a:solidFill>
                <a:effectLst/>
                <a:latin typeface="Times New Roman" panose="02020603050405020304" pitchFamily="18" charset="0"/>
                <a:cs typeface="Times New Roman" panose="02020603050405020304" pitchFamily="18" charset="0"/>
              </a:rPr>
              <a:t> </a:t>
            </a:r>
            <a:br>
              <a:rPr lang="en-US" sz="2800" dirty="0">
                <a:latin typeface="Times New Roman" panose="02020603050405020304" pitchFamily="18" charset="0"/>
                <a:cs typeface="Times New Roman" panose="02020603050405020304" pitchFamily="18" charset="0"/>
              </a:rPr>
            </a:br>
            <a:r>
              <a:rPr lang="en-US" sz="2800" b="0" i="0" dirty="0">
                <a:solidFill>
                  <a:srgbClr val="273239"/>
                </a:solidFill>
                <a:effectLst/>
                <a:latin typeface="Times New Roman" panose="02020603050405020304" pitchFamily="18" charset="0"/>
                <a:cs typeface="Times New Roman" panose="02020603050405020304" pitchFamily="18" charset="0"/>
              </a:rPr>
              <a:t>Let us consider a set of products with product IDs and users wants to search for Mobiles. Below is a table of some products with their product Id. </a:t>
            </a:r>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8D778B0-5C32-160D-0194-1F532994BE0E}"/>
              </a:ext>
            </a:extLst>
          </p:cNvPr>
          <p:cNvPicPr>
            <a:picLocks noChangeAspect="1"/>
          </p:cNvPicPr>
          <p:nvPr/>
        </p:nvPicPr>
        <p:blipFill>
          <a:blip r:embed="rId3"/>
          <a:stretch>
            <a:fillRect/>
          </a:stretch>
        </p:blipFill>
        <p:spPr>
          <a:xfrm>
            <a:off x="744794" y="2096891"/>
            <a:ext cx="3305998" cy="4601949"/>
          </a:xfrm>
          <a:prstGeom prst="rect">
            <a:avLst/>
          </a:prstGeom>
        </p:spPr>
      </p:pic>
      <p:pic>
        <p:nvPicPr>
          <p:cNvPr id="10" name="Picture 9">
            <a:extLst>
              <a:ext uri="{FF2B5EF4-FFF2-40B4-BE49-F238E27FC236}">
                <a16:creationId xmlns:a16="http://schemas.microsoft.com/office/drawing/2014/main" id="{6D3DE0A0-27D8-94B2-FD2A-1470802BA1F3}"/>
              </a:ext>
            </a:extLst>
          </p:cNvPr>
          <p:cNvPicPr>
            <a:picLocks noChangeAspect="1"/>
          </p:cNvPicPr>
          <p:nvPr/>
        </p:nvPicPr>
        <p:blipFill>
          <a:blip r:embed="rId4"/>
          <a:stretch>
            <a:fillRect/>
          </a:stretch>
        </p:blipFill>
        <p:spPr>
          <a:xfrm>
            <a:off x="4864370" y="2416111"/>
            <a:ext cx="6254734" cy="3633880"/>
          </a:xfrm>
          <a:prstGeom prst="rect">
            <a:avLst/>
          </a:prstGeom>
        </p:spPr>
      </p:pic>
    </p:spTree>
    <p:extLst>
      <p:ext uri="{BB962C8B-B14F-4D97-AF65-F5344CB8AC3E}">
        <p14:creationId xmlns:p14="http://schemas.microsoft.com/office/powerpoint/2010/main" val="9198220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ACCE0-AC9B-E472-B3A7-048C6CB3BA0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7D24A41-935E-3C29-B781-46ABBADE59FA}"/>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EBA9FB2A-861A-6330-5B8A-0E0A5DCBD237}"/>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BLACK-BOX TESTING</a:t>
            </a:r>
          </a:p>
        </p:txBody>
      </p:sp>
      <p:sp>
        <p:nvSpPr>
          <p:cNvPr id="2" name="TextBox 1">
            <a:extLst>
              <a:ext uri="{FF2B5EF4-FFF2-40B4-BE49-F238E27FC236}">
                <a16:creationId xmlns:a16="http://schemas.microsoft.com/office/drawing/2014/main" id="{1E81A37F-B0E7-3039-86D1-FB6FFA826040}"/>
              </a:ext>
            </a:extLst>
          </p:cNvPr>
          <p:cNvSpPr txBox="1"/>
          <p:nvPr/>
        </p:nvSpPr>
        <p:spPr>
          <a:xfrm>
            <a:off x="277292" y="774711"/>
            <a:ext cx="11637415" cy="3108543"/>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Boundary value analysis</a:t>
            </a:r>
          </a:p>
          <a:p>
            <a:pPr algn="just"/>
            <a:r>
              <a:rPr lang="en-US" sz="2800" dirty="0">
                <a:latin typeface="Times New Roman" panose="02020603050405020304" pitchFamily="18" charset="0"/>
                <a:cs typeface="Times New Roman" panose="02020603050405020304" pitchFamily="18" charset="0"/>
              </a:rPr>
              <a:t>A type of programming error that is frequently committed by programmers is missing out on the special consideration that should be given to the values at the boundaries of different equivalence classes of inputs.</a:t>
            </a:r>
          </a:p>
          <a:p>
            <a:pPr algn="just"/>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For example, programmers may improperly use &lt; instead of &lt;=, or conversely &lt;= for &lt;, etc. </a:t>
            </a:r>
            <a:endParaRPr lang="en-IN" sz="2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FE2D3F2-EFDA-322D-D213-C5388348F8DE}"/>
              </a:ext>
            </a:extLst>
          </p:cNvPr>
          <p:cNvPicPr>
            <a:picLocks noChangeAspect="1"/>
          </p:cNvPicPr>
          <p:nvPr/>
        </p:nvPicPr>
        <p:blipFill>
          <a:blip r:embed="rId3"/>
          <a:stretch>
            <a:fillRect/>
          </a:stretch>
        </p:blipFill>
        <p:spPr>
          <a:xfrm>
            <a:off x="446379" y="4248514"/>
            <a:ext cx="11299240" cy="990997"/>
          </a:xfrm>
          <a:prstGeom prst="rect">
            <a:avLst/>
          </a:prstGeom>
        </p:spPr>
      </p:pic>
    </p:spTree>
    <p:extLst>
      <p:ext uri="{BB962C8B-B14F-4D97-AF65-F5344CB8AC3E}">
        <p14:creationId xmlns:p14="http://schemas.microsoft.com/office/powerpoint/2010/main" val="2254648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9B3AB-6FBF-242D-7F6A-B1E39CD1E15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A1DF446-432D-A9DD-66B5-610830402D8C}"/>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8440B007-7FC5-B5D5-DC3E-C0D5881F4085}"/>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BLACK-BOX TESTING</a:t>
            </a:r>
          </a:p>
        </p:txBody>
      </p:sp>
      <p:sp>
        <p:nvSpPr>
          <p:cNvPr id="2" name="TextBox 1">
            <a:extLst>
              <a:ext uri="{FF2B5EF4-FFF2-40B4-BE49-F238E27FC236}">
                <a16:creationId xmlns:a16="http://schemas.microsoft.com/office/drawing/2014/main" id="{A638ED9F-4D40-5C91-4456-B25539696C77}"/>
              </a:ext>
            </a:extLst>
          </p:cNvPr>
          <p:cNvSpPr txBox="1"/>
          <p:nvPr/>
        </p:nvSpPr>
        <p:spPr>
          <a:xfrm>
            <a:off x="277292" y="774711"/>
            <a:ext cx="11637415" cy="954107"/>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Boundary value analysis</a:t>
            </a:r>
          </a:p>
          <a:p>
            <a:pPr algn="just"/>
            <a:endParaRPr lang="en-US" sz="2800" b="1" dirty="0">
              <a:latin typeface="Times New Roman" panose="02020603050405020304" pitchFamily="18" charset="0"/>
              <a:cs typeface="Times New Roman" panose="02020603050405020304" pitchFamily="18" charset="0"/>
            </a:endParaRPr>
          </a:p>
        </p:txBody>
      </p:sp>
      <p:pic>
        <p:nvPicPr>
          <p:cNvPr id="1026" name="Picture 2" descr="Welcome to the home page of">
            <a:extLst>
              <a:ext uri="{FF2B5EF4-FFF2-40B4-BE49-F238E27FC236}">
                <a16:creationId xmlns:a16="http://schemas.microsoft.com/office/drawing/2014/main" id="{002D1BE9-FCC2-08D8-5192-7550BC5BAB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3961" y="1728818"/>
            <a:ext cx="7677912" cy="43359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7145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CA96A-1186-C976-BAB9-44474E1DAC6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9C067A6-3014-75F6-43E7-CD9FBB2394EB}"/>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8F842BAC-317A-9984-1C8A-510E0086F759}"/>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WHITE-BOX TESTING</a:t>
            </a:r>
          </a:p>
        </p:txBody>
      </p:sp>
      <p:sp>
        <p:nvSpPr>
          <p:cNvPr id="2" name="TextBox 1">
            <a:extLst>
              <a:ext uri="{FF2B5EF4-FFF2-40B4-BE49-F238E27FC236}">
                <a16:creationId xmlns:a16="http://schemas.microsoft.com/office/drawing/2014/main" id="{B90C8ADC-42AC-F6F7-3210-8FECCA034014}"/>
              </a:ext>
            </a:extLst>
          </p:cNvPr>
          <p:cNvSpPr txBox="1"/>
          <p:nvPr/>
        </p:nvSpPr>
        <p:spPr>
          <a:xfrm>
            <a:off x="277292" y="774711"/>
            <a:ext cx="11637415" cy="3970318"/>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White-box testing is an important type of unit testing. </a:t>
            </a:r>
          </a:p>
          <a:p>
            <a:pPr algn="just"/>
            <a:r>
              <a:rPr lang="en-US" sz="2800" b="0" i="0" dirty="0">
                <a:solidFill>
                  <a:srgbClr val="273239"/>
                </a:solidFill>
                <a:effectLst/>
                <a:latin typeface="Times New Roman" panose="02020603050405020304" pitchFamily="18" charset="0"/>
                <a:cs typeface="Times New Roman" panose="02020603050405020304" pitchFamily="18" charset="0"/>
              </a:rPr>
              <a:t>One of the main benefits of white box testing is that it allows for testing every part of an application. To achieve complete code coverage, white box testing uses the following techniques:</a:t>
            </a:r>
          </a:p>
          <a:p>
            <a:pPr marL="514350" indent="-514350" algn="just">
              <a:buFont typeface="+mj-lt"/>
              <a:buAutoNum type="arabicPeriod"/>
            </a:pPr>
            <a:r>
              <a:rPr lang="en-IN" sz="2800" dirty="0">
                <a:latin typeface="Times New Roman" panose="02020603050405020304" pitchFamily="18" charset="0"/>
                <a:cs typeface="Times New Roman" panose="02020603050405020304" pitchFamily="18" charset="0"/>
              </a:rPr>
              <a:t>Statement Coverage</a:t>
            </a:r>
            <a:endParaRPr lang="en-US" sz="2800" dirty="0">
              <a:solidFill>
                <a:srgbClr val="273239"/>
              </a:solidFill>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US" sz="2800" dirty="0">
                <a:solidFill>
                  <a:srgbClr val="273239"/>
                </a:solidFill>
                <a:latin typeface="Times New Roman" panose="02020603050405020304" pitchFamily="18" charset="0"/>
                <a:cs typeface="Times New Roman" panose="02020603050405020304" pitchFamily="18" charset="0"/>
              </a:rPr>
              <a:t>Branch Coverage</a:t>
            </a:r>
          </a:p>
          <a:p>
            <a:pPr marL="514350" indent="-514350" algn="just">
              <a:buFont typeface="+mj-lt"/>
              <a:buAutoNum type="arabicPeriod"/>
            </a:pPr>
            <a:r>
              <a:rPr lang="en-US" sz="2800" dirty="0">
                <a:solidFill>
                  <a:srgbClr val="273239"/>
                </a:solidFill>
                <a:latin typeface="Times New Roman" panose="02020603050405020304" pitchFamily="18" charset="0"/>
                <a:cs typeface="Times New Roman" panose="02020603050405020304" pitchFamily="18" charset="0"/>
              </a:rPr>
              <a:t>Multiple condition coverage</a:t>
            </a:r>
          </a:p>
          <a:p>
            <a:pPr marL="514350" indent="-514350" algn="just">
              <a:buFont typeface="+mj-lt"/>
              <a:buAutoNum type="arabicPeriod"/>
            </a:pPr>
            <a:r>
              <a:rPr lang="en-US" sz="2800" dirty="0">
                <a:solidFill>
                  <a:srgbClr val="273239"/>
                </a:solidFill>
                <a:latin typeface="Times New Roman" panose="02020603050405020304" pitchFamily="18" charset="0"/>
                <a:cs typeface="Times New Roman" panose="02020603050405020304" pitchFamily="18" charset="0"/>
              </a:rPr>
              <a:t>Path Coverage (</a:t>
            </a:r>
            <a:r>
              <a:rPr lang="en-IN" sz="2800" dirty="0">
                <a:latin typeface="Times New Roman" panose="02020603050405020304" pitchFamily="18" charset="0"/>
                <a:cs typeface="Times New Roman" panose="02020603050405020304" pitchFamily="18" charset="0"/>
              </a:rPr>
              <a:t>McCabe’s cyclomatic complexity metric</a:t>
            </a:r>
            <a:r>
              <a:rPr lang="en-US" sz="2800" dirty="0">
                <a:solidFill>
                  <a:srgbClr val="273239"/>
                </a:solidFill>
                <a:latin typeface="Times New Roman" panose="02020603050405020304" pitchFamily="18" charset="0"/>
                <a:cs typeface="Times New Roman" panose="02020603050405020304" pitchFamily="18" charset="0"/>
              </a:rPr>
              <a:t>)</a:t>
            </a: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0624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12732-99F2-D9CD-2262-3570CD78982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5EB135E-07D3-99A4-952B-0B0E760EBB30}"/>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2CB4992E-10B4-D60C-BC1D-ECFF53DA16C2}"/>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WHITE-BOX TESTING</a:t>
            </a:r>
          </a:p>
        </p:txBody>
      </p:sp>
      <p:sp>
        <p:nvSpPr>
          <p:cNvPr id="2" name="TextBox 1">
            <a:extLst>
              <a:ext uri="{FF2B5EF4-FFF2-40B4-BE49-F238E27FC236}">
                <a16:creationId xmlns:a16="http://schemas.microsoft.com/office/drawing/2014/main" id="{9558C8A7-3235-1A8B-6752-47209DB2AC66}"/>
              </a:ext>
            </a:extLst>
          </p:cNvPr>
          <p:cNvSpPr txBox="1"/>
          <p:nvPr/>
        </p:nvSpPr>
        <p:spPr>
          <a:xfrm>
            <a:off x="277292" y="774711"/>
            <a:ext cx="11637415" cy="2246769"/>
          </a:xfrm>
          <a:prstGeom prst="rect">
            <a:avLst/>
          </a:prstGeom>
          <a:noFill/>
        </p:spPr>
        <p:txBody>
          <a:bodyPr wrap="square">
            <a:spAutoFit/>
          </a:bodyPr>
          <a:lstStyle/>
          <a:p>
            <a:pPr marL="514350" indent="-514350" algn="just">
              <a:buFont typeface="+mj-lt"/>
              <a:buAutoNum type="arabicPeriod"/>
            </a:pPr>
            <a:r>
              <a:rPr lang="en-IN" sz="2800" b="1" dirty="0">
                <a:latin typeface="Times New Roman" panose="02020603050405020304" pitchFamily="18" charset="0"/>
                <a:cs typeface="Times New Roman" panose="02020603050405020304" pitchFamily="18" charset="0"/>
              </a:rPr>
              <a:t>Statement Coverage</a:t>
            </a:r>
          </a:p>
          <a:p>
            <a:pPr algn="just"/>
            <a:endParaRPr lang="en-IN"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statement coverage strategy aims to design test cases so as to execute every statement in a program at least once.</a:t>
            </a:r>
            <a:endParaRPr lang="en-US" sz="2800" dirty="0">
              <a:solidFill>
                <a:srgbClr val="273239"/>
              </a:solidFill>
              <a:latin typeface="Times New Roman" panose="02020603050405020304" pitchFamily="18" charset="0"/>
              <a:cs typeface="Times New Roman" panose="02020603050405020304" pitchFamily="18" charset="0"/>
            </a:endParaRPr>
          </a:p>
          <a:p>
            <a:pPr algn="just"/>
            <a:endParaRPr lang="en-US" sz="28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D04A4C4-D9B5-C34F-5FC2-20E3A1135614}"/>
              </a:ext>
            </a:extLst>
          </p:cNvPr>
          <p:cNvPicPr>
            <a:picLocks noChangeAspect="1"/>
          </p:cNvPicPr>
          <p:nvPr/>
        </p:nvPicPr>
        <p:blipFill>
          <a:blip r:embed="rId3"/>
          <a:stretch>
            <a:fillRect/>
          </a:stretch>
        </p:blipFill>
        <p:spPr>
          <a:xfrm>
            <a:off x="588113" y="3179294"/>
            <a:ext cx="10952149" cy="1237257"/>
          </a:xfrm>
          <a:prstGeom prst="rect">
            <a:avLst/>
          </a:prstGeom>
        </p:spPr>
      </p:pic>
    </p:spTree>
    <p:extLst>
      <p:ext uri="{BB962C8B-B14F-4D97-AF65-F5344CB8AC3E}">
        <p14:creationId xmlns:p14="http://schemas.microsoft.com/office/powerpoint/2010/main" val="33885550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5BF37-1A5F-57C6-E685-3BE0AEE5724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3ACEECC-A187-5E26-7448-76073F550C16}"/>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7E67A279-3D64-BA25-DAAF-1BA85F0AF33E}"/>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WHITE-BOX TESTING</a:t>
            </a:r>
          </a:p>
        </p:txBody>
      </p:sp>
      <p:sp>
        <p:nvSpPr>
          <p:cNvPr id="2" name="TextBox 1">
            <a:extLst>
              <a:ext uri="{FF2B5EF4-FFF2-40B4-BE49-F238E27FC236}">
                <a16:creationId xmlns:a16="http://schemas.microsoft.com/office/drawing/2014/main" id="{B6CDA086-2152-2D4D-D849-65354E1228AA}"/>
              </a:ext>
            </a:extLst>
          </p:cNvPr>
          <p:cNvSpPr txBox="1"/>
          <p:nvPr/>
        </p:nvSpPr>
        <p:spPr>
          <a:xfrm>
            <a:off x="277292" y="774711"/>
            <a:ext cx="11637415" cy="954107"/>
          </a:xfrm>
          <a:prstGeom prst="rect">
            <a:avLst/>
          </a:prstGeom>
          <a:noFill/>
        </p:spPr>
        <p:txBody>
          <a:bodyPr wrap="square">
            <a:spAutoFit/>
          </a:bodyPr>
          <a:lstStyle/>
          <a:p>
            <a:pPr marL="514350" indent="-514350" algn="just">
              <a:buFont typeface="+mj-lt"/>
              <a:buAutoNum type="arabicPeriod"/>
            </a:pPr>
            <a:r>
              <a:rPr lang="en-IN" sz="2800" b="1" dirty="0">
                <a:latin typeface="Times New Roman" panose="02020603050405020304" pitchFamily="18" charset="0"/>
                <a:cs typeface="Times New Roman" panose="02020603050405020304" pitchFamily="18" charset="0"/>
              </a:rPr>
              <a:t>Statement Coverage</a:t>
            </a:r>
          </a:p>
          <a:p>
            <a:pPr algn="just"/>
            <a:endParaRPr lang="en-US" sz="2800"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CC25378-FC9E-93ED-A738-FC6B6B2E4A45}"/>
              </a:ext>
            </a:extLst>
          </p:cNvPr>
          <p:cNvPicPr>
            <a:picLocks noChangeAspect="1"/>
          </p:cNvPicPr>
          <p:nvPr/>
        </p:nvPicPr>
        <p:blipFill>
          <a:blip r:embed="rId3"/>
          <a:stretch>
            <a:fillRect/>
          </a:stretch>
        </p:blipFill>
        <p:spPr>
          <a:xfrm>
            <a:off x="449017" y="1513895"/>
            <a:ext cx="6911904" cy="4048186"/>
          </a:xfrm>
          <a:prstGeom prst="rect">
            <a:avLst/>
          </a:prstGeom>
        </p:spPr>
      </p:pic>
      <p:sp>
        <p:nvSpPr>
          <p:cNvPr id="9" name="TextBox 8">
            <a:extLst>
              <a:ext uri="{FF2B5EF4-FFF2-40B4-BE49-F238E27FC236}">
                <a16:creationId xmlns:a16="http://schemas.microsoft.com/office/drawing/2014/main" id="{E7351A1C-1948-CFED-D907-F62F46061FD5}"/>
              </a:ext>
            </a:extLst>
          </p:cNvPr>
          <p:cNvSpPr txBox="1"/>
          <p:nvPr/>
        </p:nvSpPr>
        <p:spPr>
          <a:xfrm>
            <a:off x="5287518" y="2737508"/>
            <a:ext cx="6094476" cy="1815882"/>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By choosing the test set {(x = 3, y = 3), (x = 4, y = 3), (x = 3, y = 4)}, all statements of the program would be executed at least once.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6125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94A36-FBD6-05A6-D18F-E74B6924063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215D945-9A05-E204-B623-46762BBA43EC}"/>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69B4DEA3-0E93-8509-B1DB-CA1117FD58C4}"/>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WHITE-BOX TESTING</a:t>
            </a:r>
          </a:p>
        </p:txBody>
      </p:sp>
      <p:sp>
        <p:nvSpPr>
          <p:cNvPr id="2" name="TextBox 1">
            <a:extLst>
              <a:ext uri="{FF2B5EF4-FFF2-40B4-BE49-F238E27FC236}">
                <a16:creationId xmlns:a16="http://schemas.microsoft.com/office/drawing/2014/main" id="{FC3CBAB8-7D60-A177-431B-2D5B20B6543F}"/>
              </a:ext>
            </a:extLst>
          </p:cNvPr>
          <p:cNvSpPr txBox="1"/>
          <p:nvPr/>
        </p:nvSpPr>
        <p:spPr>
          <a:xfrm>
            <a:off x="277292" y="774711"/>
            <a:ext cx="11637415" cy="3108543"/>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2. Branch Coverage</a:t>
            </a:r>
          </a:p>
          <a:p>
            <a:pPr algn="just"/>
            <a:r>
              <a:rPr lang="en-US" sz="2800" dirty="0">
                <a:latin typeface="Times New Roman" panose="02020603050405020304" pitchFamily="18" charset="0"/>
                <a:cs typeface="Times New Roman" panose="02020603050405020304" pitchFamily="18" charset="0"/>
              </a:rPr>
              <a:t>A test suite satisfies branch coverage, if it makes each branch condition in the program to assume true and false values in turn. </a:t>
            </a:r>
          </a:p>
          <a:p>
            <a:pPr algn="just"/>
            <a:r>
              <a:rPr lang="en-US" sz="2800" dirty="0">
                <a:latin typeface="Times New Roman" panose="02020603050405020304" pitchFamily="18" charset="0"/>
                <a:cs typeface="Times New Roman" panose="02020603050405020304" pitchFamily="18" charset="0"/>
              </a:rPr>
              <a:t>In other words, for branch coverage each branch in the CFG representation of the program must be taken at least once, when the test suite is executed.</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Branch testing is also known as edge testing</a:t>
            </a:r>
            <a:r>
              <a:rPr lang="en-US" sz="2800" dirty="0">
                <a:latin typeface="Times New Roman" panose="02020603050405020304" pitchFamily="18" charset="0"/>
                <a:cs typeface="Times New Roman" panose="02020603050405020304" pitchFamily="18" charset="0"/>
              </a:rPr>
              <a:t> </a:t>
            </a:r>
            <a:endParaRPr lang="en-US" sz="28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A57842-7929-13A8-D04A-A57A69C3DDFC}"/>
              </a:ext>
            </a:extLst>
          </p:cNvPr>
          <p:cNvSpPr txBox="1"/>
          <p:nvPr/>
        </p:nvSpPr>
        <p:spPr>
          <a:xfrm>
            <a:off x="1428750" y="4140446"/>
            <a:ext cx="6094476" cy="52322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if(x&gt;2) x+=1;</a:t>
            </a:r>
            <a:endParaRPr lang="en-IN" sz="2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4ED71F7-A0B4-9C2E-B7D6-CC252D8D43A1}"/>
              </a:ext>
            </a:extLst>
          </p:cNvPr>
          <p:cNvSpPr txBox="1"/>
          <p:nvPr/>
        </p:nvSpPr>
        <p:spPr>
          <a:xfrm>
            <a:off x="788670" y="5271623"/>
            <a:ext cx="11052810" cy="1384995"/>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 test suite would </a:t>
            </a:r>
            <a:r>
              <a:rPr lang="en-US" sz="2800" b="1" dirty="0">
                <a:latin typeface="Times New Roman" panose="02020603050405020304" pitchFamily="18" charset="0"/>
                <a:cs typeface="Times New Roman" panose="02020603050405020304" pitchFamily="18" charset="0"/>
              </a:rPr>
              <a:t>achieve statement coverage</a:t>
            </a:r>
            <a:r>
              <a:rPr lang="en-US" sz="2800" dirty="0">
                <a:latin typeface="Times New Roman" panose="02020603050405020304" pitchFamily="18" charset="0"/>
                <a:cs typeface="Times New Roman" panose="02020603050405020304" pitchFamily="18" charset="0"/>
              </a:rPr>
              <a:t>. However, it </a:t>
            </a:r>
            <a:r>
              <a:rPr lang="en-US" sz="2800" b="1" dirty="0">
                <a:latin typeface="Times New Roman" panose="02020603050405020304" pitchFamily="18" charset="0"/>
                <a:cs typeface="Times New Roman" panose="02020603050405020304" pitchFamily="18" charset="0"/>
              </a:rPr>
              <a:t>does not achieve branch coverage</a:t>
            </a:r>
            <a:r>
              <a:rPr lang="en-US" sz="2800" dirty="0">
                <a:latin typeface="Times New Roman" panose="02020603050405020304" pitchFamily="18" charset="0"/>
                <a:cs typeface="Times New Roman" panose="02020603050405020304" pitchFamily="18" charset="0"/>
              </a:rPr>
              <a:t>, since the condition (x &gt; 2) is not made false by any test case in the suite.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92362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843B6-BA95-4577-E59B-36C764A6862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AA69832-942C-E79B-C428-BEE816033A44}"/>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3C876134-238A-0021-7093-C603038A5B50}"/>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WHITE-BOX TESTING</a:t>
            </a:r>
          </a:p>
        </p:txBody>
      </p:sp>
      <p:sp>
        <p:nvSpPr>
          <p:cNvPr id="2" name="TextBox 1">
            <a:extLst>
              <a:ext uri="{FF2B5EF4-FFF2-40B4-BE49-F238E27FC236}">
                <a16:creationId xmlns:a16="http://schemas.microsoft.com/office/drawing/2014/main" id="{16BBEE6D-B682-380A-4D57-7B724A3F2407}"/>
              </a:ext>
            </a:extLst>
          </p:cNvPr>
          <p:cNvSpPr txBox="1"/>
          <p:nvPr/>
        </p:nvSpPr>
        <p:spPr>
          <a:xfrm>
            <a:off x="277293" y="666319"/>
            <a:ext cx="11637415" cy="2985433"/>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3. Multiple Condition Coverage</a:t>
            </a:r>
          </a:p>
          <a:p>
            <a:pPr algn="just"/>
            <a:r>
              <a:rPr lang="en-US" sz="2800" dirty="0">
                <a:latin typeface="Times New Roman" panose="02020603050405020304" pitchFamily="18" charset="0"/>
                <a:cs typeface="Times New Roman" panose="02020603050405020304" pitchFamily="18" charset="0"/>
              </a:rPr>
              <a:t>In the multiple condition (MC) coverage-based testing, test cases are designed to make each component of a composite conditional expression to assume both true and false values.</a:t>
            </a:r>
          </a:p>
          <a:p>
            <a:pPr algn="just"/>
            <a:endParaRPr lang="en-US" sz="16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For a composite conditional expression of n components, 2n test cases are required for multiple condition coverage.</a:t>
            </a:r>
            <a:endParaRPr lang="en-US" sz="28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A8A8CE9E-ECD6-5858-C591-D8519404755E}"/>
              </a:ext>
            </a:extLst>
          </p:cNvPr>
          <p:cNvSpPr txBox="1"/>
          <p:nvPr/>
        </p:nvSpPr>
        <p:spPr>
          <a:xfrm>
            <a:off x="277292" y="3539145"/>
            <a:ext cx="11446002" cy="3385542"/>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if(temperature&gt;150 || temperature&gt;50) </a:t>
            </a:r>
          </a:p>
          <a:p>
            <a:r>
              <a:rPr lang="en-US" sz="2800" b="1" dirty="0" err="1">
                <a:latin typeface="Times New Roman" panose="02020603050405020304" pitchFamily="18" charset="0"/>
                <a:cs typeface="Times New Roman" panose="02020603050405020304" pitchFamily="18" charset="0"/>
              </a:rPr>
              <a:t>setWarningLightOn</a:t>
            </a:r>
            <a:r>
              <a:rPr lang="en-US" sz="2800" b="1" dirty="0">
                <a:latin typeface="Times New Roman" panose="02020603050405020304" pitchFamily="18" charset="0"/>
                <a:cs typeface="Times New Roman" panose="02020603050405020304" pitchFamily="18" charset="0"/>
              </a:rPr>
              <a:t>(); </a:t>
            </a:r>
          </a:p>
          <a:p>
            <a:endParaRPr lang="en-US" sz="28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The program segment has a bug in the second component condition, it should have been temperature&lt;50. The test suite {temperature=160, temperature=40} achieves branch coverage. </a:t>
            </a:r>
          </a:p>
          <a:p>
            <a:r>
              <a:rPr lang="en-US" sz="2600" dirty="0">
                <a:latin typeface="Times New Roman" panose="02020603050405020304" pitchFamily="18" charset="0"/>
                <a:cs typeface="Times New Roman" panose="02020603050405020304" pitchFamily="18" charset="0"/>
              </a:rPr>
              <a:t>But, it is not able to check that </a:t>
            </a:r>
            <a:r>
              <a:rPr lang="en-US" sz="2600" dirty="0" err="1">
                <a:latin typeface="Times New Roman" panose="02020603050405020304" pitchFamily="18" charset="0"/>
                <a:cs typeface="Times New Roman" panose="02020603050405020304" pitchFamily="18" charset="0"/>
              </a:rPr>
              <a:t>setWarningLightOn</a:t>
            </a:r>
            <a:r>
              <a:rPr lang="en-US" sz="2600" dirty="0">
                <a:latin typeface="Times New Roman" panose="02020603050405020304" pitchFamily="18" charset="0"/>
                <a:cs typeface="Times New Roman" panose="02020603050405020304" pitchFamily="18" charset="0"/>
              </a:rPr>
              <a:t>(); should not be called for temperature values within 150 and 50.</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1942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34EB5-B6E6-0DA8-1F6A-93E0F1CB071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377E008-97F1-893D-A8AF-D0E8F98A50E4}"/>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B557D33D-C63C-57AE-6FF9-AFC4DC4E6E75}"/>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WHITE-BOX TESTING</a:t>
            </a:r>
          </a:p>
        </p:txBody>
      </p:sp>
      <p:sp>
        <p:nvSpPr>
          <p:cNvPr id="2" name="TextBox 1">
            <a:extLst>
              <a:ext uri="{FF2B5EF4-FFF2-40B4-BE49-F238E27FC236}">
                <a16:creationId xmlns:a16="http://schemas.microsoft.com/office/drawing/2014/main" id="{6799E50E-77F4-8C5F-78FF-9FCC095ED719}"/>
              </a:ext>
            </a:extLst>
          </p:cNvPr>
          <p:cNvSpPr txBox="1"/>
          <p:nvPr/>
        </p:nvSpPr>
        <p:spPr>
          <a:xfrm>
            <a:off x="277293" y="666319"/>
            <a:ext cx="11637415" cy="1815882"/>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4. Path Coverage</a:t>
            </a:r>
          </a:p>
          <a:p>
            <a:pPr algn="just"/>
            <a:r>
              <a:rPr lang="en-US" sz="2800" dirty="0">
                <a:latin typeface="Times New Roman" panose="02020603050405020304" pitchFamily="18" charset="0"/>
                <a:cs typeface="Times New Roman" panose="02020603050405020304" pitchFamily="18" charset="0"/>
              </a:rPr>
              <a:t>A linearly independent path can be defined in terms of the control flow graph (CFG) of a program. Therefore, to understand path coverage-based testing strategy, we need to first understand how the CFG of a program can be drawn.</a:t>
            </a:r>
            <a:endParaRPr lang="en-US" sz="28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E94153C-2CDB-A120-4635-B96290E48372}"/>
              </a:ext>
            </a:extLst>
          </p:cNvPr>
          <p:cNvSpPr txBox="1"/>
          <p:nvPr/>
        </p:nvSpPr>
        <p:spPr>
          <a:xfrm>
            <a:off x="395478" y="2549390"/>
            <a:ext cx="11400282" cy="954107"/>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Control flow graph (CFG)</a:t>
            </a:r>
          </a:p>
          <a:p>
            <a:endParaRPr lang="en-IN" sz="28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ABB7E894-EF1A-78C3-7907-B54255079F63}"/>
              </a:ext>
            </a:extLst>
          </p:cNvPr>
          <p:cNvPicPr>
            <a:picLocks noChangeAspect="1"/>
          </p:cNvPicPr>
          <p:nvPr/>
        </p:nvPicPr>
        <p:blipFill>
          <a:blip r:embed="rId3"/>
          <a:stretch>
            <a:fillRect/>
          </a:stretch>
        </p:blipFill>
        <p:spPr>
          <a:xfrm>
            <a:off x="855548" y="3284837"/>
            <a:ext cx="10272699" cy="974299"/>
          </a:xfrm>
          <a:prstGeom prst="rect">
            <a:avLst/>
          </a:prstGeom>
        </p:spPr>
      </p:pic>
      <p:sp>
        <p:nvSpPr>
          <p:cNvPr id="11" name="TextBox 10">
            <a:extLst>
              <a:ext uri="{FF2B5EF4-FFF2-40B4-BE49-F238E27FC236}">
                <a16:creationId xmlns:a16="http://schemas.microsoft.com/office/drawing/2014/main" id="{C9A0F9C7-BEEF-4EDA-CEF1-05517FB27A3D}"/>
              </a:ext>
            </a:extLst>
          </p:cNvPr>
          <p:cNvSpPr txBox="1"/>
          <p:nvPr/>
        </p:nvSpPr>
        <p:spPr>
          <a:xfrm>
            <a:off x="855548" y="4840516"/>
            <a:ext cx="10519588" cy="1815882"/>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A CFG is a directed graph consisting of a set of nodes and edges (N, E), such that each node N corresponds to a unique program statement and an edge exists between two nodes if control can transfer from one node to the </a:t>
            </a:r>
            <a:r>
              <a:rPr lang="en-US" sz="2800" dirty="0" err="1">
                <a:latin typeface="Times New Roman" panose="02020603050405020304" pitchFamily="18" charset="0"/>
                <a:cs typeface="Times New Roman" panose="02020603050405020304" pitchFamily="18" charset="0"/>
              </a:rPr>
              <a:t>othe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9459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1251D-3C65-5A94-B799-B71090980C0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AF5E937-C822-E6B2-F751-389DAFB8ADA3}"/>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76CAEA27-A085-D42C-E03E-37F03EAAD279}"/>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WHITE-BOX TESTING</a:t>
            </a:r>
          </a:p>
        </p:txBody>
      </p:sp>
      <p:sp>
        <p:nvSpPr>
          <p:cNvPr id="2" name="TextBox 1">
            <a:extLst>
              <a:ext uri="{FF2B5EF4-FFF2-40B4-BE49-F238E27FC236}">
                <a16:creationId xmlns:a16="http://schemas.microsoft.com/office/drawing/2014/main" id="{2C934047-C929-72F2-E8FC-437CDA4F75A7}"/>
              </a:ext>
            </a:extLst>
          </p:cNvPr>
          <p:cNvSpPr txBox="1"/>
          <p:nvPr/>
        </p:nvSpPr>
        <p:spPr>
          <a:xfrm>
            <a:off x="277293" y="666319"/>
            <a:ext cx="11637415" cy="954107"/>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4. Path Coverage</a:t>
            </a:r>
          </a:p>
          <a:p>
            <a:pPr algn="just"/>
            <a:endParaRPr lang="en-US" sz="28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7634F00-9FD6-486F-841E-432F8C957DE1}"/>
              </a:ext>
            </a:extLst>
          </p:cNvPr>
          <p:cNvSpPr txBox="1"/>
          <p:nvPr/>
        </p:nvSpPr>
        <p:spPr>
          <a:xfrm>
            <a:off x="514425" y="1280693"/>
            <a:ext cx="2000175" cy="1815882"/>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Control flow graph (CFG)</a:t>
            </a:r>
          </a:p>
          <a:p>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3A7766D-A030-D058-F4F8-17282B846966}"/>
              </a:ext>
            </a:extLst>
          </p:cNvPr>
          <p:cNvPicPr>
            <a:picLocks noChangeAspect="1"/>
          </p:cNvPicPr>
          <p:nvPr/>
        </p:nvPicPr>
        <p:blipFill>
          <a:blip r:embed="rId3"/>
          <a:stretch>
            <a:fillRect/>
          </a:stretch>
        </p:blipFill>
        <p:spPr>
          <a:xfrm>
            <a:off x="2926080" y="666319"/>
            <a:ext cx="9172973" cy="6048582"/>
          </a:xfrm>
          <a:prstGeom prst="rect">
            <a:avLst/>
          </a:prstGeom>
        </p:spPr>
      </p:pic>
      <p:sp>
        <p:nvSpPr>
          <p:cNvPr id="10" name="TextBox 9">
            <a:extLst>
              <a:ext uri="{FF2B5EF4-FFF2-40B4-BE49-F238E27FC236}">
                <a16:creationId xmlns:a16="http://schemas.microsoft.com/office/drawing/2014/main" id="{68A330F4-78F5-FFBB-8FC1-50C5023F6F6C}"/>
              </a:ext>
            </a:extLst>
          </p:cNvPr>
          <p:cNvSpPr txBox="1"/>
          <p:nvPr/>
        </p:nvSpPr>
        <p:spPr>
          <a:xfrm>
            <a:off x="551268" y="3883357"/>
            <a:ext cx="1926487" cy="2308324"/>
          </a:xfrm>
          <a:prstGeom prst="rect">
            <a:avLst/>
          </a:prstGeom>
          <a:noFill/>
        </p:spPr>
        <p:txBody>
          <a:bodyPr wrap="square">
            <a:spAutoFit/>
          </a:bodyPr>
          <a:lstStyle/>
          <a:p>
            <a:pPr algn="ctr"/>
            <a:r>
              <a:rPr lang="en-US" sz="2400" dirty="0">
                <a:latin typeface="Times New Roman" panose="02020603050405020304" pitchFamily="18" charset="0"/>
                <a:cs typeface="Times New Roman" panose="02020603050405020304" pitchFamily="18" charset="0"/>
              </a:rPr>
              <a:t>Calculate </a:t>
            </a:r>
            <a:r>
              <a:rPr lang="en-US" sz="2400" b="1" dirty="0">
                <a:latin typeface="Times New Roman" panose="02020603050405020304" pitchFamily="18" charset="0"/>
                <a:cs typeface="Times New Roman" panose="02020603050405020304" pitchFamily="18" charset="0"/>
              </a:rPr>
              <a:t>Linearly independent set of paths </a:t>
            </a:r>
            <a:r>
              <a:rPr lang="en-US" sz="2400" dirty="0">
                <a:latin typeface="Times New Roman" panose="02020603050405020304" pitchFamily="18" charset="0"/>
                <a:cs typeface="Times New Roman" panose="02020603050405020304" pitchFamily="18" charset="0"/>
              </a:rPr>
              <a:t>(or basis path set)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33310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4AB6-3E38-F50F-5127-1654214F455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CBDCD4E-8CF8-44F6-4064-541FB1679B0E}"/>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D00F39C9-FA07-5B23-E566-42620124A13C}"/>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WHITE-BOX TESTING</a:t>
            </a:r>
          </a:p>
        </p:txBody>
      </p:sp>
      <p:sp>
        <p:nvSpPr>
          <p:cNvPr id="2" name="TextBox 1">
            <a:extLst>
              <a:ext uri="{FF2B5EF4-FFF2-40B4-BE49-F238E27FC236}">
                <a16:creationId xmlns:a16="http://schemas.microsoft.com/office/drawing/2014/main" id="{26E94C72-B033-CB65-7608-322FD334F908}"/>
              </a:ext>
            </a:extLst>
          </p:cNvPr>
          <p:cNvSpPr txBox="1"/>
          <p:nvPr/>
        </p:nvSpPr>
        <p:spPr>
          <a:xfrm>
            <a:off x="277293" y="666319"/>
            <a:ext cx="11637415" cy="954107"/>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4. Path Coverage</a:t>
            </a:r>
          </a:p>
          <a:p>
            <a:pPr algn="just"/>
            <a:endParaRPr lang="en-US" sz="28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82263D9-9484-34F4-C67C-F3996B4AC8FD}"/>
              </a:ext>
            </a:extLst>
          </p:cNvPr>
          <p:cNvSpPr txBox="1"/>
          <p:nvPr/>
        </p:nvSpPr>
        <p:spPr>
          <a:xfrm>
            <a:off x="217781" y="1274564"/>
            <a:ext cx="6429907" cy="523220"/>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McCabe’s Cyclomatic Complexity Metric</a:t>
            </a:r>
          </a:p>
        </p:txBody>
      </p:sp>
      <p:pic>
        <p:nvPicPr>
          <p:cNvPr id="6" name="Picture 5">
            <a:extLst>
              <a:ext uri="{FF2B5EF4-FFF2-40B4-BE49-F238E27FC236}">
                <a16:creationId xmlns:a16="http://schemas.microsoft.com/office/drawing/2014/main" id="{D1CC79F8-F270-AFA2-E058-FB6C2049CE4B}"/>
              </a:ext>
            </a:extLst>
          </p:cNvPr>
          <p:cNvPicPr>
            <a:picLocks noChangeAspect="1"/>
          </p:cNvPicPr>
          <p:nvPr/>
        </p:nvPicPr>
        <p:blipFill>
          <a:blip r:embed="rId3"/>
          <a:stretch>
            <a:fillRect/>
          </a:stretch>
        </p:blipFill>
        <p:spPr>
          <a:xfrm>
            <a:off x="6245352" y="666319"/>
            <a:ext cx="5853701" cy="4582337"/>
          </a:xfrm>
          <a:prstGeom prst="rect">
            <a:avLst/>
          </a:prstGeom>
        </p:spPr>
      </p:pic>
      <p:sp>
        <p:nvSpPr>
          <p:cNvPr id="8" name="TextBox 7">
            <a:extLst>
              <a:ext uri="{FF2B5EF4-FFF2-40B4-BE49-F238E27FC236}">
                <a16:creationId xmlns:a16="http://schemas.microsoft.com/office/drawing/2014/main" id="{9F085321-2EAF-2141-39F4-B4753A1A346C}"/>
              </a:ext>
            </a:extLst>
          </p:cNvPr>
          <p:cNvSpPr txBox="1"/>
          <p:nvPr/>
        </p:nvSpPr>
        <p:spPr>
          <a:xfrm>
            <a:off x="150876" y="1991120"/>
            <a:ext cx="6094476" cy="954107"/>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Method 1:</a:t>
            </a:r>
            <a:r>
              <a:rPr lang="en-IN"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the cyclomatic complexity V(G) can be computed as</a:t>
            </a:r>
            <a:endParaRPr lang="en-IN" sz="2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EFF9280-F59C-11CF-84D1-FCD6DE3493DF}"/>
              </a:ext>
            </a:extLst>
          </p:cNvPr>
          <p:cNvSpPr txBox="1"/>
          <p:nvPr/>
        </p:nvSpPr>
        <p:spPr>
          <a:xfrm>
            <a:off x="1242784" y="3059668"/>
            <a:ext cx="3347503" cy="523220"/>
          </a:xfrm>
          <a:prstGeom prst="rect">
            <a:avLst/>
          </a:prstGeom>
          <a:noFill/>
        </p:spPr>
        <p:txBody>
          <a:bodyPr wrap="square">
            <a:spAutoFit/>
          </a:bodyPr>
          <a:lstStyle/>
          <a:p>
            <a:r>
              <a:rPr lang="pt-BR" sz="2800" b="1" dirty="0">
                <a:latin typeface="Times New Roman" panose="02020603050405020304" pitchFamily="18" charset="0"/>
                <a:cs typeface="Times New Roman" panose="02020603050405020304" pitchFamily="18" charset="0"/>
              </a:rPr>
              <a:t>V(G) = E – N + 2</a:t>
            </a:r>
            <a:endParaRPr lang="en-IN" sz="28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6C3BD1BB-C746-7B98-F8A7-468D5B66C6E7}"/>
              </a:ext>
            </a:extLst>
          </p:cNvPr>
          <p:cNvSpPr txBox="1"/>
          <p:nvPr/>
        </p:nvSpPr>
        <p:spPr>
          <a:xfrm>
            <a:off x="149733" y="3480691"/>
            <a:ext cx="6094476"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Method 2:</a:t>
            </a:r>
          </a:p>
        </p:txBody>
      </p:sp>
      <p:sp>
        <p:nvSpPr>
          <p:cNvPr id="15" name="TextBox 14">
            <a:extLst>
              <a:ext uri="{FF2B5EF4-FFF2-40B4-BE49-F238E27FC236}">
                <a16:creationId xmlns:a16="http://schemas.microsoft.com/office/drawing/2014/main" id="{44E609A6-29EA-CFB6-618E-924302ED46E3}"/>
              </a:ext>
            </a:extLst>
          </p:cNvPr>
          <p:cNvSpPr txBox="1"/>
          <p:nvPr/>
        </p:nvSpPr>
        <p:spPr>
          <a:xfrm>
            <a:off x="92946" y="4023446"/>
            <a:ext cx="6667651" cy="954107"/>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V(G) = Total number of non-overlapping bounded areas + 1</a:t>
            </a:r>
            <a:endParaRPr lang="en-IN" sz="2800" b="1"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9E511AFE-13DE-3F65-A7A9-76AF92714AC7}"/>
              </a:ext>
            </a:extLst>
          </p:cNvPr>
          <p:cNvSpPr txBox="1"/>
          <p:nvPr/>
        </p:nvSpPr>
        <p:spPr>
          <a:xfrm>
            <a:off x="177347" y="5000843"/>
            <a:ext cx="6094476"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Method 3:</a:t>
            </a:r>
          </a:p>
        </p:txBody>
      </p:sp>
      <p:sp>
        <p:nvSpPr>
          <p:cNvPr id="21" name="TextBox 20">
            <a:extLst>
              <a:ext uri="{FF2B5EF4-FFF2-40B4-BE49-F238E27FC236}">
                <a16:creationId xmlns:a16="http://schemas.microsoft.com/office/drawing/2014/main" id="{32D5BFFE-FBA6-B704-FDC6-C9F513440807}"/>
              </a:ext>
            </a:extLst>
          </p:cNvPr>
          <p:cNvSpPr txBox="1"/>
          <p:nvPr/>
        </p:nvSpPr>
        <p:spPr>
          <a:xfrm>
            <a:off x="277292" y="5596782"/>
            <a:ext cx="11821761" cy="954107"/>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If N is the </a:t>
            </a:r>
            <a:r>
              <a:rPr lang="en-US" sz="2800" b="1" dirty="0">
                <a:latin typeface="Times New Roman" panose="02020603050405020304" pitchFamily="18" charset="0"/>
                <a:cs typeface="Times New Roman" panose="02020603050405020304" pitchFamily="18" charset="0"/>
              </a:rPr>
              <a:t>number of decision and loop statements</a:t>
            </a:r>
            <a:r>
              <a:rPr lang="en-US" sz="2800" dirty="0">
                <a:latin typeface="Times New Roman" panose="02020603050405020304" pitchFamily="18" charset="0"/>
                <a:cs typeface="Times New Roman" panose="02020603050405020304" pitchFamily="18" charset="0"/>
              </a:rPr>
              <a:t> of a program, then the McCabe’s metric is equal to </a:t>
            </a:r>
            <a:r>
              <a:rPr lang="en-US" sz="2800" b="1" dirty="0">
                <a:latin typeface="Times New Roman" panose="02020603050405020304" pitchFamily="18" charset="0"/>
                <a:cs typeface="Times New Roman" panose="02020603050405020304" pitchFamily="18" charset="0"/>
              </a:rPr>
              <a:t>N + 1</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16944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E9DFF-7557-BF1E-CBA3-953184278E9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803C2DD-1E2D-F7DA-1427-B55E4690450C}"/>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DC0D653E-8E77-1C18-7616-54D353E059F5}"/>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WHITE-BOX TESTING</a:t>
            </a:r>
          </a:p>
        </p:txBody>
      </p:sp>
      <p:sp>
        <p:nvSpPr>
          <p:cNvPr id="2" name="TextBox 1">
            <a:extLst>
              <a:ext uri="{FF2B5EF4-FFF2-40B4-BE49-F238E27FC236}">
                <a16:creationId xmlns:a16="http://schemas.microsoft.com/office/drawing/2014/main" id="{2390AAE1-CDD6-8765-472F-D9EEEC87544F}"/>
              </a:ext>
            </a:extLst>
          </p:cNvPr>
          <p:cNvSpPr txBox="1"/>
          <p:nvPr/>
        </p:nvSpPr>
        <p:spPr>
          <a:xfrm>
            <a:off x="277293" y="666319"/>
            <a:ext cx="11637415" cy="954107"/>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4. Path Coverage</a:t>
            </a:r>
          </a:p>
          <a:p>
            <a:pPr algn="just"/>
            <a:endParaRPr lang="en-US" sz="28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087284A-4BDB-0EAB-AF8C-C45A26BE406D}"/>
              </a:ext>
            </a:extLst>
          </p:cNvPr>
          <p:cNvSpPr txBox="1"/>
          <p:nvPr/>
        </p:nvSpPr>
        <p:spPr>
          <a:xfrm>
            <a:off x="438912" y="1280693"/>
            <a:ext cx="10735056" cy="3539430"/>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 following is the sequence of steps that need to be undertaken for deriving the path coverage-based test cases for a program: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1. Draw control flow graph for the program. </a:t>
            </a:r>
          </a:p>
          <a:p>
            <a:pPr algn="just"/>
            <a:r>
              <a:rPr lang="en-US" sz="2800" dirty="0">
                <a:latin typeface="Times New Roman" panose="02020603050405020304" pitchFamily="18" charset="0"/>
                <a:cs typeface="Times New Roman" panose="02020603050405020304" pitchFamily="18" charset="0"/>
              </a:rPr>
              <a:t>2. Determine the McCabe’s metric V(G).</a:t>
            </a:r>
          </a:p>
          <a:p>
            <a:pPr algn="just"/>
            <a:r>
              <a:rPr lang="en-US" sz="2800" dirty="0">
                <a:latin typeface="Times New Roman" panose="02020603050405020304" pitchFamily="18" charset="0"/>
                <a:cs typeface="Times New Roman" panose="02020603050405020304" pitchFamily="18" charset="0"/>
              </a:rPr>
              <a:t>3. Determine the cyclomatic complexity. This gives the minimum number of test cases required to achieve path coverage. </a:t>
            </a:r>
          </a:p>
          <a:p>
            <a:pPr algn="just"/>
            <a:r>
              <a:rPr lang="en-US" sz="2800" dirty="0">
                <a:latin typeface="Times New Roman" panose="02020603050405020304" pitchFamily="18" charset="0"/>
                <a:cs typeface="Times New Roman" panose="02020603050405020304" pitchFamily="18" charset="0"/>
              </a:rPr>
              <a:t>4. repeat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44053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D8688-75F1-ADD9-87E2-580766F184B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E92D1A0-1632-9E5A-773C-C1B47E2EC68E}"/>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CAD22A53-D750-0B1E-1C70-587D2485652A}"/>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DEBUGGING</a:t>
            </a:r>
          </a:p>
        </p:txBody>
      </p:sp>
      <p:sp>
        <p:nvSpPr>
          <p:cNvPr id="7" name="TextBox 6">
            <a:extLst>
              <a:ext uri="{FF2B5EF4-FFF2-40B4-BE49-F238E27FC236}">
                <a16:creationId xmlns:a16="http://schemas.microsoft.com/office/drawing/2014/main" id="{7FEF4724-3890-9206-C3D9-EE3A14B9F55E}"/>
              </a:ext>
            </a:extLst>
          </p:cNvPr>
          <p:cNvSpPr txBox="1"/>
          <p:nvPr/>
        </p:nvSpPr>
        <p:spPr>
          <a:xfrm>
            <a:off x="356616" y="711896"/>
            <a:ext cx="11484864" cy="5693866"/>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After a failure has been detected, it is necessary to first identify the program statement(s) that are in error and are responsible for the failure, the error can then be fixed.</a:t>
            </a:r>
          </a:p>
          <a:p>
            <a:pPr algn="just"/>
            <a:endParaRPr lang="en-US"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Debugging Approaches</a:t>
            </a:r>
          </a:p>
          <a:p>
            <a:pPr algn="just"/>
            <a:endParaRPr lang="en-US"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Brute force method</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In this approach, print statements are inserted throughout the program to print the intermediate values with the hope that some of the printed values will help to identify the statement in error.</a:t>
            </a:r>
          </a:p>
          <a:p>
            <a:pPr algn="just"/>
            <a:endParaRPr lang="en-US"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Backtracking</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The source code is traced backwards until the error is discovered.</a:t>
            </a: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48353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70D53-428A-C9FC-4407-DE6FAA854AB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B27B695-7C21-7049-426A-64E628E35D7C}"/>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D10C465B-0D1A-12F0-9A3C-3864C5943655}"/>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DEBUGGING</a:t>
            </a:r>
          </a:p>
        </p:txBody>
      </p:sp>
      <p:sp>
        <p:nvSpPr>
          <p:cNvPr id="7" name="TextBox 6">
            <a:extLst>
              <a:ext uri="{FF2B5EF4-FFF2-40B4-BE49-F238E27FC236}">
                <a16:creationId xmlns:a16="http://schemas.microsoft.com/office/drawing/2014/main" id="{63894C63-DF97-97CE-35CD-1FA4DCB34904}"/>
              </a:ext>
            </a:extLst>
          </p:cNvPr>
          <p:cNvSpPr txBox="1"/>
          <p:nvPr/>
        </p:nvSpPr>
        <p:spPr>
          <a:xfrm>
            <a:off x="356616" y="711896"/>
            <a:ext cx="11484864" cy="5262979"/>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Debugging Approaches</a:t>
            </a:r>
          </a:p>
          <a:p>
            <a:pPr algn="just"/>
            <a:endParaRPr lang="en-US"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Cause elimination method</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once a failure is observed, the symptoms of the failure are noted. Based on the failure symptoms, the causes which could possibly have contributed to the symptom is developed and tests are conducted to eliminate each.</a:t>
            </a:r>
          </a:p>
          <a:p>
            <a:pPr algn="just"/>
            <a:endParaRPr lang="en-US"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Program slicing</a:t>
            </a:r>
            <a:endParaRPr lang="en-US" sz="280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In the backtracking approach, one often has to examine a large number of statements.</a:t>
            </a:r>
          </a:p>
          <a:p>
            <a:pPr algn="just"/>
            <a:r>
              <a:rPr lang="en-US" sz="2800" dirty="0">
                <a:latin typeface="Times New Roman" panose="02020603050405020304" pitchFamily="18" charset="0"/>
                <a:cs typeface="Times New Roman" panose="02020603050405020304" pitchFamily="18" charset="0"/>
              </a:rPr>
              <a:t>Program slicing makes use of the fact that an error in the value of a variable can be caused by the statements on which it is data dependent.</a:t>
            </a:r>
          </a:p>
        </p:txBody>
      </p:sp>
    </p:spTree>
    <p:extLst>
      <p:ext uri="{BB962C8B-B14F-4D97-AF65-F5344CB8AC3E}">
        <p14:creationId xmlns:p14="http://schemas.microsoft.com/office/powerpoint/2010/main" val="41093716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30609-E9B9-E629-3082-C5A3A4AA30A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3DDEF6D-216A-3F52-A0AE-C012626A7C4F}"/>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F279D1EB-1124-C254-6FF7-84600486FD25}"/>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PROGRAM ANALYSIS TOOLS</a:t>
            </a:r>
          </a:p>
        </p:txBody>
      </p:sp>
      <p:sp>
        <p:nvSpPr>
          <p:cNvPr id="7" name="TextBox 6">
            <a:extLst>
              <a:ext uri="{FF2B5EF4-FFF2-40B4-BE49-F238E27FC236}">
                <a16:creationId xmlns:a16="http://schemas.microsoft.com/office/drawing/2014/main" id="{85B46179-325D-E79B-2C32-25A37F14B371}"/>
              </a:ext>
            </a:extLst>
          </p:cNvPr>
          <p:cNvSpPr txBox="1"/>
          <p:nvPr/>
        </p:nvSpPr>
        <p:spPr>
          <a:xfrm>
            <a:off x="356616" y="711896"/>
            <a:ext cx="11484864" cy="3539430"/>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program analysis tool </a:t>
            </a:r>
            <a:r>
              <a:rPr lang="en-US" sz="2800" dirty="0">
                <a:latin typeface="Times New Roman" panose="02020603050405020304" pitchFamily="18" charset="0"/>
                <a:cs typeface="Times New Roman" panose="02020603050405020304" pitchFamily="18" charset="0"/>
              </a:rPr>
              <a:t>usually is </a:t>
            </a:r>
            <a:r>
              <a:rPr lang="en-US" sz="2800" b="1" dirty="0">
                <a:latin typeface="Times New Roman" panose="02020603050405020304" pitchFamily="18" charset="0"/>
                <a:cs typeface="Times New Roman" panose="02020603050405020304" pitchFamily="18" charset="0"/>
              </a:rPr>
              <a:t>an automated tool </a:t>
            </a:r>
            <a:r>
              <a:rPr lang="en-US" sz="2800" dirty="0">
                <a:latin typeface="Times New Roman" panose="02020603050405020304" pitchFamily="18" charset="0"/>
                <a:cs typeface="Times New Roman" panose="02020603050405020304" pitchFamily="18" charset="0"/>
              </a:rPr>
              <a:t>that takes either the </a:t>
            </a:r>
            <a:r>
              <a:rPr lang="en-US" sz="2800" b="1" dirty="0">
                <a:latin typeface="Times New Roman" panose="02020603050405020304" pitchFamily="18" charset="0"/>
                <a:cs typeface="Times New Roman" panose="02020603050405020304" pitchFamily="18" charset="0"/>
              </a:rPr>
              <a:t>source code or the executable code </a:t>
            </a:r>
            <a:r>
              <a:rPr lang="en-US" sz="2800" dirty="0">
                <a:latin typeface="Times New Roman" panose="02020603050405020304" pitchFamily="18" charset="0"/>
                <a:cs typeface="Times New Roman" panose="02020603050405020304" pitchFamily="18" charset="0"/>
              </a:rPr>
              <a:t>of a program </a:t>
            </a:r>
            <a:r>
              <a:rPr lang="en-US" sz="2800" b="1" dirty="0">
                <a:latin typeface="Times New Roman" panose="02020603050405020304" pitchFamily="18" charset="0"/>
                <a:cs typeface="Times New Roman" panose="02020603050405020304" pitchFamily="18" charset="0"/>
              </a:rPr>
              <a:t>as input </a:t>
            </a:r>
            <a:r>
              <a:rPr lang="en-US" sz="2800" dirty="0">
                <a:latin typeface="Times New Roman" panose="02020603050405020304" pitchFamily="18" charset="0"/>
                <a:cs typeface="Times New Roman" panose="02020603050405020304" pitchFamily="18" charset="0"/>
              </a:rPr>
              <a:t>and </a:t>
            </a:r>
            <a:r>
              <a:rPr lang="en-US" sz="2800" b="1" dirty="0">
                <a:latin typeface="Times New Roman" panose="02020603050405020304" pitchFamily="18" charset="0"/>
                <a:cs typeface="Times New Roman" panose="02020603050405020304" pitchFamily="18" charset="0"/>
              </a:rPr>
              <a:t>produces</a:t>
            </a:r>
            <a:r>
              <a:rPr lang="en-US" sz="2800" dirty="0">
                <a:latin typeface="Times New Roman" panose="02020603050405020304" pitchFamily="18" charset="0"/>
                <a:cs typeface="Times New Roman" panose="02020603050405020304" pitchFamily="18" charset="0"/>
              </a:rPr>
              <a:t> reports regarding several important characteristics of the program, such as its </a:t>
            </a:r>
            <a:r>
              <a:rPr lang="en-US" sz="2800" b="1" dirty="0">
                <a:latin typeface="Times New Roman" panose="02020603050405020304" pitchFamily="18" charset="0"/>
                <a:cs typeface="Times New Roman" panose="02020603050405020304" pitchFamily="18" charset="0"/>
              </a:rPr>
              <a:t>size, complexity, adequacy of commenting, adherence to programming standards, adequacy of testing</a:t>
            </a:r>
            <a:r>
              <a:rPr lang="en-US" sz="2800" dirty="0">
                <a:latin typeface="Times New Roman" panose="02020603050405020304" pitchFamily="18" charset="0"/>
                <a:cs typeface="Times New Roman" panose="02020603050405020304" pitchFamily="18" charset="0"/>
              </a:rPr>
              <a:t>, etc.</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Static analysis tools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Dynamic analysis tools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78875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A4BDC-1E49-908B-4FDD-51FCB05664F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52B47B2-14AD-A8CF-1913-F77E6BA2FD38}"/>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2763FE03-6624-12A8-AC7A-89CAE3341937}"/>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PROGRAM ANALYSIS TOOLS</a:t>
            </a:r>
          </a:p>
        </p:txBody>
      </p:sp>
      <p:sp>
        <p:nvSpPr>
          <p:cNvPr id="7" name="TextBox 6">
            <a:extLst>
              <a:ext uri="{FF2B5EF4-FFF2-40B4-BE49-F238E27FC236}">
                <a16:creationId xmlns:a16="http://schemas.microsoft.com/office/drawing/2014/main" id="{56C687C3-2C11-E55F-002E-6657257B874E}"/>
              </a:ext>
            </a:extLst>
          </p:cNvPr>
          <p:cNvSpPr txBox="1"/>
          <p:nvPr/>
        </p:nvSpPr>
        <p:spPr>
          <a:xfrm>
            <a:off x="356616" y="711896"/>
            <a:ext cx="11484864" cy="6124754"/>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Static Analysis Tools</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Static program analysis tools assess and compute various characteristics of a program without executing it.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Typically, static analysis tools </a:t>
            </a:r>
            <a:r>
              <a:rPr lang="en-US" sz="2800" dirty="0" err="1">
                <a:latin typeface="Times New Roman" panose="02020603050405020304" pitchFamily="18" charset="0"/>
                <a:cs typeface="Times New Roman" panose="02020603050405020304" pitchFamily="18" charset="0"/>
              </a:rPr>
              <a:t>analyse</a:t>
            </a:r>
            <a:r>
              <a:rPr lang="en-US" sz="2800" dirty="0">
                <a:latin typeface="Times New Roman" panose="02020603050405020304" pitchFamily="18" charset="0"/>
                <a:cs typeface="Times New Roman" panose="02020603050405020304" pitchFamily="18" charset="0"/>
              </a:rPr>
              <a:t> the source code to compute certain metrics </a:t>
            </a:r>
            <a:r>
              <a:rPr lang="en-US" sz="2800" dirty="0" err="1">
                <a:latin typeface="Times New Roman" panose="02020603050405020304" pitchFamily="18" charset="0"/>
                <a:cs typeface="Times New Roman" panose="02020603050405020304" pitchFamily="18" charset="0"/>
              </a:rPr>
              <a:t>characterising</a:t>
            </a:r>
            <a:r>
              <a:rPr lang="en-US" sz="2800" dirty="0">
                <a:latin typeface="Times New Roman" panose="02020603050405020304" pitchFamily="18" charset="0"/>
                <a:cs typeface="Times New Roman" panose="02020603050405020304" pitchFamily="18" charset="0"/>
              </a:rPr>
              <a:t> the source code (such as size, cyclomatic complexity, etc.)</a:t>
            </a:r>
          </a:p>
          <a:p>
            <a:pPr algn="just"/>
            <a:r>
              <a:rPr lang="en-US" sz="2800" dirty="0">
                <a:latin typeface="Times New Roman" panose="02020603050405020304" pitchFamily="18" charset="0"/>
                <a:cs typeface="Times New Roman" panose="02020603050405020304" pitchFamily="18" charset="0"/>
              </a:rPr>
              <a:t>In this context, it displays the following analysis results: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what extent the coding standards have been adhered to?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Whether certain programming errors such as </a:t>
            </a:r>
            <a:r>
              <a:rPr lang="en-US" sz="2800" dirty="0" err="1">
                <a:latin typeface="Times New Roman" panose="02020603050405020304" pitchFamily="18" charset="0"/>
                <a:cs typeface="Times New Roman" panose="02020603050405020304" pitchFamily="18" charset="0"/>
              </a:rPr>
              <a:t>uninitialised</a:t>
            </a:r>
            <a:r>
              <a:rPr lang="en-US" sz="2800" dirty="0">
                <a:latin typeface="Times New Roman" panose="02020603050405020304" pitchFamily="18" charset="0"/>
                <a:cs typeface="Times New Roman" panose="02020603050405020304" pitchFamily="18" charset="0"/>
              </a:rPr>
              <a:t> variables, mismatch between actual and formal parameters, variables that are declared but never used, etc., exist? A list of all such errors is displayed.</a:t>
            </a:r>
          </a:p>
          <a:p>
            <a:pPr algn="just"/>
            <a:r>
              <a:rPr lang="en-US" sz="2800" dirty="0">
                <a:latin typeface="Times New Roman" panose="02020603050405020304" pitchFamily="18" charset="0"/>
                <a:cs typeface="Times New Roman" panose="02020603050405020304" pitchFamily="18" charset="0"/>
              </a:rPr>
              <a:t>Code review techniques such as </a:t>
            </a:r>
            <a:r>
              <a:rPr lang="en-US" sz="2800" b="1" dirty="0">
                <a:latin typeface="Times New Roman" panose="02020603050405020304" pitchFamily="18" charset="0"/>
                <a:cs typeface="Times New Roman" panose="02020603050405020304" pitchFamily="18" charset="0"/>
              </a:rPr>
              <a:t>code walkthrough and code inspection </a:t>
            </a:r>
            <a:r>
              <a:rPr lang="en-US" sz="2800" dirty="0">
                <a:latin typeface="Times New Roman" panose="02020603050405020304" pitchFamily="18" charset="0"/>
                <a:cs typeface="Times New Roman" panose="02020603050405020304" pitchFamily="18" charset="0"/>
              </a:rPr>
              <a:t>can be considered as static analysis methods since those target to detect errors based on </a:t>
            </a:r>
            <a:r>
              <a:rPr lang="en-US" sz="2800" dirty="0" err="1">
                <a:latin typeface="Times New Roman" panose="02020603050405020304" pitchFamily="18" charset="0"/>
                <a:cs typeface="Times New Roman" panose="02020603050405020304" pitchFamily="18" charset="0"/>
              </a:rPr>
              <a:t>analysing</a:t>
            </a:r>
            <a:r>
              <a:rPr lang="en-US"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23626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7C4B-4CF8-727D-40B9-8A33AC733FA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A1C4E9F-02C9-D6A8-61E5-696AE67C8ABB}"/>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AEC8CFD5-0CCA-ADC7-F82F-CC5F4507120B}"/>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PROGRAM ANALYSIS TOOLS</a:t>
            </a:r>
          </a:p>
        </p:txBody>
      </p:sp>
      <p:sp>
        <p:nvSpPr>
          <p:cNvPr id="7" name="TextBox 6">
            <a:extLst>
              <a:ext uri="{FF2B5EF4-FFF2-40B4-BE49-F238E27FC236}">
                <a16:creationId xmlns:a16="http://schemas.microsoft.com/office/drawing/2014/main" id="{BF45AAF1-C544-F59B-A631-8D32030EB4F2}"/>
              </a:ext>
            </a:extLst>
          </p:cNvPr>
          <p:cNvSpPr txBox="1"/>
          <p:nvPr/>
        </p:nvSpPr>
        <p:spPr>
          <a:xfrm>
            <a:off x="192024" y="711896"/>
            <a:ext cx="11484864" cy="4832092"/>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Dynamic Analysis Tools </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Dynamic program analysis tools can be used to evaluate several program characteristics based on an analysis of the run time </a:t>
            </a:r>
            <a:r>
              <a:rPr lang="en-US" sz="2800" dirty="0" err="1">
                <a:latin typeface="Times New Roman" panose="02020603050405020304" pitchFamily="18" charset="0"/>
                <a:cs typeface="Times New Roman" panose="02020603050405020304" pitchFamily="18" charset="0"/>
              </a:rPr>
              <a:t>behaviour</a:t>
            </a:r>
            <a:r>
              <a:rPr lang="en-US" sz="2800" dirty="0">
                <a:latin typeface="Times New Roman" panose="02020603050405020304" pitchFamily="18" charset="0"/>
                <a:cs typeface="Times New Roman" panose="02020603050405020304" pitchFamily="18" charset="0"/>
              </a:rPr>
              <a:t> of a program.</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dynamic program analysis tool (also called a dynamic </a:t>
            </a:r>
            <a:r>
              <a:rPr lang="en-US" sz="2800" dirty="0" err="1">
                <a:latin typeface="Times New Roman" panose="02020603050405020304" pitchFamily="18" charset="0"/>
                <a:cs typeface="Times New Roman" panose="02020603050405020304" pitchFamily="18" charset="0"/>
              </a:rPr>
              <a:t>analyser</a:t>
            </a:r>
            <a:r>
              <a:rPr lang="en-US" sz="2800" dirty="0">
                <a:latin typeface="Times New Roman" panose="02020603050405020304" pitchFamily="18" charset="0"/>
                <a:cs typeface="Times New Roman" panose="02020603050405020304" pitchFamily="18" charset="0"/>
              </a:rPr>
              <a:t> ) usually collects execution trace information by instrumenting the code</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Code instrumentation is usually achieved by inserting additional statements to print the values of certain variables into a file to collect the execution trace of the program.</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instrumented code when executed, records the </a:t>
            </a:r>
            <a:r>
              <a:rPr lang="en-US" sz="2800" dirty="0" err="1">
                <a:latin typeface="Times New Roman" panose="02020603050405020304" pitchFamily="18" charset="0"/>
                <a:cs typeface="Times New Roman" panose="02020603050405020304" pitchFamily="18" charset="0"/>
              </a:rPr>
              <a:t>behaviour</a:t>
            </a:r>
            <a:r>
              <a:rPr lang="en-US" sz="2800" dirty="0">
                <a:latin typeface="Times New Roman" panose="02020603050405020304" pitchFamily="18" charset="0"/>
                <a:cs typeface="Times New Roman" panose="02020603050405020304" pitchFamily="18" charset="0"/>
              </a:rPr>
              <a:t> of the software for different test cases.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56734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BCCAC-07B4-618F-E78A-26B4012DED0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82B8612-7371-0E27-E3F9-67130CE50BA7}"/>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7B58F840-7039-860E-B3D1-9A7DED6C6B06}"/>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INTEGRATION TESTING</a:t>
            </a:r>
          </a:p>
        </p:txBody>
      </p:sp>
      <p:sp>
        <p:nvSpPr>
          <p:cNvPr id="7" name="TextBox 6">
            <a:extLst>
              <a:ext uri="{FF2B5EF4-FFF2-40B4-BE49-F238E27FC236}">
                <a16:creationId xmlns:a16="http://schemas.microsoft.com/office/drawing/2014/main" id="{DA227D54-BF47-2293-7CD5-67CA559CAECC}"/>
              </a:ext>
            </a:extLst>
          </p:cNvPr>
          <p:cNvSpPr txBox="1"/>
          <p:nvPr/>
        </p:nvSpPr>
        <p:spPr>
          <a:xfrm>
            <a:off x="512064" y="2313500"/>
            <a:ext cx="11484864" cy="2677656"/>
          </a:xfrm>
          <a:prstGeom prst="rect">
            <a:avLst/>
          </a:prstGeom>
          <a:noFill/>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 following approaches can be used to develop the test plan: </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Big-bang approach to integration testing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Top-down approach to integration testing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Bottom-up approach to integration testing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Mixed (also called sandwiched ) approach to integration testing</a:t>
            </a: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7467804E-ED1B-6FA0-ABED-75105119EB25}"/>
              </a:ext>
            </a:extLst>
          </p:cNvPr>
          <p:cNvPicPr>
            <a:picLocks noChangeAspect="1"/>
          </p:cNvPicPr>
          <p:nvPr/>
        </p:nvPicPr>
        <p:blipFill>
          <a:blip r:embed="rId3"/>
          <a:stretch>
            <a:fillRect/>
          </a:stretch>
        </p:blipFill>
        <p:spPr>
          <a:xfrm>
            <a:off x="512064" y="980805"/>
            <a:ext cx="11274552" cy="1018209"/>
          </a:xfrm>
          <a:prstGeom prst="rect">
            <a:avLst/>
          </a:prstGeom>
        </p:spPr>
      </p:pic>
    </p:spTree>
    <p:extLst>
      <p:ext uri="{BB962C8B-B14F-4D97-AF65-F5344CB8AC3E}">
        <p14:creationId xmlns:p14="http://schemas.microsoft.com/office/powerpoint/2010/main" val="2401886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6BFF6-6F6E-7771-D258-FC441FC7AB2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86FB42D-8865-0E64-D5D4-AF8B3DD9B974}"/>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E0D16135-A88C-B308-60CE-700FFF5A30B5}"/>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INTEGRATION TESTING</a:t>
            </a:r>
          </a:p>
        </p:txBody>
      </p:sp>
      <p:sp>
        <p:nvSpPr>
          <p:cNvPr id="7" name="TextBox 6">
            <a:extLst>
              <a:ext uri="{FF2B5EF4-FFF2-40B4-BE49-F238E27FC236}">
                <a16:creationId xmlns:a16="http://schemas.microsoft.com/office/drawing/2014/main" id="{7501D147-3CE4-6EFC-FD0F-1814FC557C2B}"/>
              </a:ext>
            </a:extLst>
          </p:cNvPr>
          <p:cNvSpPr txBox="1"/>
          <p:nvPr/>
        </p:nvSpPr>
        <p:spPr>
          <a:xfrm>
            <a:off x="283464" y="868748"/>
            <a:ext cx="11484864" cy="5693866"/>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Big-bang approach to integration testing</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this approach, all the modules making up a system are integrated in a single step.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simple words, all the unit tested modules of the system are simply linked together and tested.</a:t>
            </a:r>
            <a:r>
              <a:rPr lang="en-US" sz="2800" b="1" dirty="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main problem with this approach is that once a failure has been detected during integration testing, it is very difficult to </a:t>
            </a:r>
            <a:r>
              <a:rPr lang="en-US" sz="2800" dirty="0" err="1">
                <a:latin typeface="Times New Roman" panose="02020603050405020304" pitchFamily="18" charset="0"/>
                <a:cs typeface="Times New Roman" panose="02020603050405020304" pitchFamily="18" charset="0"/>
              </a:rPr>
              <a:t>localise</a:t>
            </a:r>
            <a:r>
              <a:rPr lang="en-US" sz="2800" dirty="0">
                <a:latin typeface="Times New Roman" panose="02020603050405020304" pitchFamily="18" charset="0"/>
                <a:cs typeface="Times New Roman" panose="02020603050405020304" pitchFamily="18" charset="0"/>
              </a:rPr>
              <a:t> the error as the error may potentially lie in any of the modules.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Therefore, debugging errors reported during big-bang integration testing are very expensive to fix.</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As a result, big-bang integration testing is almost never used for large programs.</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70470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00985-7C81-BAE5-3DA4-116CA7F2B25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213F73F-C0A7-12E1-6ADF-81FE079CD3AD}"/>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5267788E-56C4-5767-FC68-75D3E65F12E6}"/>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INTEGRATION TESTING</a:t>
            </a:r>
          </a:p>
        </p:txBody>
      </p:sp>
      <p:sp>
        <p:nvSpPr>
          <p:cNvPr id="7" name="TextBox 6">
            <a:extLst>
              <a:ext uri="{FF2B5EF4-FFF2-40B4-BE49-F238E27FC236}">
                <a16:creationId xmlns:a16="http://schemas.microsoft.com/office/drawing/2014/main" id="{C84524AB-2ED4-5A0A-3300-04D86624C690}"/>
              </a:ext>
            </a:extLst>
          </p:cNvPr>
          <p:cNvSpPr txBox="1"/>
          <p:nvPr/>
        </p:nvSpPr>
        <p:spPr>
          <a:xfrm>
            <a:off x="283464" y="666319"/>
            <a:ext cx="11484864" cy="6124754"/>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Bottom-up approach to integration testing</a:t>
            </a:r>
          </a:p>
          <a:p>
            <a:pPr algn="just"/>
            <a:endParaRPr lang="en-US"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Large software products are often made up of several subsystems. A subsystem might consist of many modules which communicate among each other </a:t>
            </a:r>
            <a:endParaRPr lang="en-US"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bottom-up integration testing, first the modules for the each subsystem are integrated.</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principal advantage of bottom- up integration testing is that several disjoint subsystems can be tested simultaneously.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Another advantage of bottom-up testing is that the low-level modules get tested thoroughly, since they are exercised in each integration step.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disadvantage of bottom-up testing is the complexity that occurs when the system is made up of a large number of small subsystems that are at the same level. This extreme case corresponds to the big-bang approach. </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47101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F6382-C0AE-7002-8217-593CB5B76A6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73726A5-8E02-2694-9075-F77F726C44F5}"/>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00F636E1-FE9E-9719-A25C-CB90BD0F9312}"/>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INTEGRATION TESTING</a:t>
            </a:r>
          </a:p>
        </p:txBody>
      </p:sp>
      <p:sp>
        <p:nvSpPr>
          <p:cNvPr id="7" name="TextBox 6">
            <a:extLst>
              <a:ext uri="{FF2B5EF4-FFF2-40B4-BE49-F238E27FC236}">
                <a16:creationId xmlns:a16="http://schemas.microsoft.com/office/drawing/2014/main" id="{0AB35064-BAF0-02B5-8349-06815609A447}"/>
              </a:ext>
            </a:extLst>
          </p:cNvPr>
          <p:cNvSpPr txBox="1"/>
          <p:nvPr/>
        </p:nvSpPr>
        <p:spPr>
          <a:xfrm>
            <a:off x="283464" y="666319"/>
            <a:ext cx="11484864" cy="4832092"/>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Top-down approach to integration testing</a:t>
            </a:r>
          </a:p>
          <a:p>
            <a:pPr algn="just"/>
            <a:endParaRPr lang="en-US"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Top-down integration testing starts with the root module in the structure chart and one or two subordinate modules of the root module.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After the top-level ‘skeleton’ has been tested, the modules that are at the immediately lower layer of the ‘skeleton’ are combined with it and tested.</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disadvantage of the top-down integration testing approach is that difficult to exercise the top-level module in the absence of </a:t>
            </a:r>
            <a:r>
              <a:rPr lang="en-IN" sz="2800" dirty="0">
                <a:latin typeface="Times New Roman" panose="02020603050405020304" pitchFamily="18" charset="0"/>
                <a:cs typeface="Times New Roman" panose="02020603050405020304" pitchFamily="18" charset="0"/>
              </a:rPr>
              <a:t>lower level modules since lower level performs I/O operations.</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665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CE867-67F1-8049-13B8-13E8450FF82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C15499A-3513-684E-46B0-106166AA5373}"/>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7E819E5A-6C03-6F44-09DA-9D8594A6EB7B}"/>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INTEGRATION TESTING</a:t>
            </a:r>
          </a:p>
        </p:txBody>
      </p:sp>
      <p:sp>
        <p:nvSpPr>
          <p:cNvPr id="7" name="TextBox 6">
            <a:extLst>
              <a:ext uri="{FF2B5EF4-FFF2-40B4-BE49-F238E27FC236}">
                <a16:creationId xmlns:a16="http://schemas.microsoft.com/office/drawing/2014/main" id="{88CCF737-02E7-D7AC-B977-911EEA2BCD2F}"/>
              </a:ext>
            </a:extLst>
          </p:cNvPr>
          <p:cNvSpPr txBox="1"/>
          <p:nvPr/>
        </p:nvSpPr>
        <p:spPr>
          <a:xfrm>
            <a:off x="283464" y="666319"/>
            <a:ext cx="11484864" cy="5262979"/>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Mixed approach to integration testing</a:t>
            </a:r>
          </a:p>
          <a:p>
            <a:pPr algn="just"/>
            <a:endParaRPr lang="en-US"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mixed (also called sandwiched ) integration testing follows a combination of top-down and bottom-up testing approaches.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a:t>
            </a:r>
            <a:r>
              <a:rPr lang="en-US" sz="2800" dirty="0" err="1">
                <a:latin typeface="Times New Roman" panose="02020603050405020304" pitchFamily="18" charset="0"/>
                <a:cs typeface="Times New Roman" panose="02020603050405020304" pitchFamily="18" charset="0"/>
              </a:rPr>
              <a:t>topdown</a:t>
            </a:r>
            <a:r>
              <a:rPr lang="en-US" sz="2800" dirty="0">
                <a:latin typeface="Times New Roman" panose="02020603050405020304" pitchFamily="18" charset="0"/>
                <a:cs typeface="Times New Roman" panose="02020603050405020304" pitchFamily="18" charset="0"/>
              </a:rPr>
              <a:t> approach, testing can start only after the top-level modules have been coded and unit tested. Similarly, bottom-up testing can start only after the bottom level modules are ready.</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the mixed testing approach, testing can start as and when modules become available after unit testing. Therefore, this is one of the most commonly used integration testing approaches.</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00636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01A4A-B87C-DC9C-0A73-60B8C99E86B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83A655A-1903-F3BF-BF5B-D10D045A1C32}"/>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070A6C92-5F30-0D86-9BAC-2CF79342AE52}"/>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TESTING OBJECT-ORIENTED PROGRAMS</a:t>
            </a:r>
          </a:p>
        </p:txBody>
      </p:sp>
      <p:sp>
        <p:nvSpPr>
          <p:cNvPr id="7" name="TextBox 6">
            <a:extLst>
              <a:ext uri="{FF2B5EF4-FFF2-40B4-BE49-F238E27FC236}">
                <a16:creationId xmlns:a16="http://schemas.microsoft.com/office/drawing/2014/main" id="{780CE637-010F-9145-2EEA-0296815F284F}"/>
              </a:ext>
            </a:extLst>
          </p:cNvPr>
          <p:cNvSpPr txBox="1"/>
          <p:nvPr/>
        </p:nvSpPr>
        <p:spPr>
          <a:xfrm>
            <a:off x="353568" y="2219073"/>
            <a:ext cx="11484864" cy="2246769"/>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Thus, in an object oriented program, unit testing would mean testing each object in isolation.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During integration testing (called </a:t>
            </a:r>
            <a:r>
              <a:rPr lang="en-US" sz="2800" b="1" dirty="0">
                <a:latin typeface="Times New Roman" panose="02020603050405020304" pitchFamily="18" charset="0"/>
                <a:cs typeface="Times New Roman" panose="02020603050405020304" pitchFamily="18" charset="0"/>
              </a:rPr>
              <a:t>cluster testing </a:t>
            </a:r>
            <a:r>
              <a:rPr lang="en-US" sz="2800" dirty="0">
                <a:latin typeface="Times New Roman" panose="02020603050405020304" pitchFamily="18" charset="0"/>
                <a:cs typeface="Times New Roman" panose="02020603050405020304" pitchFamily="18" charset="0"/>
              </a:rPr>
              <a:t>in the object-oriented testing literature) various unit tested objects are integrated and tested.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Finally, system-level testing is carried out.</a:t>
            </a:r>
            <a:endParaRPr lang="en-US" sz="2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DD9A0FE-20E1-236F-4F7A-3DC33BDF3DCC}"/>
              </a:ext>
            </a:extLst>
          </p:cNvPr>
          <p:cNvPicPr>
            <a:picLocks noChangeAspect="1"/>
          </p:cNvPicPr>
          <p:nvPr/>
        </p:nvPicPr>
        <p:blipFill>
          <a:blip r:embed="rId3"/>
          <a:stretch>
            <a:fillRect/>
          </a:stretch>
        </p:blipFill>
        <p:spPr>
          <a:xfrm>
            <a:off x="1083280" y="1213259"/>
            <a:ext cx="9734072" cy="762522"/>
          </a:xfrm>
          <a:prstGeom prst="rect">
            <a:avLst/>
          </a:prstGeom>
        </p:spPr>
      </p:pic>
      <p:pic>
        <p:nvPicPr>
          <p:cNvPr id="8" name="Picture 7">
            <a:extLst>
              <a:ext uri="{FF2B5EF4-FFF2-40B4-BE49-F238E27FC236}">
                <a16:creationId xmlns:a16="http://schemas.microsoft.com/office/drawing/2014/main" id="{B6BC6014-1707-4406-9A85-18D74687F55E}"/>
              </a:ext>
            </a:extLst>
          </p:cNvPr>
          <p:cNvPicPr>
            <a:picLocks noChangeAspect="1"/>
          </p:cNvPicPr>
          <p:nvPr/>
        </p:nvPicPr>
        <p:blipFill>
          <a:blip r:embed="rId4"/>
          <a:stretch>
            <a:fillRect/>
          </a:stretch>
        </p:blipFill>
        <p:spPr>
          <a:xfrm>
            <a:off x="353568" y="4709134"/>
            <a:ext cx="11695060" cy="1459139"/>
          </a:xfrm>
          <a:prstGeom prst="rect">
            <a:avLst/>
          </a:prstGeom>
        </p:spPr>
      </p:pic>
    </p:spTree>
    <p:extLst>
      <p:ext uri="{BB962C8B-B14F-4D97-AF65-F5344CB8AC3E}">
        <p14:creationId xmlns:p14="http://schemas.microsoft.com/office/powerpoint/2010/main" val="27401257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A7EB9-A059-EBD1-BDF9-AAD98072A5A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4556F95-4812-08AC-8A8B-23F73A6D4FF9}"/>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A87C6CEC-6FDA-D444-FC14-5C714C410BAF}"/>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TESTING OBJECT-ORIENTED PROGRAMS</a:t>
            </a:r>
          </a:p>
        </p:txBody>
      </p:sp>
      <p:sp>
        <p:nvSpPr>
          <p:cNvPr id="7" name="TextBox 6">
            <a:extLst>
              <a:ext uri="{FF2B5EF4-FFF2-40B4-BE49-F238E27FC236}">
                <a16:creationId xmlns:a16="http://schemas.microsoft.com/office/drawing/2014/main" id="{6128CF98-8443-1184-666A-80FCD1C19D1A}"/>
              </a:ext>
            </a:extLst>
          </p:cNvPr>
          <p:cNvSpPr txBox="1"/>
          <p:nvPr/>
        </p:nvSpPr>
        <p:spPr>
          <a:xfrm>
            <a:off x="490728" y="1185801"/>
            <a:ext cx="11484864" cy="2246769"/>
          </a:xfrm>
          <a:prstGeom prst="rect">
            <a:avLst/>
          </a:prstGeom>
          <a:noFill/>
        </p:spPr>
        <p:txBody>
          <a:bodyPr wrap="square">
            <a:spAutoFit/>
          </a:bodyPr>
          <a:lstStyle/>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State-model-based testing (State coverage) </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Use case-based testing (Scenario Coverage)</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Class diagram-based testing (Derived classes)</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Association testing (Relationships)</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Aggregation testing (Aggregated objects)</a:t>
            </a:r>
          </a:p>
        </p:txBody>
      </p:sp>
    </p:spTree>
    <p:extLst>
      <p:ext uri="{BB962C8B-B14F-4D97-AF65-F5344CB8AC3E}">
        <p14:creationId xmlns:p14="http://schemas.microsoft.com/office/powerpoint/2010/main" val="16142551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0354E-479B-DAE3-E22E-E912D938E68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152AF94-4CD3-A972-64A1-D133C0C235D6}"/>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A78B2EE3-243D-923E-C664-F22C307ED45B}"/>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SYSTEM TESTING</a:t>
            </a:r>
          </a:p>
        </p:txBody>
      </p:sp>
      <p:pic>
        <p:nvPicPr>
          <p:cNvPr id="5" name="Picture 4">
            <a:extLst>
              <a:ext uri="{FF2B5EF4-FFF2-40B4-BE49-F238E27FC236}">
                <a16:creationId xmlns:a16="http://schemas.microsoft.com/office/drawing/2014/main" id="{92FD47B9-B21F-5212-9AD6-B3A40D75EB1A}"/>
              </a:ext>
            </a:extLst>
          </p:cNvPr>
          <p:cNvPicPr>
            <a:picLocks noChangeAspect="1"/>
          </p:cNvPicPr>
          <p:nvPr/>
        </p:nvPicPr>
        <p:blipFill>
          <a:blip r:embed="rId3"/>
          <a:stretch>
            <a:fillRect/>
          </a:stretch>
        </p:blipFill>
        <p:spPr>
          <a:xfrm>
            <a:off x="374945" y="711896"/>
            <a:ext cx="11442110" cy="1269132"/>
          </a:xfrm>
          <a:prstGeom prst="rect">
            <a:avLst/>
          </a:prstGeom>
        </p:spPr>
      </p:pic>
      <p:sp>
        <p:nvSpPr>
          <p:cNvPr id="8" name="TextBox 7">
            <a:extLst>
              <a:ext uri="{FF2B5EF4-FFF2-40B4-BE49-F238E27FC236}">
                <a16:creationId xmlns:a16="http://schemas.microsoft.com/office/drawing/2014/main" id="{C78DF163-9C76-D5B7-46BC-E4EE5D73714C}"/>
              </a:ext>
            </a:extLst>
          </p:cNvPr>
          <p:cNvSpPr txBox="1"/>
          <p:nvPr/>
        </p:nvSpPr>
        <p:spPr>
          <a:xfrm>
            <a:off x="374945" y="1981028"/>
            <a:ext cx="11442110" cy="4401205"/>
          </a:xfrm>
          <a:prstGeom prst="rect">
            <a:avLst/>
          </a:prstGeom>
          <a:noFill/>
        </p:spPr>
        <p:txBody>
          <a:bodyPr wrap="square">
            <a:spAutoFit/>
          </a:bodyPr>
          <a:lstStyle/>
          <a:p>
            <a:pPr marL="342900" indent="-342900">
              <a:buFontTx/>
              <a:buAutoNum type="arabicPeriod"/>
            </a:pPr>
            <a:r>
              <a:rPr lang="en-US" sz="2800" b="1" dirty="0">
                <a:latin typeface="Times New Roman" panose="02020603050405020304" pitchFamily="18" charset="0"/>
                <a:cs typeface="Times New Roman" panose="02020603050405020304" pitchFamily="18" charset="0"/>
              </a:rPr>
              <a:t>Smoke Testing: </a:t>
            </a:r>
            <a:r>
              <a:rPr lang="en-US" sz="2800" dirty="0">
                <a:latin typeface="Times New Roman" panose="02020603050405020304" pitchFamily="18" charset="0"/>
                <a:cs typeface="Times New Roman" panose="02020603050405020304" pitchFamily="18" charset="0"/>
              </a:rPr>
              <a:t>Smoke testing is carried out before initiating system testing to ensure that system testing would be meaningful, The idea behind smoke testing is that if the integrated program cannot pass even the basic tests, it is not ready for a vigorous testing</a:t>
            </a:r>
            <a:endParaRPr lang="en-IN" sz="2800" dirty="0">
              <a:latin typeface="Times New Roman" panose="02020603050405020304" pitchFamily="18" charset="0"/>
              <a:cs typeface="Times New Roman" panose="02020603050405020304" pitchFamily="18" charset="0"/>
            </a:endParaRPr>
          </a:p>
          <a:p>
            <a:pPr marL="342900" indent="-342900">
              <a:buAutoNum type="arabicPeriod"/>
            </a:pPr>
            <a:r>
              <a:rPr lang="en-US" sz="2800" b="1" dirty="0">
                <a:latin typeface="Times New Roman" panose="02020603050405020304" pitchFamily="18" charset="0"/>
                <a:cs typeface="Times New Roman" panose="02020603050405020304" pitchFamily="18" charset="0"/>
              </a:rPr>
              <a:t>Alpha Testing: </a:t>
            </a:r>
            <a:r>
              <a:rPr lang="en-US" sz="2800" dirty="0">
                <a:latin typeface="Times New Roman" panose="02020603050405020304" pitchFamily="18" charset="0"/>
                <a:cs typeface="Times New Roman" panose="02020603050405020304" pitchFamily="18" charset="0"/>
              </a:rPr>
              <a:t>Alpha testing refers to the system testing carried out by the test team within the developing organization. </a:t>
            </a:r>
          </a:p>
          <a:p>
            <a:pPr marL="342900" indent="-342900">
              <a:buAutoNum type="arabicPeriod"/>
            </a:pPr>
            <a:r>
              <a:rPr lang="en-US" sz="2800" b="1" dirty="0">
                <a:latin typeface="Times New Roman" panose="02020603050405020304" pitchFamily="18" charset="0"/>
                <a:cs typeface="Times New Roman" panose="02020603050405020304" pitchFamily="18" charset="0"/>
              </a:rPr>
              <a:t>Beta Testing: </a:t>
            </a:r>
            <a:r>
              <a:rPr lang="en-US" sz="2800" dirty="0">
                <a:latin typeface="Times New Roman" panose="02020603050405020304" pitchFamily="18" charset="0"/>
                <a:cs typeface="Times New Roman" panose="02020603050405020304" pitchFamily="18" charset="0"/>
              </a:rPr>
              <a:t>Beta testing is the system testing performed by a select group of friendly customers.</a:t>
            </a:r>
          </a:p>
          <a:p>
            <a:pPr marL="342900" indent="-342900">
              <a:buFontTx/>
              <a:buAutoNum type="arabicPeriod"/>
            </a:pPr>
            <a:r>
              <a:rPr lang="en-US" sz="2800" b="1" dirty="0">
                <a:latin typeface="Times New Roman" panose="02020603050405020304" pitchFamily="18" charset="0"/>
                <a:cs typeface="Times New Roman" panose="02020603050405020304" pitchFamily="18" charset="0"/>
              </a:rPr>
              <a:t>Acceptance Testing: </a:t>
            </a:r>
            <a:r>
              <a:rPr lang="en-US" sz="2800" dirty="0">
                <a:latin typeface="Times New Roman" panose="02020603050405020304" pitchFamily="18" charset="0"/>
                <a:cs typeface="Times New Roman" panose="02020603050405020304" pitchFamily="18" charset="0"/>
              </a:rPr>
              <a:t>Acceptance testing is the system testing performed by the customer to determine whether to accept the delivery of the system.</a:t>
            </a:r>
          </a:p>
        </p:txBody>
      </p:sp>
    </p:spTree>
    <p:extLst>
      <p:ext uri="{BB962C8B-B14F-4D97-AF65-F5344CB8AC3E}">
        <p14:creationId xmlns:p14="http://schemas.microsoft.com/office/powerpoint/2010/main" val="40935037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6EF7F-CB0B-26F4-3154-48FE3C7298A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8F08AE4-589A-F6FB-4EED-157245B2DA44}"/>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FA92C0AC-F031-C564-90D0-BF29535F9C6B}"/>
              </a:ext>
            </a:extLst>
          </p:cNvPr>
          <p:cNvSpPr txBox="1"/>
          <p:nvPr/>
        </p:nvSpPr>
        <p:spPr>
          <a:xfrm>
            <a:off x="1973961" y="143099"/>
            <a:ext cx="8757666" cy="523220"/>
          </a:xfrm>
          <a:prstGeom prst="rect">
            <a:avLst/>
          </a:prstGeom>
          <a:noFill/>
        </p:spPr>
        <p:txBody>
          <a:bodyPr wrap="square">
            <a:spAutoFit/>
          </a:bodyPr>
          <a:lstStyle/>
          <a:p>
            <a:pPr algn="ctr"/>
            <a:r>
              <a:rPr lang="en-IN" sz="2800" b="1" dirty="0">
                <a:latin typeface="Times New Roman" panose="02020603050405020304" pitchFamily="18" charset="0"/>
                <a:cs typeface="Times New Roman" panose="02020603050405020304" pitchFamily="18" charset="0"/>
              </a:rPr>
              <a:t>SYSTEM TESTING</a:t>
            </a:r>
          </a:p>
        </p:txBody>
      </p:sp>
      <p:sp>
        <p:nvSpPr>
          <p:cNvPr id="8" name="TextBox 7">
            <a:extLst>
              <a:ext uri="{FF2B5EF4-FFF2-40B4-BE49-F238E27FC236}">
                <a16:creationId xmlns:a16="http://schemas.microsoft.com/office/drawing/2014/main" id="{2F7F49CA-8C45-8DF2-2ADC-E833D54B664D}"/>
              </a:ext>
            </a:extLst>
          </p:cNvPr>
          <p:cNvSpPr txBox="1"/>
          <p:nvPr/>
        </p:nvSpPr>
        <p:spPr>
          <a:xfrm>
            <a:off x="441809" y="711896"/>
            <a:ext cx="11442110" cy="6555641"/>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5. Performance Testing</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Performance testing is carried out to check whether the system meets the nonfunctional requirements identified in the SRS document. </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Stress testing (short time period)</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Volume testing (data structures – arrays, stacks etc)</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Configuration testing (H/w and S/w Configurations)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Compatibility testing (Databases, servers, external systems/interfaces)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Regression testing (Enhance additional functionality)</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Recovery testing (</a:t>
            </a:r>
            <a:r>
              <a:rPr lang="en-US" sz="2800" dirty="0">
                <a:latin typeface="Times New Roman" panose="02020603050405020304" pitchFamily="18" charset="0"/>
                <a:cs typeface="Times New Roman" panose="02020603050405020304" pitchFamily="18" charset="0"/>
              </a:rPr>
              <a:t>faults, or loss of power, devices, services, data, etc.</a:t>
            </a:r>
            <a:r>
              <a:rPr lang="en-IN" sz="28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Maintenance testing (Maintenance)</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Documentation testing (</a:t>
            </a:r>
            <a:r>
              <a:rPr lang="en-US" sz="2800" dirty="0">
                <a:latin typeface="Times New Roman" panose="02020603050405020304" pitchFamily="18" charset="0"/>
                <a:cs typeface="Times New Roman" panose="02020603050405020304" pitchFamily="18" charset="0"/>
              </a:rPr>
              <a:t>user manual, maintenance manuals, and technical manuals</a:t>
            </a:r>
            <a:r>
              <a:rPr lang="en-IN" sz="28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Usability testing (User Interface requirements)</a:t>
            </a:r>
          </a:p>
          <a:p>
            <a:pPr marL="34290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Security testing (Guarding confidential data)</a:t>
            </a:r>
            <a:endParaRPr lang="en-US" sz="2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40816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D3655-AF46-BF88-4D12-A777F9A25C1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16A4B0E-5C9F-EDBF-2A6C-5B4571D4CCB8}"/>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6C3B9A77-1CC3-C009-A26C-99029E5B0C95}"/>
              </a:ext>
            </a:extLst>
          </p:cNvPr>
          <p:cNvSpPr txBox="1"/>
          <p:nvPr/>
        </p:nvSpPr>
        <p:spPr>
          <a:xfrm>
            <a:off x="1432142" y="143099"/>
            <a:ext cx="9878985"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SOME GENERAL ISSUES ASSOCIATED WITH TESTING</a:t>
            </a:r>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9A38F76-6265-D5C7-CAA4-ED067E92E5CF}"/>
              </a:ext>
            </a:extLst>
          </p:cNvPr>
          <p:cNvSpPr txBox="1"/>
          <p:nvPr/>
        </p:nvSpPr>
        <p:spPr>
          <a:xfrm>
            <a:off x="441809" y="711896"/>
            <a:ext cx="11442110" cy="5262979"/>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In this section, we shall discuss two general issues associated with testing. These are—how to document the results of testing and how to perform regression testing</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Test documentation</a:t>
            </a:r>
            <a:r>
              <a:rPr lang="en-US" sz="2800" dirty="0">
                <a:latin typeface="Times New Roman" panose="02020603050405020304" pitchFamily="18" charset="0"/>
                <a:cs typeface="Times New Roman" panose="02020603050405020304" pitchFamily="18" charset="0"/>
              </a:rPr>
              <a:t> </a:t>
            </a:r>
          </a:p>
          <a:p>
            <a:r>
              <a:rPr lang="en-US" sz="2800" dirty="0">
                <a:latin typeface="Times New Roman" panose="02020603050405020304" pitchFamily="18" charset="0"/>
                <a:cs typeface="Times New Roman" panose="02020603050405020304" pitchFamily="18" charset="0"/>
              </a:rPr>
              <a:t>A piece of documentation that is produced towards the end of testing is the test summary report.</a:t>
            </a:r>
          </a:p>
          <a:p>
            <a:r>
              <a:rPr lang="en-US" sz="2800" dirty="0">
                <a:latin typeface="Times New Roman" panose="02020603050405020304" pitchFamily="18" charset="0"/>
                <a:cs typeface="Times New Roman" panose="02020603050405020304" pitchFamily="18" charset="0"/>
              </a:rPr>
              <a:t>It normally specifies the following: </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What is the total number of tests that were applied to a subsystem. </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Out of the total number of tests how many tests were successful. </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How many were unsuccessful, and the degree to which they were unsuccessful,</a:t>
            </a:r>
          </a:p>
        </p:txBody>
      </p:sp>
    </p:spTree>
    <p:extLst>
      <p:ext uri="{BB962C8B-B14F-4D97-AF65-F5344CB8AC3E}">
        <p14:creationId xmlns:p14="http://schemas.microsoft.com/office/powerpoint/2010/main" val="42496510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D4AD4-ED4C-BE7C-44F0-1FC4333F608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991DC15-2838-69AD-0E33-F970049A52F3}"/>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6A3CA595-6AD6-DBEF-C931-59AA95ECE3FC}"/>
              </a:ext>
            </a:extLst>
          </p:cNvPr>
          <p:cNvSpPr txBox="1"/>
          <p:nvPr/>
        </p:nvSpPr>
        <p:spPr>
          <a:xfrm>
            <a:off x="1432142" y="143099"/>
            <a:ext cx="9878985"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SOME GENERAL ISSUES ASSOCIATED WITH TESTING</a:t>
            </a:r>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EE9B199-01A1-7C63-4DAC-A67D21C58B9D}"/>
              </a:ext>
            </a:extLst>
          </p:cNvPr>
          <p:cNvSpPr txBox="1"/>
          <p:nvPr/>
        </p:nvSpPr>
        <p:spPr>
          <a:xfrm>
            <a:off x="441809" y="711896"/>
            <a:ext cx="11442110" cy="353943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Regression testing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Regression testing spans unit, integration, and system testing.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Regression testing is the practice of running an old test suite after each change to the system or after each bug fix to ensure that no new bug has been introduced due to the change or the bug fix.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However, if only a few statements are changed, then the entire test suite need not be run — only those test cases that test the functions and are likely to be affected by the change need to be run.</a:t>
            </a:r>
          </a:p>
        </p:txBody>
      </p:sp>
    </p:spTree>
    <p:extLst>
      <p:ext uri="{BB962C8B-B14F-4D97-AF65-F5344CB8AC3E}">
        <p14:creationId xmlns:p14="http://schemas.microsoft.com/office/powerpoint/2010/main" val="38353317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6C71C-7E88-BDC0-AE48-A638A1AEE74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E137E05-36ED-BC15-818D-2B96860B6B60}"/>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7DC809F3-5329-511F-A3EE-7BF60627FB52}"/>
              </a:ext>
            </a:extLst>
          </p:cNvPr>
          <p:cNvSpPr txBox="1"/>
          <p:nvPr/>
        </p:nvSpPr>
        <p:spPr>
          <a:xfrm>
            <a:off x="1432142" y="143099"/>
            <a:ext cx="9878985" cy="954107"/>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SOFTWARE RELIABILITY AND</a:t>
            </a:r>
          </a:p>
          <a:p>
            <a:pPr algn="ctr"/>
            <a:r>
              <a:rPr lang="en-US" sz="2800" b="1" dirty="0">
                <a:latin typeface="Times New Roman" panose="02020603050405020304" pitchFamily="18" charset="0"/>
                <a:cs typeface="Times New Roman" panose="02020603050405020304" pitchFamily="18" charset="0"/>
              </a:rPr>
              <a:t>QUALITY MANAGEMENT</a:t>
            </a:r>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E7545E1-1EA5-6066-C817-2C6B124007C6}"/>
              </a:ext>
            </a:extLst>
          </p:cNvPr>
          <p:cNvSpPr txBox="1"/>
          <p:nvPr/>
        </p:nvSpPr>
        <p:spPr>
          <a:xfrm>
            <a:off x="469241" y="1097206"/>
            <a:ext cx="11442110" cy="5262979"/>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SOFTWARE RELIABILITY </a:t>
            </a:r>
          </a:p>
          <a:p>
            <a:pPr algn="just"/>
            <a:endParaRPr lang="en-US"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reliability of a software product essentially denotes its trustworthiness or dependability. </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Alternatively, the reliability of a software product can also be defined as the probability of the product working “correctly” over a given period of time.</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Users not only want the products they purchase to be highly reliable, but for certain categories of products they may even require a quantitative guarantee on the reliability of the product before making their buying decision.</a:t>
            </a:r>
          </a:p>
        </p:txBody>
      </p:sp>
    </p:spTree>
    <p:extLst>
      <p:ext uri="{BB962C8B-B14F-4D97-AF65-F5344CB8AC3E}">
        <p14:creationId xmlns:p14="http://schemas.microsoft.com/office/powerpoint/2010/main" val="24577762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AFF8B-9D94-B094-360E-E05A41D533A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613A02A-2540-EB59-3C36-F91F2F4A3787}"/>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008C69B4-DFC6-EFF1-D04C-34DD325F89B0}"/>
              </a:ext>
            </a:extLst>
          </p:cNvPr>
          <p:cNvSpPr txBox="1"/>
          <p:nvPr/>
        </p:nvSpPr>
        <p:spPr>
          <a:xfrm>
            <a:off x="1432142" y="143099"/>
            <a:ext cx="9878985" cy="954107"/>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SOFTWARE RELIABILITY AND</a:t>
            </a:r>
          </a:p>
          <a:p>
            <a:pPr algn="ctr"/>
            <a:r>
              <a:rPr lang="en-US" sz="2800" b="1" dirty="0">
                <a:latin typeface="Times New Roman" panose="02020603050405020304" pitchFamily="18" charset="0"/>
                <a:cs typeface="Times New Roman" panose="02020603050405020304" pitchFamily="18" charset="0"/>
              </a:rPr>
              <a:t>QUALITY MANAGEMENT</a:t>
            </a:r>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256B487-A3D3-97B4-EEFB-B97FFF68E2EB}"/>
              </a:ext>
            </a:extLst>
          </p:cNvPr>
          <p:cNvSpPr txBox="1"/>
          <p:nvPr/>
        </p:nvSpPr>
        <p:spPr>
          <a:xfrm>
            <a:off x="469241" y="1097206"/>
            <a:ext cx="11442110" cy="1600438"/>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SOFTWARE RELIABILITY </a:t>
            </a:r>
          </a:p>
          <a:p>
            <a:pPr algn="just"/>
            <a:endParaRPr lang="en-US" sz="1050" b="1" dirty="0">
              <a:latin typeface="Times New Roman" panose="02020603050405020304" pitchFamily="18" charset="0"/>
              <a:cs typeface="Times New Roman" panose="02020603050405020304" pitchFamily="18" charset="0"/>
            </a:endParaRPr>
          </a:p>
          <a:p>
            <a:pPr marL="571500" indent="-571500" algn="just">
              <a:buAutoNum type="romanLcParenR"/>
            </a:pPr>
            <a:r>
              <a:rPr lang="en-IN" sz="2800" b="1" dirty="0">
                <a:latin typeface="Times New Roman" panose="02020603050405020304" pitchFamily="18" charset="0"/>
                <a:cs typeface="Times New Roman" panose="02020603050405020304" pitchFamily="18" charset="0"/>
              </a:rPr>
              <a:t>Hardware versus Software Reliability</a:t>
            </a:r>
          </a:p>
          <a:p>
            <a:pPr algn="just"/>
            <a:endParaRPr lang="en-US"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BA6B93C-0FFE-C6DB-4C7D-1E320504F82A}"/>
              </a:ext>
            </a:extLst>
          </p:cNvPr>
          <p:cNvPicPr>
            <a:picLocks noChangeAspect="1"/>
          </p:cNvPicPr>
          <p:nvPr/>
        </p:nvPicPr>
        <p:blipFill>
          <a:blip r:embed="rId3"/>
          <a:stretch>
            <a:fillRect/>
          </a:stretch>
        </p:blipFill>
        <p:spPr>
          <a:xfrm>
            <a:off x="986616" y="2173759"/>
            <a:ext cx="10736143" cy="1047769"/>
          </a:xfrm>
          <a:prstGeom prst="rect">
            <a:avLst/>
          </a:prstGeom>
        </p:spPr>
      </p:pic>
      <p:pic>
        <p:nvPicPr>
          <p:cNvPr id="7" name="Picture 6">
            <a:extLst>
              <a:ext uri="{FF2B5EF4-FFF2-40B4-BE49-F238E27FC236}">
                <a16:creationId xmlns:a16="http://schemas.microsoft.com/office/drawing/2014/main" id="{81899E2C-39BF-7ADF-46A9-E4D04B82C951}"/>
              </a:ext>
            </a:extLst>
          </p:cNvPr>
          <p:cNvPicPr>
            <a:picLocks noChangeAspect="1"/>
          </p:cNvPicPr>
          <p:nvPr/>
        </p:nvPicPr>
        <p:blipFill>
          <a:blip r:embed="rId4"/>
          <a:stretch>
            <a:fillRect/>
          </a:stretch>
        </p:blipFill>
        <p:spPr>
          <a:xfrm>
            <a:off x="1147652" y="3221529"/>
            <a:ext cx="10629820" cy="3493372"/>
          </a:xfrm>
          <a:prstGeom prst="rect">
            <a:avLst/>
          </a:prstGeom>
        </p:spPr>
      </p:pic>
    </p:spTree>
    <p:extLst>
      <p:ext uri="{BB962C8B-B14F-4D97-AF65-F5344CB8AC3E}">
        <p14:creationId xmlns:p14="http://schemas.microsoft.com/office/powerpoint/2010/main" val="9534050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C5699-2656-123C-4887-67D35101D68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AC78354-0C73-D99A-37E4-9C7E1CAA1D23}"/>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B84DCB35-91EC-8187-A75A-E45CFEC53899}"/>
              </a:ext>
            </a:extLst>
          </p:cNvPr>
          <p:cNvSpPr txBox="1"/>
          <p:nvPr/>
        </p:nvSpPr>
        <p:spPr>
          <a:xfrm>
            <a:off x="1432142" y="143099"/>
            <a:ext cx="9878985" cy="954107"/>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SOFTWARE RELIABILITY AND</a:t>
            </a:r>
          </a:p>
          <a:p>
            <a:pPr algn="ctr"/>
            <a:r>
              <a:rPr lang="en-US" sz="2800" b="1" dirty="0">
                <a:latin typeface="Times New Roman" panose="02020603050405020304" pitchFamily="18" charset="0"/>
                <a:cs typeface="Times New Roman" panose="02020603050405020304" pitchFamily="18" charset="0"/>
              </a:rPr>
              <a:t>QUALITY MANAGEMENT</a:t>
            </a:r>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714ECDD-FB50-AFC5-59A2-686174CE39F6}"/>
              </a:ext>
            </a:extLst>
          </p:cNvPr>
          <p:cNvSpPr txBox="1"/>
          <p:nvPr/>
        </p:nvSpPr>
        <p:spPr>
          <a:xfrm>
            <a:off x="460097" y="987478"/>
            <a:ext cx="11442110" cy="6286336"/>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SOFTWARE RELIABILITY </a:t>
            </a:r>
          </a:p>
          <a:p>
            <a:pPr algn="just"/>
            <a:endParaRPr lang="en-US" sz="105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ii) Reliability Metrics of Software Products</a:t>
            </a: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Rate of occurrence of failure (ROCOF) </a:t>
            </a:r>
            <a:r>
              <a:rPr lang="en-US" sz="2800" dirty="0">
                <a:latin typeface="Times New Roman" panose="02020603050405020304" pitchFamily="18" charset="0"/>
                <a:cs typeface="Times New Roman" panose="02020603050405020304" pitchFamily="18" charset="0"/>
              </a:rPr>
              <a:t>(ROCOF measures the frequency of occurrence of failures)</a:t>
            </a: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Mean time to failure (MTTF) </a:t>
            </a:r>
            <a:r>
              <a:rPr lang="en-US" sz="2800" dirty="0">
                <a:latin typeface="Times New Roman" panose="02020603050405020304" pitchFamily="18" charset="0"/>
                <a:cs typeface="Times New Roman" panose="02020603050405020304" pitchFamily="18" charset="0"/>
              </a:rPr>
              <a:t>(the time between two successive failures, averaged over a large number of failures)</a:t>
            </a:r>
            <a:endParaRPr lang="en-US"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Mean time to repair (MTTR) </a:t>
            </a:r>
            <a:r>
              <a:rPr lang="en-US" sz="2800" dirty="0">
                <a:latin typeface="Times New Roman" panose="02020603050405020304" pitchFamily="18" charset="0"/>
                <a:cs typeface="Times New Roman" panose="02020603050405020304" pitchFamily="18" charset="0"/>
              </a:rPr>
              <a:t>(MTTR measures the average time it takes to track the errors causing the failure and to fix them)</a:t>
            </a:r>
            <a:endParaRPr lang="en-US"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Mean time between failure (MTBF) </a:t>
            </a:r>
            <a:r>
              <a:rPr lang="en-US" sz="2800" dirty="0">
                <a:latin typeface="Times New Roman" panose="02020603050405020304" pitchFamily="18" charset="0"/>
                <a:cs typeface="Times New Roman" panose="02020603050405020304" pitchFamily="18" charset="0"/>
              </a:rPr>
              <a:t>(</a:t>
            </a:r>
            <a:r>
              <a:rPr lang="en-IN" sz="2800" dirty="0">
                <a:latin typeface="Times New Roman" panose="02020603050405020304" pitchFamily="18" charset="0"/>
                <a:cs typeface="Times New Roman" panose="02020603050405020304" pitchFamily="18" charset="0"/>
              </a:rPr>
              <a:t>MTBF=MTTF+MTTR</a:t>
            </a:r>
            <a:r>
              <a:rPr lang="en-US" sz="2800" dirty="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Probability of failure on demand (POFOD) </a:t>
            </a:r>
            <a:r>
              <a:rPr lang="en-US" sz="2800" dirty="0">
                <a:latin typeface="Times New Roman" panose="02020603050405020304" pitchFamily="18" charset="0"/>
                <a:cs typeface="Times New Roman" panose="02020603050405020304" pitchFamily="18" charset="0"/>
              </a:rPr>
              <a:t>(measures the likelihood of the system failing when a service request is made)</a:t>
            </a:r>
            <a:endParaRPr lang="en-US"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Availability</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how likely would the system be available for use over a given period of time</a:t>
            </a:r>
            <a:r>
              <a:rPr lang="en-US" sz="2800" b="1" dirty="0">
                <a:latin typeface="Times New Roman" panose="02020603050405020304" pitchFamily="18" charset="0"/>
                <a:cs typeface="Times New Roman" panose="02020603050405020304" pitchFamily="18" charset="0"/>
              </a:rPr>
              <a:t>)</a:t>
            </a:r>
            <a:endParaRPr lang="en-IN" sz="2800" b="1"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69883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80771-F4E9-E973-6CF1-820AB350829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7BD64CF-CB68-4BE0-989A-AC60E023B4BC}"/>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C80DB75E-5B61-7B4F-6E70-8441A1AF85CE}"/>
              </a:ext>
            </a:extLst>
          </p:cNvPr>
          <p:cNvSpPr txBox="1"/>
          <p:nvPr/>
        </p:nvSpPr>
        <p:spPr>
          <a:xfrm>
            <a:off x="1432142" y="143099"/>
            <a:ext cx="9878985" cy="954107"/>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SOFTWARE RELIABILITY AND</a:t>
            </a:r>
          </a:p>
          <a:p>
            <a:pPr algn="ctr"/>
            <a:r>
              <a:rPr lang="en-US" sz="2800" b="1" dirty="0">
                <a:latin typeface="Times New Roman" panose="02020603050405020304" pitchFamily="18" charset="0"/>
                <a:cs typeface="Times New Roman" panose="02020603050405020304" pitchFamily="18" charset="0"/>
              </a:rPr>
              <a:t>QUALITY MANAGEMENT</a:t>
            </a:r>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AD22764-EA47-6D9F-8CCD-B00C48D3AD44}"/>
              </a:ext>
            </a:extLst>
          </p:cNvPr>
          <p:cNvSpPr txBox="1"/>
          <p:nvPr/>
        </p:nvSpPr>
        <p:spPr>
          <a:xfrm>
            <a:off x="460097" y="987478"/>
            <a:ext cx="11442110" cy="5693866"/>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STATISTICAL TESTING</a:t>
            </a:r>
            <a:endParaRPr lang="en-US" sz="1050" b="1"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Statistical testing is a testing process whose objective is to determine the reliability of the product rather than discovering errors.</a:t>
            </a:r>
          </a:p>
          <a:p>
            <a:pPr algn="just"/>
            <a:r>
              <a:rPr lang="en-US" sz="2800" dirty="0">
                <a:latin typeface="Times New Roman" panose="02020603050405020304" pitchFamily="18" charset="0"/>
                <a:cs typeface="Times New Roman" panose="02020603050405020304" pitchFamily="18" charset="0"/>
              </a:rPr>
              <a:t>To carry out statistical testing, we need to first define the operation profile of the product</a:t>
            </a:r>
          </a:p>
          <a:p>
            <a:pPr algn="just"/>
            <a:r>
              <a:rPr lang="en-US" sz="2800" b="1" dirty="0">
                <a:latin typeface="Times New Roman" panose="02020603050405020304" pitchFamily="18" charset="0"/>
                <a:cs typeface="Times New Roman" panose="02020603050405020304" pitchFamily="18" charset="0"/>
              </a:rPr>
              <a:t>Operation profile:</a:t>
            </a:r>
            <a:r>
              <a:rPr lang="en-US" sz="2800" dirty="0">
                <a:latin typeface="Times New Roman" panose="02020603050405020304" pitchFamily="18" charset="0"/>
                <a:cs typeface="Times New Roman" panose="02020603050405020304" pitchFamily="18" charset="0"/>
              </a:rPr>
              <a:t> Different categories of users may use a software product for very different purposes. </a:t>
            </a:r>
          </a:p>
          <a:p>
            <a:pPr algn="just"/>
            <a:r>
              <a:rPr lang="en-US" sz="2800" i="1" dirty="0">
                <a:latin typeface="Times New Roman" panose="02020603050405020304" pitchFamily="18" charset="0"/>
                <a:cs typeface="Times New Roman" panose="02020603050405020304" pitchFamily="18" charset="0"/>
              </a:rPr>
              <a:t>For example, a librarian might use the Library Automation Software to create member records, delete member records, add books to the library, etc., whereas a library member might use software to query about the availability of a book, and to issue and return books. </a:t>
            </a:r>
          </a:p>
          <a:p>
            <a:pPr algn="just"/>
            <a:r>
              <a:rPr lang="en-US" sz="2800" dirty="0">
                <a:latin typeface="Times New Roman" panose="02020603050405020304" pitchFamily="18" charset="0"/>
                <a:cs typeface="Times New Roman" panose="02020603050405020304" pitchFamily="18" charset="0"/>
              </a:rPr>
              <a:t>Formally, we can define the operation profile of a software as the probability of a user selecting the different functionalities of the software.</a:t>
            </a:r>
          </a:p>
        </p:txBody>
      </p:sp>
    </p:spTree>
    <p:extLst>
      <p:ext uri="{BB962C8B-B14F-4D97-AF65-F5344CB8AC3E}">
        <p14:creationId xmlns:p14="http://schemas.microsoft.com/office/powerpoint/2010/main" val="17182195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A2612-9A82-451C-4847-88A42D3FE71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62A7B32-062B-C26A-0F32-C1BF1F1EB64E}"/>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C65D5D6D-62BB-22AF-3F4B-13E6214E4AE7}"/>
              </a:ext>
            </a:extLst>
          </p:cNvPr>
          <p:cNvSpPr txBox="1"/>
          <p:nvPr/>
        </p:nvSpPr>
        <p:spPr>
          <a:xfrm>
            <a:off x="1432142" y="143099"/>
            <a:ext cx="9878985" cy="954107"/>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SOFTWARE RELIABILITY AND</a:t>
            </a:r>
          </a:p>
          <a:p>
            <a:pPr algn="ctr"/>
            <a:r>
              <a:rPr lang="en-US" sz="2800" b="1" dirty="0">
                <a:latin typeface="Times New Roman" panose="02020603050405020304" pitchFamily="18" charset="0"/>
                <a:cs typeface="Times New Roman" panose="02020603050405020304" pitchFamily="18" charset="0"/>
              </a:rPr>
              <a:t>QUALITY MANAGEMENT</a:t>
            </a:r>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AD8E611-05D4-89C1-EC14-E4746B141C21}"/>
              </a:ext>
            </a:extLst>
          </p:cNvPr>
          <p:cNvSpPr txBox="1"/>
          <p:nvPr/>
        </p:nvSpPr>
        <p:spPr>
          <a:xfrm>
            <a:off x="460097" y="987478"/>
            <a:ext cx="11442110" cy="4993675"/>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STATISTICAL TESTING</a:t>
            </a:r>
          </a:p>
          <a:p>
            <a:pPr algn="just"/>
            <a:endParaRPr lang="en-US" sz="105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first step is to determine the operation profile of the software. </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next step is to generate a set of test data corresponding to the determined operation profile. </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third step is to apply the test cases to the software and record the time between each failure. </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After a statistically significant number of failures have been observed, the reliability can be computed.</a:t>
            </a:r>
          </a:p>
        </p:txBody>
      </p:sp>
    </p:spTree>
    <p:extLst>
      <p:ext uri="{BB962C8B-B14F-4D97-AF65-F5344CB8AC3E}">
        <p14:creationId xmlns:p14="http://schemas.microsoft.com/office/powerpoint/2010/main" val="31613715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16C57-3D4C-FF76-CC83-E6A96E995AB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BCF9257-15AC-714B-D45E-5AB3E5682D36}"/>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888FC75A-BCB1-112A-5A36-897F40E1189A}"/>
              </a:ext>
            </a:extLst>
          </p:cNvPr>
          <p:cNvSpPr txBox="1"/>
          <p:nvPr/>
        </p:nvSpPr>
        <p:spPr>
          <a:xfrm>
            <a:off x="1432142" y="143099"/>
            <a:ext cx="9878985" cy="954107"/>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SOFTWARE RELIABILITY AND</a:t>
            </a:r>
          </a:p>
          <a:p>
            <a:pPr algn="ctr"/>
            <a:r>
              <a:rPr lang="en-US" sz="2800" b="1" dirty="0">
                <a:latin typeface="Times New Roman" panose="02020603050405020304" pitchFamily="18" charset="0"/>
                <a:cs typeface="Times New Roman" panose="02020603050405020304" pitchFamily="18" charset="0"/>
              </a:rPr>
              <a:t>QUALITY MANAGEMENT</a:t>
            </a:r>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354B131-6EB9-7CC6-D36E-049D2D4DA70B}"/>
              </a:ext>
            </a:extLst>
          </p:cNvPr>
          <p:cNvSpPr txBox="1"/>
          <p:nvPr/>
        </p:nvSpPr>
        <p:spPr>
          <a:xfrm>
            <a:off x="460097" y="987478"/>
            <a:ext cx="11442110" cy="5693866"/>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SOFTWARE QUALITY</a:t>
            </a:r>
            <a:endParaRPr lang="en-US" sz="105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good quality product does exactly what the users want it to do, since for almost every product, fitness of purpose is interpreted in terms of satisfaction of the requirements laid down in the SRS document</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Unlike hardware products, software lasts a long time, in the sense that it keeps evolving to accommodate changed circumstances. The modern view of a quality associates with a software product several quality factors</a:t>
            </a: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Portability</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Usability</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Reusability</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Correctness</a:t>
            </a: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Maintainability</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95746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5EBB9-F4B1-2445-4349-F74CC618CD1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8E7C440-D099-243E-C56E-2718668D3820}"/>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0A938160-3C17-C746-DBE0-C2C36A8C8261}"/>
              </a:ext>
            </a:extLst>
          </p:cNvPr>
          <p:cNvSpPr txBox="1"/>
          <p:nvPr/>
        </p:nvSpPr>
        <p:spPr>
          <a:xfrm>
            <a:off x="1432142" y="143099"/>
            <a:ext cx="9878985" cy="954107"/>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SOFTWARE RELIABILITY AND</a:t>
            </a:r>
          </a:p>
          <a:p>
            <a:pPr algn="ctr"/>
            <a:r>
              <a:rPr lang="en-US" sz="2800" b="1" dirty="0">
                <a:latin typeface="Times New Roman" panose="02020603050405020304" pitchFamily="18" charset="0"/>
                <a:cs typeface="Times New Roman" panose="02020603050405020304" pitchFamily="18" charset="0"/>
              </a:rPr>
              <a:t>QUALITY MANAGEMENT</a:t>
            </a:r>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93F335C-6E45-573E-ED6F-3F13BC05478E}"/>
              </a:ext>
            </a:extLst>
          </p:cNvPr>
          <p:cNvSpPr txBox="1"/>
          <p:nvPr/>
        </p:nvSpPr>
        <p:spPr>
          <a:xfrm>
            <a:off x="460097" y="987478"/>
            <a:ext cx="11442110" cy="5262979"/>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SOFTWARE QUALITY MANAGEMENT SYSTEM</a:t>
            </a:r>
          </a:p>
          <a:p>
            <a:pPr algn="just"/>
            <a:endParaRPr lang="en-IN"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A quality management system (often referred to as quality system) is the principal methodology used by </a:t>
            </a:r>
            <a:r>
              <a:rPr lang="en-US" sz="2800" dirty="0" err="1">
                <a:latin typeface="Times New Roman" panose="02020603050405020304" pitchFamily="18" charset="0"/>
                <a:cs typeface="Times New Roman" panose="02020603050405020304" pitchFamily="18" charset="0"/>
              </a:rPr>
              <a:t>organisations</a:t>
            </a:r>
            <a:r>
              <a:rPr lang="en-US" sz="2800" dirty="0">
                <a:latin typeface="Times New Roman" panose="02020603050405020304" pitchFamily="18" charset="0"/>
                <a:cs typeface="Times New Roman" panose="02020603050405020304" pitchFamily="18" charset="0"/>
              </a:rPr>
              <a:t> to ensure that the products they develop have the desired quality. </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err="1">
                <a:latin typeface="Times New Roman" panose="02020603050405020304" pitchFamily="18" charset="0"/>
                <a:cs typeface="Times New Roman" panose="02020603050405020304" pitchFamily="18" charset="0"/>
              </a:rPr>
              <a:t>i</a:t>
            </a:r>
            <a:r>
              <a:rPr lang="en-US" sz="2800" b="1" dirty="0">
                <a:latin typeface="Times New Roman" panose="02020603050405020304" pitchFamily="18" charset="0"/>
                <a:cs typeface="Times New Roman" panose="02020603050405020304" pitchFamily="18" charset="0"/>
              </a:rPr>
              <a:t>) Managerial structure and individual responsibilities</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every </a:t>
            </a:r>
            <a:r>
              <a:rPr lang="en-US" sz="2800" dirty="0" err="1">
                <a:latin typeface="Times New Roman" panose="02020603050405020304" pitchFamily="18" charset="0"/>
                <a:cs typeface="Times New Roman" panose="02020603050405020304" pitchFamily="18" charset="0"/>
              </a:rPr>
              <a:t>organisation</a:t>
            </a:r>
            <a:r>
              <a:rPr lang="en-US" sz="2800" dirty="0">
                <a:latin typeface="Times New Roman" panose="02020603050405020304" pitchFamily="18" charset="0"/>
                <a:cs typeface="Times New Roman" panose="02020603050405020304" pitchFamily="18" charset="0"/>
              </a:rPr>
              <a:t> has a separate quality department to perform several quality system activities.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Without support for the quality system at a high level in a company, few members of staff will take the quality system seriously</a:t>
            </a: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01456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600AA-373C-F9A1-2407-7698C8E3314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AE95CB5-D779-F24E-EBF8-BD9128D5BC6F}"/>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B0747C48-36EB-2D26-BAFB-85518134B2C9}"/>
              </a:ext>
            </a:extLst>
          </p:cNvPr>
          <p:cNvSpPr txBox="1"/>
          <p:nvPr/>
        </p:nvSpPr>
        <p:spPr>
          <a:xfrm>
            <a:off x="1432142" y="143099"/>
            <a:ext cx="9878985" cy="954107"/>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SOFTWARE RELIABILITY AND</a:t>
            </a:r>
          </a:p>
          <a:p>
            <a:pPr algn="ctr"/>
            <a:r>
              <a:rPr lang="en-US" sz="2800" b="1" dirty="0">
                <a:latin typeface="Times New Roman" panose="02020603050405020304" pitchFamily="18" charset="0"/>
                <a:cs typeface="Times New Roman" panose="02020603050405020304" pitchFamily="18" charset="0"/>
              </a:rPr>
              <a:t>QUALITY MANAGEMENT</a:t>
            </a:r>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1EE4379-C2DF-DEA5-01AA-6076DFD61C7D}"/>
              </a:ext>
            </a:extLst>
          </p:cNvPr>
          <p:cNvSpPr txBox="1"/>
          <p:nvPr/>
        </p:nvSpPr>
        <p:spPr>
          <a:xfrm>
            <a:off x="460097" y="987478"/>
            <a:ext cx="11442110" cy="4832092"/>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SOFTWARE QUALITY MANAGEMENT SYSTEM</a:t>
            </a:r>
          </a:p>
          <a:p>
            <a:pPr algn="just"/>
            <a:endParaRPr lang="en-IN"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ii) </a:t>
            </a:r>
            <a:r>
              <a:rPr lang="en-IN" sz="2800" b="1" dirty="0">
                <a:latin typeface="Times New Roman" panose="02020603050405020304" pitchFamily="18" charset="0"/>
                <a:cs typeface="Times New Roman" panose="02020603050405020304" pitchFamily="18" charset="0"/>
              </a:rPr>
              <a:t>Quality system activities</a:t>
            </a:r>
          </a:p>
          <a:p>
            <a:pPr algn="just"/>
            <a:r>
              <a:rPr lang="en-US" sz="2800" dirty="0">
                <a:latin typeface="Times New Roman" panose="02020603050405020304" pitchFamily="18" charset="0"/>
                <a:cs typeface="Times New Roman" panose="02020603050405020304" pitchFamily="18" charset="0"/>
              </a:rPr>
              <a:t>The quality system activities encompass the following: </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Auditing of projects to check if the processes are being followed. </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Collect process and product metrics and </a:t>
            </a:r>
            <a:r>
              <a:rPr lang="en-US" sz="2800" dirty="0" err="1">
                <a:latin typeface="Times New Roman" panose="02020603050405020304" pitchFamily="18" charset="0"/>
                <a:cs typeface="Times New Roman" panose="02020603050405020304" pitchFamily="18" charset="0"/>
              </a:rPr>
              <a:t>analyse</a:t>
            </a:r>
            <a:r>
              <a:rPr lang="en-US" sz="2800" dirty="0">
                <a:latin typeface="Times New Roman" panose="02020603050405020304" pitchFamily="18" charset="0"/>
                <a:cs typeface="Times New Roman" panose="02020603050405020304" pitchFamily="18" charset="0"/>
              </a:rPr>
              <a:t> them to check if quality goals are being met. </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Review of the quality system to make it more effective. </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Development of standards, procedures, and guidelines. </a:t>
            </a:r>
          </a:p>
          <a:p>
            <a:pPr marL="514350" indent="-514350" algn="just">
              <a:buFont typeface="+mj-lt"/>
              <a:buAutoNum type="arabicPeriod"/>
            </a:pPr>
            <a:r>
              <a:rPr lang="en-US" sz="2800" dirty="0">
                <a:latin typeface="Times New Roman" panose="02020603050405020304" pitchFamily="18" charset="0"/>
                <a:cs typeface="Times New Roman" panose="02020603050405020304" pitchFamily="18" charset="0"/>
              </a:rPr>
              <a:t>Produce reports for the top management </a:t>
            </a:r>
            <a:r>
              <a:rPr lang="en-US" sz="2800" dirty="0" err="1">
                <a:latin typeface="Times New Roman" panose="02020603050405020304" pitchFamily="18" charset="0"/>
                <a:cs typeface="Times New Roman" panose="02020603050405020304" pitchFamily="18" charset="0"/>
              </a:rPr>
              <a:t>summarising</a:t>
            </a:r>
            <a:r>
              <a:rPr lang="en-US" sz="2800" dirty="0">
                <a:latin typeface="Times New Roman" panose="02020603050405020304" pitchFamily="18" charset="0"/>
                <a:cs typeface="Times New Roman" panose="02020603050405020304" pitchFamily="18" charset="0"/>
              </a:rPr>
              <a:t> the effectiveness of the quality system in the </a:t>
            </a:r>
            <a:r>
              <a:rPr lang="en-US" sz="2800" dirty="0" err="1">
                <a:latin typeface="Times New Roman" panose="02020603050405020304" pitchFamily="18" charset="0"/>
                <a:cs typeface="Times New Roman" panose="02020603050405020304" pitchFamily="18" charset="0"/>
              </a:rPr>
              <a:t>organisation</a:t>
            </a: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813894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30AA6-0A6E-436A-2D06-652C7D6B36D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1A03E05-D7FF-0489-61A4-2AC29A12D122}"/>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9345AE03-A2A8-8B1A-93AB-A32165728D8A}"/>
              </a:ext>
            </a:extLst>
          </p:cNvPr>
          <p:cNvSpPr txBox="1"/>
          <p:nvPr/>
        </p:nvSpPr>
        <p:spPr>
          <a:xfrm>
            <a:off x="1432142" y="143099"/>
            <a:ext cx="9878985" cy="954107"/>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SOFTWARE RELIABILITY AND</a:t>
            </a:r>
          </a:p>
          <a:p>
            <a:pPr algn="ctr"/>
            <a:r>
              <a:rPr lang="en-US" sz="2800" b="1" dirty="0">
                <a:latin typeface="Times New Roman" panose="02020603050405020304" pitchFamily="18" charset="0"/>
                <a:cs typeface="Times New Roman" panose="02020603050405020304" pitchFamily="18" charset="0"/>
              </a:rPr>
              <a:t>QUALITY MANAGEMENT</a:t>
            </a:r>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F8D86C7-3AF6-E9C3-C4FF-21C209F5F95A}"/>
              </a:ext>
            </a:extLst>
          </p:cNvPr>
          <p:cNvSpPr txBox="1"/>
          <p:nvPr/>
        </p:nvSpPr>
        <p:spPr>
          <a:xfrm>
            <a:off x="460097" y="987478"/>
            <a:ext cx="11442110" cy="1815882"/>
          </a:xfrm>
          <a:prstGeom prst="rect">
            <a:avLst/>
          </a:prstGeom>
          <a:noFill/>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SOFTWARE QUALITY MANAGEMENT SYSTEM</a:t>
            </a:r>
          </a:p>
          <a:p>
            <a:pPr algn="just"/>
            <a:endParaRPr lang="en-IN"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iii) Evolution of Quality Systems</a:t>
            </a:r>
          </a:p>
          <a:p>
            <a:pPr algn="just"/>
            <a:endParaRPr lang="en-IN" sz="2800" dirty="0"/>
          </a:p>
        </p:txBody>
      </p:sp>
      <p:pic>
        <p:nvPicPr>
          <p:cNvPr id="5" name="Picture 4">
            <a:extLst>
              <a:ext uri="{FF2B5EF4-FFF2-40B4-BE49-F238E27FC236}">
                <a16:creationId xmlns:a16="http://schemas.microsoft.com/office/drawing/2014/main" id="{AD175B01-EE87-05E7-835C-5A0A524E5A62}"/>
              </a:ext>
            </a:extLst>
          </p:cNvPr>
          <p:cNvPicPr>
            <a:picLocks noChangeAspect="1"/>
          </p:cNvPicPr>
          <p:nvPr/>
        </p:nvPicPr>
        <p:blipFill>
          <a:blip r:embed="rId3"/>
          <a:stretch>
            <a:fillRect/>
          </a:stretch>
        </p:blipFill>
        <p:spPr>
          <a:xfrm>
            <a:off x="726594" y="2253400"/>
            <a:ext cx="10909116" cy="825542"/>
          </a:xfrm>
          <a:prstGeom prst="rect">
            <a:avLst/>
          </a:prstGeom>
        </p:spPr>
      </p:pic>
      <p:pic>
        <p:nvPicPr>
          <p:cNvPr id="7" name="Picture 6">
            <a:extLst>
              <a:ext uri="{FF2B5EF4-FFF2-40B4-BE49-F238E27FC236}">
                <a16:creationId xmlns:a16="http://schemas.microsoft.com/office/drawing/2014/main" id="{DCD3B025-5461-F056-D13E-1E6BE2F53EF3}"/>
              </a:ext>
            </a:extLst>
          </p:cNvPr>
          <p:cNvPicPr>
            <a:picLocks noChangeAspect="1"/>
          </p:cNvPicPr>
          <p:nvPr/>
        </p:nvPicPr>
        <p:blipFill>
          <a:blip r:embed="rId4"/>
          <a:stretch>
            <a:fillRect/>
          </a:stretch>
        </p:blipFill>
        <p:spPr>
          <a:xfrm>
            <a:off x="585216" y="3145536"/>
            <a:ext cx="10783997" cy="3569365"/>
          </a:xfrm>
          <a:prstGeom prst="rect">
            <a:avLst/>
          </a:prstGeom>
        </p:spPr>
      </p:pic>
    </p:spTree>
    <p:extLst>
      <p:ext uri="{BB962C8B-B14F-4D97-AF65-F5344CB8AC3E}">
        <p14:creationId xmlns:p14="http://schemas.microsoft.com/office/powerpoint/2010/main" val="22535812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BEFEF-A51C-A3D1-ED7D-E19CE3A6C88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539C456-8AE4-8185-799E-5B769EBB8102}"/>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8E7C84EF-2B0F-1EAE-43FB-72D5A9CEB5AC}"/>
              </a:ext>
            </a:extLst>
          </p:cNvPr>
          <p:cNvSpPr txBox="1"/>
          <p:nvPr/>
        </p:nvSpPr>
        <p:spPr>
          <a:xfrm>
            <a:off x="1432142" y="143099"/>
            <a:ext cx="9878985" cy="954107"/>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SOFTWARE RELIABILITY AND</a:t>
            </a:r>
          </a:p>
          <a:p>
            <a:pPr algn="ctr"/>
            <a:r>
              <a:rPr lang="en-US" sz="2800" b="1" dirty="0">
                <a:latin typeface="Times New Roman" panose="02020603050405020304" pitchFamily="18" charset="0"/>
                <a:cs typeface="Times New Roman" panose="02020603050405020304" pitchFamily="18" charset="0"/>
              </a:rPr>
              <a:t>QUALITY MANAGEMENT</a:t>
            </a:r>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9BA9A13-199C-B9E5-C16C-BD8ACC6A242F}"/>
              </a:ext>
            </a:extLst>
          </p:cNvPr>
          <p:cNvSpPr txBox="1"/>
          <p:nvPr/>
        </p:nvSpPr>
        <p:spPr>
          <a:xfrm>
            <a:off x="460097" y="987478"/>
            <a:ext cx="11442110" cy="4832092"/>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ISO 9000</a:t>
            </a:r>
          </a:p>
          <a:p>
            <a:pPr algn="just"/>
            <a:r>
              <a:rPr lang="en-US" sz="2800" dirty="0">
                <a:latin typeface="Times New Roman" panose="02020603050405020304" pitchFamily="18" charset="0"/>
                <a:cs typeface="Times New Roman" panose="02020603050405020304" pitchFamily="18" charset="0"/>
              </a:rPr>
              <a:t>International </a:t>
            </a:r>
            <a:r>
              <a:rPr lang="en-US" sz="2800" dirty="0" err="1">
                <a:latin typeface="Times New Roman" panose="02020603050405020304" pitchFamily="18" charset="0"/>
                <a:cs typeface="Times New Roman" panose="02020603050405020304" pitchFamily="18" charset="0"/>
              </a:rPr>
              <a:t>organisation</a:t>
            </a:r>
            <a:r>
              <a:rPr lang="en-US" sz="2800" dirty="0">
                <a:latin typeface="Times New Roman" panose="02020603050405020304" pitchFamily="18" charset="0"/>
                <a:cs typeface="Times New Roman" panose="02020603050405020304" pitchFamily="18" charset="0"/>
              </a:rPr>
              <a:t> for Standardization (ISO) is a consortium of 63 countries established to formulate and foster </a:t>
            </a:r>
            <a:r>
              <a:rPr lang="en-US" sz="2800" dirty="0" err="1">
                <a:latin typeface="Times New Roman" panose="02020603050405020304" pitchFamily="18" charset="0"/>
                <a:cs typeface="Times New Roman" panose="02020603050405020304" pitchFamily="18" charset="0"/>
              </a:rPr>
              <a:t>standardisation</a:t>
            </a:r>
            <a:r>
              <a:rPr lang="en-US" sz="2800" dirty="0">
                <a:latin typeface="Times New Roman" panose="02020603050405020304" pitchFamily="18" charset="0"/>
                <a:cs typeface="Times New Roman" panose="02020603050405020304" pitchFamily="18" charset="0"/>
              </a:rPr>
              <a:t>. ISO published its 9000 series of standards in 1987.</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ISO 9000 standard specifies the guidelines for maintaining a quality system</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a nutshell, ISO 9000 specifies a set of recommendations for repeatable and high quality product development.</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ISO 9000 is a series of three standards—ISO 9001, ISO 9002, and ISO 9003</a:t>
            </a:r>
          </a:p>
          <a:p>
            <a:pPr algn="just"/>
            <a:endParaRPr lang="en-IN" sz="2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802CF43-155D-86F5-DB9E-B2715348BCDF}"/>
              </a:ext>
            </a:extLst>
          </p:cNvPr>
          <p:cNvPicPr>
            <a:picLocks noChangeAspect="1"/>
          </p:cNvPicPr>
          <p:nvPr/>
        </p:nvPicPr>
        <p:blipFill>
          <a:blip r:embed="rId3"/>
          <a:stretch>
            <a:fillRect/>
          </a:stretch>
        </p:blipFill>
        <p:spPr>
          <a:xfrm>
            <a:off x="588113" y="5251494"/>
            <a:ext cx="11314094" cy="1341330"/>
          </a:xfrm>
          <a:prstGeom prst="rect">
            <a:avLst/>
          </a:prstGeom>
        </p:spPr>
      </p:pic>
    </p:spTree>
    <p:extLst>
      <p:ext uri="{BB962C8B-B14F-4D97-AF65-F5344CB8AC3E}">
        <p14:creationId xmlns:p14="http://schemas.microsoft.com/office/powerpoint/2010/main" val="38723053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1F03B-87D9-36E6-28C8-98B0DA8148B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56F1ADD-7084-0B0C-3951-0F1ED4CFF44E}"/>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DB03842B-E4D2-5EB7-5370-BEE9288345BA}"/>
              </a:ext>
            </a:extLst>
          </p:cNvPr>
          <p:cNvSpPr txBox="1"/>
          <p:nvPr/>
        </p:nvSpPr>
        <p:spPr>
          <a:xfrm>
            <a:off x="1432142" y="143099"/>
            <a:ext cx="9878985" cy="954107"/>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SOFTWARE RELIABILITY AND</a:t>
            </a:r>
          </a:p>
          <a:p>
            <a:pPr algn="ctr"/>
            <a:r>
              <a:rPr lang="en-US" sz="2800" b="1" dirty="0">
                <a:latin typeface="Times New Roman" panose="02020603050405020304" pitchFamily="18" charset="0"/>
                <a:cs typeface="Times New Roman" panose="02020603050405020304" pitchFamily="18" charset="0"/>
              </a:rPr>
              <a:t>QUALITY MANAGEMENT</a:t>
            </a:r>
            <a:endParaRPr lang="en-IN" sz="28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F80632D-F5FC-AF44-B3F2-89ECFC280CCD}"/>
              </a:ext>
            </a:extLst>
          </p:cNvPr>
          <p:cNvSpPr txBox="1"/>
          <p:nvPr/>
        </p:nvSpPr>
        <p:spPr>
          <a:xfrm>
            <a:off x="460097" y="868606"/>
            <a:ext cx="11442110" cy="6124754"/>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ISO 9000</a:t>
            </a:r>
          </a:p>
          <a:p>
            <a:pPr algn="just"/>
            <a:r>
              <a:rPr lang="en-US" sz="2800" b="1" dirty="0">
                <a:latin typeface="Times New Roman" panose="02020603050405020304" pitchFamily="18" charset="0"/>
                <a:cs typeface="Times New Roman" panose="02020603050405020304" pitchFamily="18" charset="0"/>
              </a:rPr>
              <a:t>ISO 9001:</a:t>
            </a:r>
            <a:r>
              <a:rPr lang="en-US" sz="2800" dirty="0">
                <a:latin typeface="Times New Roman" panose="02020603050405020304" pitchFamily="18" charset="0"/>
                <a:cs typeface="Times New Roman" panose="02020603050405020304" pitchFamily="18" charset="0"/>
              </a:rPr>
              <a:t> This standard applies to the </a:t>
            </a:r>
            <a:r>
              <a:rPr lang="en-US" sz="2800" dirty="0" err="1">
                <a:latin typeface="Times New Roman" panose="02020603050405020304" pitchFamily="18" charset="0"/>
                <a:cs typeface="Times New Roman" panose="02020603050405020304" pitchFamily="18" charset="0"/>
              </a:rPr>
              <a:t>organisations</a:t>
            </a:r>
            <a:r>
              <a:rPr lang="en-US" sz="2800" dirty="0">
                <a:latin typeface="Times New Roman" panose="02020603050405020304" pitchFamily="18" charset="0"/>
                <a:cs typeface="Times New Roman" panose="02020603050405020304" pitchFamily="18" charset="0"/>
              </a:rPr>
              <a:t> engaged in design, development, production, and servicing of goods. This is the standard that is applicable to most software development </a:t>
            </a:r>
            <a:r>
              <a:rPr lang="en-US" sz="2800" dirty="0" err="1">
                <a:latin typeface="Times New Roman" panose="02020603050405020304" pitchFamily="18" charset="0"/>
                <a:cs typeface="Times New Roman" panose="02020603050405020304" pitchFamily="18" charset="0"/>
              </a:rPr>
              <a:t>organisations</a:t>
            </a:r>
            <a:r>
              <a:rPr lang="en-US" sz="2800" dirty="0">
                <a:latin typeface="Times New Roman" panose="02020603050405020304" pitchFamily="18" charset="0"/>
                <a:cs typeface="Times New Roman" panose="02020603050405020304" pitchFamily="18" charset="0"/>
              </a:rPr>
              <a:t>. </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ISO 9002:</a:t>
            </a:r>
            <a:r>
              <a:rPr lang="en-US" sz="2800" dirty="0">
                <a:latin typeface="Times New Roman" panose="02020603050405020304" pitchFamily="18" charset="0"/>
                <a:cs typeface="Times New Roman" panose="02020603050405020304" pitchFamily="18" charset="0"/>
              </a:rPr>
              <a:t> This standard applies to those </a:t>
            </a:r>
            <a:r>
              <a:rPr lang="en-US" sz="2800" dirty="0" err="1">
                <a:latin typeface="Times New Roman" panose="02020603050405020304" pitchFamily="18" charset="0"/>
                <a:cs typeface="Times New Roman" panose="02020603050405020304" pitchFamily="18" charset="0"/>
              </a:rPr>
              <a:t>organisations</a:t>
            </a:r>
            <a:r>
              <a:rPr lang="en-US" sz="2800" dirty="0">
                <a:latin typeface="Times New Roman" panose="02020603050405020304" pitchFamily="18" charset="0"/>
                <a:cs typeface="Times New Roman" panose="02020603050405020304" pitchFamily="18" charset="0"/>
              </a:rPr>
              <a:t> which do not design products but are only involved in production. Examples of this category of industries include steel and car manufacturing industries who buy the product and plant designs from external sources and are involved in only manufacturing those products. Therefore, ISO 9002 is not applicable to software development </a:t>
            </a:r>
            <a:r>
              <a:rPr lang="en-US" sz="2800" dirty="0" err="1">
                <a:latin typeface="Times New Roman" panose="02020603050405020304" pitchFamily="18" charset="0"/>
                <a:cs typeface="Times New Roman" panose="02020603050405020304" pitchFamily="18" charset="0"/>
              </a:rPr>
              <a:t>organisations</a:t>
            </a:r>
            <a:r>
              <a:rPr lang="en-US" sz="2800" dirty="0">
                <a:latin typeface="Times New Roman" panose="02020603050405020304" pitchFamily="18" charset="0"/>
                <a:cs typeface="Times New Roman" panose="02020603050405020304" pitchFamily="18" charset="0"/>
              </a:rPr>
              <a:t>. </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ISO 9003:</a:t>
            </a:r>
            <a:r>
              <a:rPr lang="en-US" sz="2800" dirty="0">
                <a:latin typeface="Times New Roman" panose="02020603050405020304" pitchFamily="18" charset="0"/>
                <a:cs typeface="Times New Roman" panose="02020603050405020304" pitchFamily="18" charset="0"/>
              </a:rPr>
              <a:t> This standard applies to </a:t>
            </a:r>
            <a:r>
              <a:rPr lang="en-US" sz="2800" dirty="0" err="1">
                <a:latin typeface="Times New Roman" panose="02020603050405020304" pitchFamily="18" charset="0"/>
                <a:cs typeface="Times New Roman" panose="02020603050405020304" pitchFamily="18" charset="0"/>
              </a:rPr>
              <a:t>organisations</a:t>
            </a:r>
            <a:r>
              <a:rPr lang="en-US" sz="2800" dirty="0">
                <a:latin typeface="Times New Roman" panose="02020603050405020304" pitchFamily="18" charset="0"/>
                <a:cs typeface="Times New Roman" panose="02020603050405020304" pitchFamily="18" charset="0"/>
              </a:rPr>
              <a:t> involved only in installation and testing of products.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63308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8848B-5844-9EF3-4766-D351924661B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F8C4193-D5CB-F984-4B6D-4A6A3D17A98B}"/>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16056C78-9828-0D67-C748-8E572C23A60E}"/>
              </a:ext>
            </a:extLst>
          </p:cNvPr>
          <p:cNvSpPr txBox="1"/>
          <p:nvPr/>
        </p:nvSpPr>
        <p:spPr>
          <a:xfrm>
            <a:off x="1188720" y="143099"/>
            <a:ext cx="1082649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SOFTWARE RELIABILITY AND QUALITY MANAGEMENT</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EA60FE1-2BFB-A8C1-5E0A-26146B154097}"/>
              </a:ext>
            </a:extLst>
          </p:cNvPr>
          <p:cNvSpPr txBox="1"/>
          <p:nvPr/>
        </p:nvSpPr>
        <p:spPr>
          <a:xfrm>
            <a:off x="460097" y="868606"/>
            <a:ext cx="11442110" cy="6093976"/>
          </a:xfrm>
          <a:prstGeom prst="rect">
            <a:avLst/>
          </a:prstGeom>
          <a:noFill/>
        </p:spPr>
        <p:txBody>
          <a:bodyPr wrap="square">
            <a:spAutoFit/>
          </a:bodyPr>
          <a:lstStyle/>
          <a:p>
            <a:pPr algn="just"/>
            <a:r>
              <a:rPr lang="en-IN" sz="2600" b="1" dirty="0">
                <a:latin typeface="Times New Roman" panose="02020603050405020304" pitchFamily="18" charset="0"/>
                <a:cs typeface="Times New Roman" panose="02020603050405020304" pitchFamily="18" charset="0"/>
              </a:rPr>
              <a:t>ISO 9000</a:t>
            </a:r>
          </a:p>
          <a:p>
            <a:pPr algn="just"/>
            <a:r>
              <a:rPr lang="en-US" sz="2600" dirty="0">
                <a:latin typeface="Times New Roman" panose="02020603050405020304" pitchFamily="18" charset="0"/>
                <a:cs typeface="Times New Roman" panose="02020603050405020304" pitchFamily="18" charset="0"/>
              </a:rPr>
              <a:t>The ISO 9000 registration process consists of the following stages: </a:t>
            </a:r>
          </a:p>
          <a:p>
            <a:pPr algn="just"/>
            <a:r>
              <a:rPr lang="en-US" sz="2600" b="1" dirty="0">
                <a:latin typeface="Times New Roman" panose="02020603050405020304" pitchFamily="18" charset="0"/>
                <a:cs typeface="Times New Roman" panose="02020603050405020304" pitchFamily="18" charset="0"/>
              </a:rPr>
              <a:t>Application stage: </a:t>
            </a:r>
            <a:r>
              <a:rPr lang="en-US" sz="2600" dirty="0">
                <a:latin typeface="Times New Roman" panose="02020603050405020304" pitchFamily="18" charset="0"/>
                <a:cs typeface="Times New Roman" panose="02020603050405020304" pitchFamily="18" charset="0"/>
              </a:rPr>
              <a:t>Once an </a:t>
            </a:r>
            <a:r>
              <a:rPr lang="en-US" sz="2600" dirty="0" err="1">
                <a:latin typeface="Times New Roman" panose="02020603050405020304" pitchFamily="18" charset="0"/>
                <a:cs typeface="Times New Roman" panose="02020603050405020304" pitchFamily="18" charset="0"/>
              </a:rPr>
              <a:t>organisation</a:t>
            </a:r>
            <a:r>
              <a:rPr lang="en-US" sz="2600" dirty="0">
                <a:latin typeface="Times New Roman" panose="02020603050405020304" pitchFamily="18" charset="0"/>
                <a:cs typeface="Times New Roman" panose="02020603050405020304" pitchFamily="18" charset="0"/>
              </a:rPr>
              <a:t> decides to go for ISO 9000 certification, it applies to a registrar for registration. </a:t>
            </a:r>
          </a:p>
          <a:p>
            <a:pPr algn="just"/>
            <a:r>
              <a:rPr lang="en-US" sz="2600" b="1" dirty="0">
                <a:latin typeface="Times New Roman" panose="02020603050405020304" pitchFamily="18" charset="0"/>
                <a:cs typeface="Times New Roman" panose="02020603050405020304" pitchFamily="18" charset="0"/>
              </a:rPr>
              <a:t>Pre-assessment: </a:t>
            </a:r>
            <a:r>
              <a:rPr lang="en-US" sz="2600" dirty="0">
                <a:latin typeface="Times New Roman" panose="02020603050405020304" pitchFamily="18" charset="0"/>
                <a:cs typeface="Times New Roman" panose="02020603050405020304" pitchFamily="18" charset="0"/>
              </a:rPr>
              <a:t>During this stage the registrar makes a rough assessment of the </a:t>
            </a:r>
            <a:r>
              <a:rPr lang="en-US" sz="2600" dirty="0" err="1">
                <a:latin typeface="Times New Roman" panose="02020603050405020304" pitchFamily="18" charset="0"/>
                <a:cs typeface="Times New Roman" panose="02020603050405020304" pitchFamily="18" charset="0"/>
              </a:rPr>
              <a:t>organisation</a:t>
            </a:r>
            <a:r>
              <a:rPr lang="en-US" sz="2600" dirty="0">
                <a:latin typeface="Times New Roman" panose="02020603050405020304" pitchFamily="18" charset="0"/>
                <a:cs typeface="Times New Roman" panose="02020603050405020304" pitchFamily="18" charset="0"/>
              </a:rPr>
              <a:t>. </a:t>
            </a:r>
          </a:p>
          <a:p>
            <a:pPr algn="just"/>
            <a:r>
              <a:rPr lang="en-US" sz="2600" b="1" dirty="0">
                <a:latin typeface="Times New Roman" panose="02020603050405020304" pitchFamily="18" charset="0"/>
                <a:cs typeface="Times New Roman" panose="02020603050405020304" pitchFamily="18" charset="0"/>
              </a:rPr>
              <a:t>Document review and adequacy audit: </a:t>
            </a:r>
            <a:r>
              <a:rPr lang="en-US" sz="2600" dirty="0">
                <a:latin typeface="Times New Roman" panose="02020603050405020304" pitchFamily="18" charset="0"/>
                <a:cs typeface="Times New Roman" panose="02020603050405020304" pitchFamily="18" charset="0"/>
              </a:rPr>
              <a:t>During this stage, the registrar reviews the documents submitted by the </a:t>
            </a:r>
            <a:r>
              <a:rPr lang="en-US" sz="2600" dirty="0" err="1">
                <a:latin typeface="Times New Roman" panose="02020603050405020304" pitchFamily="18" charset="0"/>
                <a:cs typeface="Times New Roman" panose="02020603050405020304" pitchFamily="18" charset="0"/>
              </a:rPr>
              <a:t>organisation</a:t>
            </a:r>
            <a:r>
              <a:rPr lang="en-US" sz="2600" dirty="0">
                <a:latin typeface="Times New Roman" panose="02020603050405020304" pitchFamily="18" charset="0"/>
                <a:cs typeface="Times New Roman" panose="02020603050405020304" pitchFamily="18" charset="0"/>
              </a:rPr>
              <a:t> and makes suggestions for possible improvements. </a:t>
            </a:r>
          </a:p>
          <a:p>
            <a:pPr algn="just"/>
            <a:r>
              <a:rPr lang="en-US" sz="2600" b="1" dirty="0">
                <a:latin typeface="Times New Roman" panose="02020603050405020304" pitchFamily="18" charset="0"/>
                <a:cs typeface="Times New Roman" panose="02020603050405020304" pitchFamily="18" charset="0"/>
              </a:rPr>
              <a:t>Compliance audit: </a:t>
            </a:r>
            <a:r>
              <a:rPr lang="en-US" sz="2600" dirty="0">
                <a:latin typeface="Times New Roman" panose="02020603050405020304" pitchFamily="18" charset="0"/>
                <a:cs typeface="Times New Roman" panose="02020603050405020304" pitchFamily="18" charset="0"/>
              </a:rPr>
              <a:t>During this stage, the registrar checks whether the suggestions made by it during review have been complied to by the </a:t>
            </a:r>
            <a:r>
              <a:rPr lang="en-US" sz="2600" dirty="0" err="1">
                <a:latin typeface="Times New Roman" panose="02020603050405020304" pitchFamily="18" charset="0"/>
                <a:cs typeface="Times New Roman" panose="02020603050405020304" pitchFamily="18" charset="0"/>
              </a:rPr>
              <a:t>organisation</a:t>
            </a:r>
            <a:r>
              <a:rPr lang="en-US" sz="2600" dirty="0">
                <a:latin typeface="Times New Roman" panose="02020603050405020304" pitchFamily="18" charset="0"/>
                <a:cs typeface="Times New Roman" panose="02020603050405020304" pitchFamily="18" charset="0"/>
              </a:rPr>
              <a:t> or not. </a:t>
            </a:r>
          </a:p>
          <a:p>
            <a:pPr algn="just"/>
            <a:r>
              <a:rPr lang="en-US" sz="2600" b="1" dirty="0">
                <a:latin typeface="Times New Roman" panose="02020603050405020304" pitchFamily="18" charset="0"/>
                <a:cs typeface="Times New Roman" panose="02020603050405020304" pitchFamily="18" charset="0"/>
              </a:rPr>
              <a:t>Registration: </a:t>
            </a:r>
            <a:r>
              <a:rPr lang="en-US" sz="2600" dirty="0">
                <a:latin typeface="Times New Roman" panose="02020603050405020304" pitchFamily="18" charset="0"/>
                <a:cs typeface="Times New Roman" panose="02020603050405020304" pitchFamily="18" charset="0"/>
              </a:rPr>
              <a:t>The registrar awards the ISO 9000 certificate after successful completion of all previous phases. </a:t>
            </a:r>
          </a:p>
          <a:p>
            <a:pPr algn="just"/>
            <a:r>
              <a:rPr lang="en-US" sz="2600" b="1" dirty="0">
                <a:latin typeface="Times New Roman" panose="02020603050405020304" pitchFamily="18" charset="0"/>
                <a:cs typeface="Times New Roman" panose="02020603050405020304" pitchFamily="18" charset="0"/>
              </a:rPr>
              <a:t>Continued surveillance: </a:t>
            </a:r>
            <a:r>
              <a:rPr lang="en-US" sz="2600" dirty="0">
                <a:latin typeface="Times New Roman" panose="02020603050405020304" pitchFamily="18" charset="0"/>
                <a:cs typeface="Times New Roman" panose="02020603050405020304" pitchFamily="18" charset="0"/>
              </a:rPr>
              <a:t>The registrar continues monitoring the </a:t>
            </a:r>
            <a:r>
              <a:rPr lang="en-US" sz="2600" dirty="0" err="1">
                <a:latin typeface="Times New Roman" panose="02020603050405020304" pitchFamily="18" charset="0"/>
                <a:cs typeface="Times New Roman" panose="02020603050405020304" pitchFamily="18" charset="0"/>
              </a:rPr>
              <a:t>organisation</a:t>
            </a:r>
            <a:r>
              <a:rPr lang="en-US" sz="2600" dirty="0">
                <a:latin typeface="Times New Roman" panose="02020603050405020304" pitchFamily="18" charset="0"/>
                <a:cs typeface="Times New Roman" panose="02020603050405020304" pitchFamily="18" charset="0"/>
              </a:rPr>
              <a:t> periodically.</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91390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97A4E-1192-7A1E-D2C1-8686971B1FB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8D80331-46EE-3EDF-67C7-F16D7C8AFFBC}"/>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2DC4F1D6-D06E-9F51-3BA4-821BAD019C72}"/>
              </a:ext>
            </a:extLst>
          </p:cNvPr>
          <p:cNvSpPr txBox="1"/>
          <p:nvPr/>
        </p:nvSpPr>
        <p:spPr>
          <a:xfrm>
            <a:off x="1188720" y="143099"/>
            <a:ext cx="1082649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SOFTWARE RELIABILITY AND QUALITY MANAGEMENT</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B1BAA4D-3C9D-80AE-39FC-B457C25C47A3}"/>
              </a:ext>
            </a:extLst>
          </p:cNvPr>
          <p:cNvSpPr txBox="1"/>
          <p:nvPr/>
        </p:nvSpPr>
        <p:spPr>
          <a:xfrm>
            <a:off x="460097" y="868606"/>
            <a:ext cx="11442110" cy="6093976"/>
          </a:xfrm>
          <a:prstGeom prst="rect">
            <a:avLst/>
          </a:prstGeom>
          <a:noFill/>
        </p:spPr>
        <p:txBody>
          <a:bodyPr wrap="square">
            <a:spAutoFit/>
          </a:bodyPr>
          <a:lstStyle/>
          <a:p>
            <a:pPr algn="just"/>
            <a:r>
              <a:rPr lang="en-IN" sz="2600" b="1" dirty="0">
                <a:latin typeface="Times New Roman" panose="02020603050405020304" pitchFamily="18" charset="0"/>
                <a:cs typeface="Times New Roman" panose="02020603050405020304" pitchFamily="18" charset="0"/>
              </a:rPr>
              <a:t>ISO 9000</a:t>
            </a:r>
          </a:p>
          <a:p>
            <a:pPr algn="just"/>
            <a:r>
              <a:rPr lang="en-US" sz="2600" dirty="0">
                <a:latin typeface="Times New Roman" panose="02020603050405020304" pitchFamily="18" charset="0"/>
                <a:cs typeface="Times New Roman" panose="02020603050405020304" pitchFamily="18" charset="0"/>
              </a:rPr>
              <a:t>The ISO 9000 registration process consists of the following stages: </a:t>
            </a:r>
          </a:p>
          <a:p>
            <a:pPr algn="just"/>
            <a:r>
              <a:rPr lang="en-US" sz="2600" b="1" dirty="0">
                <a:latin typeface="Times New Roman" panose="02020603050405020304" pitchFamily="18" charset="0"/>
                <a:cs typeface="Times New Roman" panose="02020603050405020304" pitchFamily="18" charset="0"/>
              </a:rPr>
              <a:t>Application stage: </a:t>
            </a:r>
            <a:r>
              <a:rPr lang="en-US" sz="2600" dirty="0">
                <a:latin typeface="Times New Roman" panose="02020603050405020304" pitchFamily="18" charset="0"/>
                <a:cs typeface="Times New Roman" panose="02020603050405020304" pitchFamily="18" charset="0"/>
              </a:rPr>
              <a:t>Once an </a:t>
            </a:r>
            <a:r>
              <a:rPr lang="en-US" sz="2600" dirty="0" err="1">
                <a:latin typeface="Times New Roman" panose="02020603050405020304" pitchFamily="18" charset="0"/>
                <a:cs typeface="Times New Roman" panose="02020603050405020304" pitchFamily="18" charset="0"/>
              </a:rPr>
              <a:t>organisation</a:t>
            </a:r>
            <a:r>
              <a:rPr lang="en-US" sz="2600" dirty="0">
                <a:latin typeface="Times New Roman" panose="02020603050405020304" pitchFamily="18" charset="0"/>
                <a:cs typeface="Times New Roman" panose="02020603050405020304" pitchFamily="18" charset="0"/>
              </a:rPr>
              <a:t> decides to go for ISO 9000 certification, it applies to a registrar for registration. </a:t>
            </a:r>
          </a:p>
          <a:p>
            <a:pPr algn="just"/>
            <a:r>
              <a:rPr lang="en-US" sz="2600" b="1" dirty="0">
                <a:latin typeface="Times New Roman" panose="02020603050405020304" pitchFamily="18" charset="0"/>
                <a:cs typeface="Times New Roman" panose="02020603050405020304" pitchFamily="18" charset="0"/>
              </a:rPr>
              <a:t>Pre-assessment: </a:t>
            </a:r>
            <a:r>
              <a:rPr lang="en-US" sz="2600" dirty="0">
                <a:latin typeface="Times New Roman" panose="02020603050405020304" pitchFamily="18" charset="0"/>
                <a:cs typeface="Times New Roman" panose="02020603050405020304" pitchFamily="18" charset="0"/>
              </a:rPr>
              <a:t>During this stage the registrar makes a rough assessment of the </a:t>
            </a:r>
            <a:r>
              <a:rPr lang="en-US" sz="2600" dirty="0" err="1">
                <a:latin typeface="Times New Roman" panose="02020603050405020304" pitchFamily="18" charset="0"/>
                <a:cs typeface="Times New Roman" panose="02020603050405020304" pitchFamily="18" charset="0"/>
              </a:rPr>
              <a:t>organisation</a:t>
            </a:r>
            <a:r>
              <a:rPr lang="en-US" sz="2600" dirty="0">
                <a:latin typeface="Times New Roman" panose="02020603050405020304" pitchFamily="18" charset="0"/>
                <a:cs typeface="Times New Roman" panose="02020603050405020304" pitchFamily="18" charset="0"/>
              </a:rPr>
              <a:t>. </a:t>
            </a:r>
          </a:p>
          <a:p>
            <a:pPr algn="just"/>
            <a:r>
              <a:rPr lang="en-US" sz="2600" b="1" dirty="0">
                <a:latin typeface="Times New Roman" panose="02020603050405020304" pitchFamily="18" charset="0"/>
                <a:cs typeface="Times New Roman" panose="02020603050405020304" pitchFamily="18" charset="0"/>
              </a:rPr>
              <a:t>Document review and adequacy audit: </a:t>
            </a:r>
            <a:r>
              <a:rPr lang="en-US" sz="2600" dirty="0">
                <a:latin typeface="Times New Roman" panose="02020603050405020304" pitchFamily="18" charset="0"/>
                <a:cs typeface="Times New Roman" panose="02020603050405020304" pitchFamily="18" charset="0"/>
              </a:rPr>
              <a:t>During this stage, the registrar reviews the documents submitted by the </a:t>
            </a:r>
            <a:r>
              <a:rPr lang="en-US" sz="2600" dirty="0" err="1">
                <a:latin typeface="Times New Roman" panose="02020603050405020304" pitchFamily="18" charset="0"/>
                <a:cs typeface="Times New Roman" panose="02020603050405020304" pitchFamily="18" charset="0"/>
              </a:rPr>
              <a:t>organisation</a:t>
            </a:r>
            <a:r>
              <a:rPr lang="en-US" sz="2600" dirty="0">
                <a:latin typeface="Times New Roman" panose="02020603050405020304" pitchFamily="18" charset="0"/>
                <a:cs typeface="Times New Roman" panose="02020603050405020304" pitchFamily="18" charset="0"/>
              </a:rPr>
              <a:t> and makes suggestions for possible improvements. </a:t>
            </a:r>
          </a:p>
          <a:p>
            <a:pPr algn="just"/>
            <a:r>
              <a:rPr lang="en-US" sz="2600" b="1" dirty="0">
                <a:latin typeface="Times New Roman" panose="02020603050405020304" pitchFamily="18" charset="0"/>
                <a:cs typeface="Times New Roman" panose="02020603050405020304" pitchFamily="18" charset="0"/>
              </a:rPr>
              <a:t>Compliance audit: </a:t>
            </a:r>
            <a:r>
              <a:rPr lang="en-US" sz="2600" dirty="0">
                <a:latin typeface="Times New Roman" panose="02020603050405020304" pitchFamily="18" charset="0"/>
                <a:cs typeface="Times New Roman" panose="02020603050405020304" pitchFamily="18" charset="0"/>
              </a:rPr>
              <a:t>During this stage, the registrar checks whether the suggestions made by it during review have been complied to by the </a:t>
            </a:r>
            <a:r>
              <a:rPr lang="en-US" sz="2600" dirty="0" err="1">
                <a:latin typeface="Times New Roman" panose="02020603050405020304" pitchFamily="18" charset="0"/>
                <a:cs typeface="Times New Roman" panose="02020603050405020304" pitchFamily="18" charset="0"/>
              </a:rPr>
              <a:t>organisation</a:t>
            </a:r>
            <a:r>
              <a:rPr lang="en-US" sz="2600" dirty="0">
                <a:latin typeface="Times New Roman" panose="02020603050405020304" pitchFamily="18" charset="0"/>
                <a:cs typeface="Times New Roman" panose="02020603050405020304" pitchFamily="18" charset="0"/>
              </a:rPr>
              <a:t> or not. </a:t>
            </a:r>
          </a:p>
          <a:p>
            <a:pPr algn="just"/>
            <a:r>
              <a:rPr lang="en-US" sz="2600" b="1" dirty="0">
                <a:latin typeface="Times New Roman" panose="02020603050405020304" pitchFamily="18" charset="0"/>
                <a:cs typeface="Times New Roman" panose="02020603050405020304" pitchFamily="18" charset="0"/>
              </a:rPr>
              <a:t>Registration: </a:t>
            </a:r>
            <a:r>
              <a:rPr lang="en-US" sz="2600" dirty="0">
                <a:latin typeface="Times New Roman" panose="02020603050405020304" pitchFamily="18" charset="0"/>
                <a:cs typeface="Times New Roman" panose="02020603050405020304" pitchFamily="18" charset="0"/>
              </a:rPr>
              <a:t>The registrar awards the ISO 9000 certificate after successful completion of all previous phases. </a:t>
            </a:r>
          </a:p>
          <a:p>
            <a:pPr algn="just"/>
            <a:r>
              <a:rPr lang="en-US" sz="2600" b="1" dirty="0">
                <a:latin typeface="Times New Roman" panose="02020603050405020304" pitchFamily="18" charset="0"/>
                <a:cs typeface="Times New Roman" panose="02020603050405020304" pitchFamily="18" charset="0"/>
              </a:rPr>
              <a:t>Continued surveillance: </a:t>
            </a:r>
            <a:r>
              <a:rPr lang="en-US" sz="2600" dirty="0">
                <a:latin typeface="Times New Roman" panose="02020603050405020304" pitchFamily="18" charset="0"/>
                <a:cs typeface="Times New Roman" panose="02020603050405020304" pitchFamily="18" charset="0"/>
              </a:rPr>
              <a:t>The registrar continues monitoring the </a:t>
            </a:r>
            <a:r>
              <a:rPr lang="en-US" sz="2600" dirty="0" err="1">
                <a:latin typeface="Times New Roman" panose="02020603050405020304" pitchFamily="18" charset="0"/>
                <a:cs typeface="Times New Roman" panose="02020603050405020304" pitchFamily="18" charset="0"/>
              </a:rPr>
              <a:t>organisation</a:t>
            </a:r>
            <a:r>
              <a:rPr lang="en-US" sz="2600" dirty="0">
                <a:latin typeface="Times New Roman" panose="02020603050405020304" pitchFamily="18" charset="0"/>
                <a:cs typeface="Times New Roman" panose="02020603050405020304" pitchFamily="18" charset="0"/>
              </a:rPr>
              <a:t> periodically.</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01378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DAF5C-1DFC-4DC9-B3DF-7395BB1F900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4D66F3E-A3A8-6DDB-835B-5104C18D4083}"/>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2715E33C-DB4A-5E1D-D61A-0D9BBDA88AD6}"/>
              </a:ext>
            </a:extLst>
          </p:cNvPr>
          <p:cNvSpPr txBox="1"/>
          <p:nvPr/>
        </p:nvSpPr>
        <p:spPr>
          <a:xfrm>
            <a:off x="1188720" y="143099"/>
            <a:ext cx="1082649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SOFTWARE RELIABILITY AND QUALITY MANAGEMENT</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C8D2C6E-C392-B257-5EC1-7310361BCE3E}"/>
              </a:ext>
            </a:extLst>
          </p:cNvPr>
          <p:cNvSpPr txBox="1"/>
          <p:nvPr/>
        </p:nvSpPr>
        <p:spPr>
          <a:xfrm>
            <a:off x="460097" y="868606"/>
            <a:ext cx="11442110" cy="492443"/>
          </a:xfrm>
          <a:prstGeom prst="rect">
            <a:avLst/>
          </a:prstGeom>
          <a:noFill/>
        </p:spPr>
        <p:txBody>
          <a:bodyPr wrap="square">
            <a:spAutoFit/>
          </a:bodyPr>
          <a:lstStyle/>
          <a:p>
            <a:pPr algn="just"/>
            <a:r>
              <a:rPr lang="en-IN" sz="2600" b="1" dirty="0">
                <a:latin typeface="Times New Roman" panose="02020603050405020304" pitchFamily="18" charset="0"/>
                <a:cs typeface="Times New Roman" panose="02020603050405020304" pitchFamily="18" charset="0"/>
              </a:rPr>
              <a:t>ISO 9000</a:t>
            </a:r>
          </a:p>
        </p:txBody>
      </p:sp>
      <p:pic>
        <p:nvPicPr>
          <p:cNvPr id="5" name="Picture 4">
            <a:extLst>
              <a:ext uri="{FF2B5EF4-FFF2-40B4-BE49-F238E27FC236}">
                <a16:creationId xmlns:a16="http://schemas.microsoft.com/office/drawing/2014/main" id="{89A7CAB3-2A0F-B548-3118-B5C929F6E879}"/>
              </a:ext>
            </a:extLst>
          </p:cNvPr>
          <p:cNvPicPr>
            <a:picLocks noChangeAspect="1"/>
          </p:cNvPicPr>
          <p:nvPr/>
        </p:nvPicPr>
        <p:blipFill>
          <a:blip r:embed="rId3"/>
          <a:stretch>
            <a:fillRect/>
          </a:stretch>
        </p:blipFill>
        <p:spPr>
          <a:xfrm>
            <a:off x="253570" y="1624891"/>
            <a:ext cx="11307144" cy="1021223"/>
          </a:xfrm>
          <a:prstGeom prst="rect">
            <a:avLst/>
          </a:prstGeom>
        </p:spPr>
      </p:pic>
    </p:spTree>
    <p:extLst>
      <p:ext uri="{BB962C8B-B14F-4D97-AF65-F5344CB8AC3E}">
        <p14:creationId xmlns:p14="http://schemas.microsoft.com/office/powerpoint/2010/main" val="42623671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3F77E-C5B5-C289-5F91-0C2DB21EBD1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6C3DF53-DCAF-7649-7D4A-192C01A5C417}"/>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564E50EF-AE07-608C-A406-9C33E1AC7EDE}"/>
              </a:ext>
            </a:extLst>
          </p:cNvPr>
          <p:cNvSpPr txBox="1"/>
          <p:nvPr/>
        </p:nvSpPr>
        <p:spPr>
          <a:xfrm>
            <a:off x="1188720" y="143099"/>
            <a:ext cx="1082649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SOFTWARE RELIABILITY AND QUALITY MANAGEMENT</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9CA771D-91F1-2F19-4827-60BB72B99F8E}"/>
              </a:ext>
            </a:extLst>
          </p:cNvPr>
          <p:cNvSpPr txBox="1"/>
          <p:nvPr/>
        </p:nvSpPr>
        <p:spPr>
          <a:xfrm>
            <a:off x="460097" y="868606"/>
            <a:ext cx="11442110" cy="492443"/>
          </a:xfrm>
          <a:prstGeom prst="rect">
            <a:avLst/>
          </a:prstGeom>
          <a:noFill/>
        </p:spPr>
        <p:txBody>
          <a:bodyPr wrap="square">
            <a:spAutoFit/>
          </a:bodyPr>
          <a:lstStyle/>
          <a:p>
            <a:pPr algn="just"/>
            <a:r>
              <a:rPr lang="en-IN" sz="2600" b="1" dirty="0">
                <a:latin typeface="Times New Roman" panose="02020603050405020304" pitchFamily="18" charset="0"/>
                <a:cs typeface="Times New Roman" panose="02020603050405020304" pitchFamily="18" charset="0"/>
              </a:rPr>
              <a:t>SEI CAPABILITY MATURITY MODEL</a:t>
            </a:r>
          </a:p>
        </p:txBody>
      </p:sp>
      <p:sp>
        <p:nvSpPr>
          <p:cNvPr id="6" name="TextBox 5">
            <a:extLst>
              <a:ext uri="{FF2B5EF4-FFF2-40B4-BE49-F238E27FC236}">
                <a16:creationId xmlns:a16="http://schemas.microsoft.com/office/drawing/2014/main" id="{30F4350B-EA33-A150-2C72-C2228CF98382}"/>
              </a:ext>
            </a:extLst>
          </p:cNvPr>
          <p:cNvSpPr txBox="1"/>
          <p:nvPr/>
        </p:nvSpPr>
        <p:spPr>
          <a:xfrm>
            <a:off x="460097" y="1517759"/>
            <a:ext cx="11235079" cy="5262979"/>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SEI capability maturity model (SEI CMM) was proposed by Software Engineering Institute of the Carnegie Mellon University, USA.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Unites States Department of </a:t>
            </a:r>
            <a:r>
              <a:rPr lang="en-US" sz="2800" dirty="0" err="1">
                <a:latin typeface="Times New Roman" panose="02020603050405020304" pitchFamily="18" charset="0"/>
                <a:cs typeface="Times New Roman" panose="02020603050405020304" pitchFamily="18" charset="0"/>
              </a:rPr>
              <a:t>Defence</a:t>
            </a:r>
            <a:r>
              <a:rPr lang="en-US" sz="2800" dirty="0">
                <a:latin typeface="Times New Roman" panose="02020603050405020304" pitchFamily="18" charset="0"/>
                <a:cs typeface="Times New Roman" panose="02020603050405020304" pitchFamily="18" charset="0"/>
              </a:rPr>
              <a:t> (US DoD) is the largest buyer of software product. It often faced difficulties in vendor performances, and had to many times live with low quality products, late delivery, and cost escalations.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this context, SEI CMM was originally developed to assist the U.S. Department of Defense (DoD) in software acquisition</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simple words, CMM is a reference model for apprising the software process maturity into different levels. This can be used to predict the most likely outcome to be expected from the next project that the </a:t>
            </a:r>
            <a:r>
              <a:rPr lang="en-US" sz="2800" dirty="0" err="1">
                <a:latin typeface="Times New Roman" panose="02020603050405020304" pitchFamily="18" charset="0"/>
                <a:cs typeface="Times New Roman" panose="02020603050405020304" pitchFamily="18" charset="0"/>
              </a:rPr>
              <a:t>organisation</a:t>
            </a:r>
            <a:r>
              <a:rPr lang="en-US" sz="2800" dirty="0">
                <a:latin typeface="Times New Roman" panose="02020603050405020304" pitchFamily="18" charset="0"/>
                <a:cs typeface="Times New Roman" panose="02020603050405020304" pitchFamily="18" charset="0"/>
              </a:rPr>
              <a:t> undertakes. </a:t>
            </a:r>
          </a:p>
        </p:txBody>
      </p:sp>
    </p:spTree>
    <p:extLst>
      <p:ext uri="{BB962C8B-B14F-4D97-AF65-F5344CB8AC3E}">
        <p14:creationId xmlns:p14="http://schemas.microsoft.com/office/powerpoint/2010/main" val="1228791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DC04B-1387-2167-E30B-9D482BD6C4D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A3CFEC4-1FF5-D343-77E5-F27DA61E2B47}"/>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FF64D614-37F5-DA96-BD6E-BEE51B38CD4F}"/>
              </a:ext>
            </a:extLst>
          </p:cNvPr>
          <p:cNvSpPr txBox="1"/>
          <p:nvPr/>
        </p:nvSpPr>
        <p:spPr>
          <a:xfrm>
            <a:off x="1188720" y="143099"/>
            <a:ext cx="1082649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SOFTWARE RELIABILITY AND QUALITY MANAGEMENT</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ABA1CA0-C8BC-174D-56B0-56B2118947D0}"/>
              </a:ext>
            </a:extLst>
          </p:cNvPr>
          <p:cNvSpPr txBox="1"/>
          <p:nvPr/>
        </p:nvSpPr>
        <p:spPr>
          <a:xfrm>
            <a:off x="460097" y="868606"/>
            <a:ext cx="11442110" cy="492443"/>
          </a:xfrm>
          <a:prstGeom prst="rect">
            <a:avLst/>
          </a:prstGeom>
          <a:noFill/>
        </p:spPr>
        <p:txBody>
          <a:bodyPr wrap="square">
            <a:spAutoFit/>
          </a:bodyPr>
          <a:lstStyle/>
          <a:p>
            <a:pPr algn="just"/>
            <a:r>
              <a:rPr lang="en-IN" sz="2600" b="1" dirty="0">
                <a:latin typeface="Times New Roman" panose="02020603050405020304" pitchFamily="18" charset="0"/>
                <a:cs typeface="Times New Roman" panose="02020603050405020304" pitchFamily="18" charset="0"/>
              </a:rPr>
              <a:t>SEI CAPABILITY MATURITY MODEL</a:t>
            </a:r>
          </a:p>
        </p:txBody>
      </p:sp>
      <p:sp>
        <p:nvSpPr>
          <p:cNvPr id="6" name="TextBox 5">
            <a:extLst>
              <a:ext uri="{FF2B5EF4-FFF2-40B4-BE49-F238E27FC236}">
                <a16:creationId xmlns:a16="http://schemas.microsoft.com/office/drawing/2014/main" id="{7D74A0A6-39A0-D27D-A1C8-AA81F00DF4F6}"/>
              </a:ext>
            </a:extLst>
          </p:cNvPr>
          <p:cNvSpPr txBox="1"/>
          <p:nvPr/>
        </p:nvSpPr>
        <p:spPr>
          <a:xfrm>
            <a:off x="460097" y="1517759"/>
            <a:ext cx="11235079" cy="3539430"/>
          </a:xfrm>
          <a:prstGeom prst="rect">
            <a:avLst/>
          </a:prstGeom>
          <a:noFill/>
        </p:spPr>
        <p:txBody>
          <a:bodyPr wrap="square">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must be remembered that SEI CMM can be used in two ways— capability evaluation and software process assessment.</a:t>
            </a:r>
          </a:p>
          <a:p>
            <a:pPr algn="just"/>
            <a:r>
              <a:rPr lang="en-US" sz="2800" dirty="0">
                <a:latin typeface="Times New Roman" panose="02020603050405020304" pitchFamily="18" charset="0"/>
                <a:cs typeface="Times New Roman" panose="02020603050405020304" pitchFamily="18" charset="0"/>
              </a:rPr>
              <a:t>SEI CMM classifies software development industries into the following five maturity levels:</a:t>
            </a:r>
          </a:p>
          <a:p>
            <a:pPr algn="just"/>
            <a:r>
              <a:rPr lang="en-US" sz="2800" b="1" dirty="0">
                <a:latin typeface="Times New Roman" panose="02020603050405020304" pitchFamily="18" charset="0"/>
                <a:cs typeface="Times New Roman" panose="02020603050405020304" pitchFamily="18" charset="0"/>
              </a:rPr>
              <a:t>Level 1: Initial </a:t>
            </a:r>
            <a:r>
              <a:rPr lang="en-US" sz="2800" dirty="0">
                <a:latin typeface="Times New Roman" panose="02020603050405020304" pitchFamily="18" charset="0"/>
                <a:cs typeface="Times New Roman" panose="02020603050405020304" pitchFamily="18" charset="0"/>
              </a:rPr>
              <a:t>A software development </a:t>
            </a:r>
            <a:r>
              <a:rPr lang="en-US" sz="2800" dirty="0" err="1">
                <a:latin typeface="Times New Roman" panose="02020603050405020304" pitchFamily="18" charset="0"/>
                <a:cs typeface="Times New Roman" panose="02020603050405020304" pitchFamily="18" charset="0"/>
              </a:rPr>
              <a:t>organisation</a:t>
            </a:r>
            <a:r>
              <a:rPr lang="en-US" sz="2800" dirty="0">
                <a:latin typeface="Times New Roman" panose="02020603050405020304" pitchFamily="18" charset="0"/>
                <a:cs typeface="Times New Roman" panose="02020603050405020304" pitchFamily="18" charset="0"/>
              </a:rPr>
              <a:t> at this level is </a:t>
            </a:r>
            <a:r>
              <a:rPr lang="en-US" sz="2800" dirty="0" err="1">
                <a:latin typeface="Times New Roman" panose="02020603050405020304" pitchFamily="18" charset="0"/>
                <a:cs typeface="Times New Roman" panose="02020603050405020304" pitchFamily="18" charset="0"/>
              </a:rPr>
              <a:t>characterised</a:t>
            </a:r>
            <a:r>
              <a:rPr lang="en-US" sz="2800" dirty="0">
                <a:latin typeface="Times New Roman" panose="02020603050405020304" pitchFamily="18" charset="0"/>
                <a:cs typeface="Times New Roman" panose="02020603050405020304" pitchFamily="18" charset="0"/>
              </a:rPr>
              <a:t> by ad</a:t>
            </a:r>
            <a:r>
              <a:rPr lang="en-IN" sz="2800" dirty="0">
                <a:latin typeface="Times New Roman" panose="02020603050405020304" pitchFamily="18" charset="0"/>
                <a:cs typeface="Times New Roman" panose="02020603050405020304" pitchFamily="18" charset="0"/>
              </a:rPr>
              <a:t>hoc activities.</a:t>
            </a:r>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Since software production processes are not defined, different engineers follow their own process and as a result development efforts become chaotic.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03029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F3518-A24A-72B7-0769-E7BE9640DAF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B4B784C-A8F3-1304-ECB1-F9BBBE01AC38}"/>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7E7F36D4-DD23-AC28-DD38-5EA5381D8EDC}"/>
              </a:ext>
            </a:extLst>
          </p:cNvPr>
          <p:cNvSpPr txBox="1"/>
          <p:nvPr/>
        </p:nvSpPr>
        <p:spPr>
          <a:xfrm>
            <a:off x="1188720" y="143099"/>
            <a:ext cx="1082649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SOFTWARE RELIABILITY AND QUALITY MANAGEMENT</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41F0C9D7-9E47-CE74-19B3-5E11BEA3A162}"/>
              </a:ext>
            </a:extLst>
          </p:cNvPr>
          <p:cNvSpPr txBox="1"/>
          <p:nvPr/>
        </p:nvSpPr>
        <p:spPr>
          <a:xfrm>
            <a:off x="460097" y="868606"/>
            <a:ext cx="11442110" cy="492443"/>
          </a:xfrm>
          <a:prstGeom prst="rect">
            <a:avLst/>
          </a:prstGeom>
          <a:noFill/>
        </p:spPr>
        <p:txBody>
          <a:bodyPr wrap="square">
            <a:spAutoFit/>
          </a:bodyPr>
          <a:lstStyle/>
          <a:p>
            <a:pPr algn="just"/>
            <a:r>
              <a:rPr lang="en-IN" sz="2600" b="1" dirty="0">
                <a:latin typeface="Times New Roman" panose="02020603050405020304" pitchFamily="18" charset="0"/>
                <a:cs typeface="Times New Roman" panose="02020603050405020304" pitchFamily="18" charset="0"/>
              </a:rPr>
              <a:t>SEI CAPABILITY MATURITY MODEL</a:t>
            </a:r>
          </a:p>
        </p:txBody>
      </p:sp>
      <p:sp>
        <p:nvSpPr>
          <p:cNvPr id="6" name="TextBox 5">
            <a:extLst>
              <a:ext uri="{FF2B5EF4-FFF2-40B4-BE49-F238E27FC236}">
                <a16:creationId xmlns:a16="http://schemas.microsoft.com/office/drawing/2014/main" id="{335757AA-B7E0-9BD7-3309-A1A7D6863FB9}"/>
              </a:ext>
            </a:extLst>
          </p:cNvPr>
          <p:cNvSpPr txBox="1"/>
          <p:nvPr/>
        </p:nvSpPr>
        <p:spPr>
          <a:xfrm>
            <a:off x="460097" y="1517759"/>
            <a:ext cx="11235079" cy="3108543"/>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Level 2: Repeatable</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At this level, the basic project management practices such as tracking cost and schedule are established.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Configuration management tools are used on items identified for configuration control.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Size and cost estimation techniques such as function point analysis, COCOMO, etc., are used. The</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65099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A86DB-B100-CE9B-0E49-D7CAB6CD910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BCCF2B5-1524-FF4F-C6BB-1DA064203538}"/>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F70A1146-0991-18D8-B94C-AEC5B1F3524D}"/>
              </a:ext>
            </a:extLst>
          </p:cNvPr>
          <p:cNvSpPr txBox="1"/>
          <p:nvPr/>
        </p:nvSpPr>
        <p:spPr>
          <a:xfrm>
            <a:off x="1188720" y="143099"/>
            <a:ext cx="1082649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SOFTWARE RELIABILITY AND QUALITY MANAGEMENT</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D1CDCA6-3DAB-5CE9-B5E1-DEB084200716}"/>
              </a:ext>
            </a:extLst>
          </p:cNvPr>
          <p:cNvSpPr txBox="1"/>
          <p:nvPr/>
        </p:nvSpPr>
        <p:spPr>
          <a:xfrm>
            <a:off x="460097" y="868606"/>
            <a:ext cx="11442110" cy="492443"/>
          </a:xfrm>
          <a:prstGeom prst="rect">
            <a:avLst/>
          </a:prstGeom>
          <a:noFill/>
        </p:spPr>
        <p:txBody>
          <a:bodyPr wrap="square">
            <a:spAutoFit/>
          </a:bodyPr>
          <a:lstStyle/>
          <a:p>
            <a:pPr algn="just"/>
            <a:r>
              <a:rPr lang="en-IN" sz="2600" b="1" dirty="0">
                <a:latin typeface="Times New Roman" panose="02020603050405020304" pitchFamily="18" charset="0"/>
                <a:cs typeface="Times New Roman" panose="02020603050405020304" pitchFamily="18" charset="0"/>
              </a:rPr>
              <a:t>SEI CAPABILITY MATURITY MODEL</a:t>
            </a:r>
          </a:p>
        </p:txBody>
      </p:sp>
      <p:sp>
        <p:nvSpPr>
          <p:cNvPr id="6" name="TextBox 5">
            <a:extLst>
              <a:ext uri="{FF2B5EF4-FFF2-40B4-BE49-F238E27FC236}">
                <a16:creationId xmlns:a16="http://schemas.microsoft.com/office/drawing/2014/main" id="{586336E1-BA4B-7A34-CB6F-0B1C568FB21C}"/>
              </a:ext>
            </a:extLst>
          </p:cNvPr>
          <p:cNvSpPr txBox="1"/>
          <p:nvPr/>
        </p:nvSpPr>
        <p:spPr>
          <a:xfrm>
            <a:off x="460097" y="1517759"/>
            <a:ext cx="11235079" cy="4832092"/>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Level 3: Defined </a:t>
            </a:r>
          </a:p>
          <a:p>
            <a:pPr algn="just"/>
            <a:r>
              <a:rPr lang="en-US" sz="2800" dirty="0">
                <a:latin typeface="Times New Roman" panose="02020603050405020304" pitchFamily="18" charset="0"/>
                <a:cs typeface="Times New Roman" panose="02020603050405020304" pitchFamily="18" charset="0"/>
              </a:rPr>
              <a:t>At this level, the processes for both </a:t>
            </a:r>
            <a:r>
              <a:rPr lang="en-US" sz="2800" b="1" dirty="0">
                <a:latin typeface="Times New Roman" panose="02020603050405020304" pitchFamily="18" charset="0"/>
                <a:cs typeface="Times New Roman" panose="02020603050405020304" pitchFamily="18" charset="0"/>
              </a:rPr>
              <a:t>management and development activities </a:t>
            </a:r>
            <a:r>
              <a:rPr lang="en-US" sz="2800" dirty="0">
                <a:latin typeface="Times New Roman" panose="02020603050405020304" pitchFamily="18" charset="0"/>
                <a:cs typeface="Times New Roman" panose="02020603050405020304" pitchFamily="18" charset="0"/>
              </a:rPr>
              <a:t>are defined and documented. There is a common </a:t>
            </a:r>
            <a:r>
              <a:rPr lang="en-US" sz="2800" dirty="0" err="1">
                <a:latin typeface="Times New Roman" panose="02020603050405020304" pitchFamily="18" charset="0"/>
                <a:cs typeface="Times New Roman" panose="02020603050405020304" pitchFamily="18" charset="0"/>
              </a:rPr>
              <a:t>organisation</a:t>
            </a:r>
            <a:r>
              <a:rPr lang="en-US" sz="2800" dirty="0">
                <a:latin typeface="Times New Roman" panose="02020603050405020304" pitchFamily="18" charset="0"/>
                <a:cs typeface="Times New Roman" panose="02020603050405020304" pitchFamily="18" charset="0"/>
              </a:rPr>
              <a:t>-wide understanding of activities, roles, and responsibilities.</a:t>
            </a:r>
          </a:p>
          <a:p>
            <a:pPr algn="just"/>
            <a:r>
              <a:rPr lang="en-US" sz="2800" dirty="0">
                <a:latin typeface="Times New Roman" panose="02020603050405020304" pitchFamily="18" charset="0"/>
                <a:cs typeface="Times New Roman" panose="02020603050405020304" pitchFamily="18" charset="0"/>
              </a:rPr>
              <a:t>ISO 9000 aims at achieving this level.</a:t>
            </a:r>
          </a:p>
          <a:p>
            <a:pPr algn="just"/>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Level 4: Managed </a:t>
            </a:r>
          </a:p>
          <a:p>
            <a:pPr algn="just"/>
            <a:r>
              <a:rPr lang="en-US" sz="2800" dirty="0">
                <a:latin typeface="Times New Roman" panose="02020603050405020304" pitchFamily="18" charset="0"/>
                <a:cs typeface="Times New Roman" panose="02020603050405020304" pitchFamily="18" charset="0"/>
              </a:rPr>
              <a:t>At this level, the focus is on software metrics. Both </a:t>
            </a:r>
            <a:r>
              <a:rPr lang="en-US" sz="2800" b="1" dirty="0">
                <a:latin typeface="Times New Roman" panose="02020603050405020304" pitchFamily="18" charset="0"/>
                <a:cs typeface="Times New Roman" panose="02020603050405020304" pitchFamily="18" charset="0"/>
              </a:rPr>
              <a:t>process and product metrics are collected</a:t>
            </a:r>
            <a:r>
              <a:rPr lang="en-US" sz="2800" dirty="0">
                <a:latin typeface="Times New Roman" panose="02020603050405020304" pitchFamily="18" charset="0"/>
                <a:cs typeface="Times New Roman" panose="02020603050405020304" pitchFamily="18" charset="0"/>
              </a:rPr>
              <a:t>. Quantitative quality goals are set for the products and at the time of completion of development it was checked whether the quantitative quality goals for the product are met.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66282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439C3-B671-986E-2F1E-14EF5EF4581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7133112-D070-E32D-EA64-76CACFFD8846}"/>
              </a:ext>
            </a:extLst>
          </p:cNvPr>
          <p:cNvPicPr>
            <a:picLocks noChangeAspect="1"/>
          </p:cNvPicPr>
          <p:nvPr/>
        </p:nvPicPr>
        <p:blipFill>
          <a:blip r:embed="rId2"/>
          <a:stretch>
            <a:fillRect/>
          </a:stretch>
        </p:blipFill>
        <p:spPr>
          <a:xfrm>
            <a:off x="92946" y="97522"/>
            <a:ext cx="990334" cy="614374"/>
          </a:xfrm>
          <a:prstGeom prst="rect">
            <a:avLst/>
          </a:prstGeom>
        </p:spPr>
      </p:pic>
      <p:sp>
        <p:nvSpPr>
          <p:cNvPr id="3" name="TextBox 2">
            <a:extLst>
              <a:ext uri="{FF2B5EF4-FFF2-40B4-BE49-F238E27FC236}">
                <a16:creationId xmlns:a16="http://schemas.microsoft.com/office/drawing/2014/main" id="{4A0789C3-EF29-C904-E01D-D4F267561FD4}"/>
              </a:ext>
            </a:extLst>
          </p:cNvPr>
          <p:cNvSpPr txBox="1"/>
          <p:nvPr/>
        </p:nvSpPr>
        <p:spPr>
          <a:xfrm>
            <a:off x="1188720" y="143099"/>
            <a:ext cx="1082649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SOFTWARE RELIABILITY AND QUALITY MANAGEMENT</a:t>
            </a:r>
            <a:endParaRPr lang="en-IN" sz="24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F7D3670-E339-3F4F-3D6E-C94F362620C1}"/>
              </a:ext>
            </a:extLst>
          </p:cNvPr>
          <p:cNvSpPr txBox="1"/>
          <p:nvPr/>
        </p:nvSpPr>
        <p:spPr>
          <a:xfrm>
            <a:off x="460097" y="868606"/>
            <a:ext cx="11442110" cy="492443"/>
          </a:xfrm>
          <a:prstGeom prst="rect">
            <a:avLst/>
          </a:prstGeom>
          <a:noFill/>
        </p:spPr>
        <p:txBody>
          <a:bodyPr wrap="square">
            <a:spAutoFit/>
          </a:bodyPr>
          <a:lstStyle/>
          <a:p>
            <a:pPr algn="just"/>
            <a:r>
              <a:rPr lang="en-IN" sz="2600" b="1" dirty="0">
                <a:latin typeface="Times New Roman" panose="02020603050405020304" pitchFamily="18" charset="0"/>
                <a:cs typeface="Times New Roman" panose="02020603050405020304" pitchFamily="18" charset="0"/>
              </a:rPr>
              <a:t>SEI CAPABILITY MATURITY MODEL</a:t>
            </a:r>
          </a:p>
        </p:txBody>
      </p:sp>
      <p:sp>
        <p:nvSpPr>
          <p:cNvPr id="6" name="TextBox 5">
            <a:extLst>
              <a:ext uri="{FF2B5EF4-FFF2-40B4-BE49-F238E27FC236}">
                <a16:creationId xmlns:a16="http://schemas.microsoft.com/office/drawing/2014/main" id="{9CF75765-F05C-1476-3E93-C62585EB4424}"/>
              </a:ext>
            </a:extLst>
          </p:cNvPr>
          <p:cNvSpPr txBox="1"/>
          <p:nvPr/>
        </p:nvSpPr>
        <p:spPr>
          <a:xfrm>
            <a:off x="460097" y="1517759"/>
            <a:ext cx="4294783" cy="3108543"/>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Level 5: </a:t>
            </a:r>
            <a:r>
              <a:rPr lang="en-US" sz="2800" b="1" dirty="0" err="1">
                <a:latin typeface="Times New Roman" panose="02020603050405020304" pitchFamily="18" charset="0"/>
                <a:cs typeface="Times New Roman" panose="02020603050405020304" pitchFamily="18" charset="0"/>
              </a:rPr>
              <a:t>Optimising</a:t>
            </a:r>
            <a:r>
              <a:rPr lang="en-US" sz="2800" b="1" dirty="0">
                <a:latin typeface="Times New Roman" panose="02020603050405020304" pitchFamily="18" charset="0"/>
                <a:cs typeface="Times New Roman" panose="02020603050405020304" pitchFamily="18" charset="0"/>
              </a:rPr>
              <a:t> </a:t>
            </a:r>
          </a:p>
          <a:p>
            <a:pPr algn="just"/>
            <a:r>
              <a:rPr lang="en-US" sz="2800" dirty="0">
                <a:latin typeface="Times New Roman" panose="02020603050405020304" pitchFamily="18" charset="0"/>
                <a:cs typeface="Times New Roman" panose="02020603050405020304" pitchFamily="18" charset="0"/>
              </a:rPr>
              <a:t>At this stage, process and product metrics are collected. Process and product measurement data are </a:t>
            </a:r>
            <a:r>
              <a:rPr lang="en-US" sz="2800" dirty="0" err="1">
                <a:latin typeface="Times New Roman" panose="02020603050405020304" pitchFamily="18" charset="0"/>
                <a:cs typeface="Times New Roman" panose="02020603050405020304" pitchFamily="18" charset="0"/>
              </a:rPr>
              <a:t>analysed</a:t>
            </a:r>
            <a:r>
              <a:rPr lang="en-US" sz="2800" dirty="0">
                <a:latin typeface="Times New Roman" panose="02020603050405020304" pitchFamily="18" charset="0"/>
                <a:cs typeface="Times New Roman" panose="02020603050405020304" pitchFamily="18" charset="0"/>
              </a:rPr>
              <a:t> for continuous process improvement.</a:t>
            </a:r>
            <a:endParaRPr lang="en-IN" sz="28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A3728D2-3A39-0B0A-35D9-852220758021}"/>
              </a:ext>
            </a:extLst>
          </p:cNvPr>
          <p:cNvPicPr>
            <a:picLocks noChangeAspect="1"/>
          </p:cNvPicPr>
          <p:nvPr/>
        </p:nvPicPr>
        <p:blipFill>
          <a:blip r:embed="rId3"/>
          <a:stretch>
            <a:fillRect/>
          </a:stretch>
        </p:blipFill>
        <p:spPr>
          <a:xfrm>
            <a:off x="5246259" y="1361049"/>
            <a:ext cx="6768957" cy="5353852"/>
          </a:xfrm>
          <a:prstGeom prst="rect">
            <a:avLst/>
          </a:prstGeom>
        </p:spPr>
      </p:pic>
    </p:spTree>
    <p:extLst>
      <p:ext uri="{BB962C8B-B14F-4D97-AF65-F5344CB8AC3E}">
        <p14:creationId xmlns:p14="http://schemas.microsoft.com/office/powerpoint/2010/main" val="9260667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24798</TotalTime>
  <Words>5155</Words>
  <Application>Microsoft Office PowerPoint</Application>
  <PresentationFormat>Widescreen</PresentationFormat>
  <Paragraphs>452</Paragraphs>
  <Slides>65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Arial</vt:lpstr>
      <vt:lpstr>Calibri</vt:lpstr>
      <vt:lpstr>Calibri Light</vt:lpstr>
      <vt:lpstr>Times New Roman</vt:lpstr>
      <vt:lpstr>Office Theme</vt:lpstr>
      <vt:lpstr>UNIT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Sujana Challapalli</dc:creator>
  <cp:lastModifiedBy>Sujana Challapalli</cp:lastModifiedBy>
  <cp:revision>1</cp:revision>
  <dcterms:created xsi:type="dcterms:W3CDTF">2025-03-05T22:16:51Z</dcterms:created>
  <dcterms:modified xsi:type="dcterms:W3CDTF">2025-03-24T07:20:32Z</dcterms:modified>
</cp:coreProperties>
</file>