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2" r:id="rId37"/>
    <p:sldId id="293" r:id="rId38"/>
    <p:sldId id="294" r:id="rId39"/>
    <p:sldId id="295" r:id="rId40"/>
    <p:sldId id="298" r:id="rId41"/>
    <p:sldId id="297" r:id="rId42"/>
    <p:sldId id="296" r:id="rId43"/>
    <p:sldId id="301" r:id="rId44"/>
    <p:sldId id="299" r:id="rId45"/>
    <p:sldId id="300" r:id="rId46"/>
    <p:sldId id="302" r:id="rId47"/>
    <p:sldId id="303" r:id="rId48"/>
    <p:sldId id="305" r:id="rId49"/>
    <p:sldId id="304"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94660"/>
  </p:normalViewPr>
  <p:slideViewPr>
    <p:cSldViewPr snapToGrid="0">
      <p:cViewPr varScale="1">
        <p:scale>
          <a:sx n="70" d="100"/>
          <a:sy n="70" d="100"/>
        </p:scale>
        <p:origin x="6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jana Challapalli" userId="482ffdd06f6d4f52" providerId="LiveId" clId="{8ADFA394-3A4F-4333-B6B3-FB449D4FE78D}"/>
    <pc:docChg chg="modSld">
      <pc:chgData name="Sujana Challapalli" userId="482ffdd06f6d4f52" providerId="LiveId" clId="{8ADFA394-3A4F-4333-B6B3-FB449D4FE78D}" dt="2025-03-25T23:04:36.016" v="0" actId="1076"/>
      <pc:docMkLst>
        <pc:docMk/>
      </pc:docMkLst>
      <pc:sldChg chg="modSp mod">
        <pc:chgData name="Sujana Challapalli" userId="482ffdd06f6d4f52" providerId="LiveId" clId="{8ADFA394-3A4F-4333-B6B3-FB449D4FE78D}" dt="2025-03-25T23:04:36.016" v="0" actId="1076"/>
        <pc:sldMkLst>
          <pc:docMk/>
          <pc:sldMk cId="2059569180" sldId="278"/>
        </pc:sldMkLst>
        <pc:spChg chg="mod">
          <ac:chgData name="Sujana Challapalli" userId="482ffdd06f6d4f52" providerId="LiveId" clId="{8ADFA394-3A4F-4333-B6B3-FB449D4FE78D}" dt="2025-03-25T23:04:36.016" v="0" actId="1076"/>
          <ac:spMkLst>
            <pc:docMk/>
            <pc:sldMk cId="2059569180" sldId="278"/>
            <ac:spMk id="5" creationId="{8E5B8071-B577-B4C7-AED4-DC1F93581FFE}"/>
          </ac:spMkLst>
        </pc:spChg>
      </pc:sldChg>
    </pc:docChg>
  </pc:docChgLst>
  <pc:docChgLst>
    <pc:chgData name="Sujana Challapalli" userId="482ffdd06f6d4f52" providerId="LiveId" clId="{111E8972-A288-4438-9EE4-F7A667329782}"/>
    <pc:docChg chg="undo redo custSel addSld delSld modSld sldOrd">
      <pc:chgData name="Sujana Challapalli" userId="482ffdd06f6d4f52" providerId="LiveId" clId="{111E8972-A288-4438-9EE4-F7A667329782}" dt="2025-03-04T04:13:03.643" v="2290" actId="12"/>
      <pc:docMkLst>
        <pc:docMk/>
      </pc:docMkLst>
      <pc:sldChg chg="addSp modSp mod">
        <pc:chgData name="Sujana Challapalli" userId="482ffdd06f6d4f52" providerId="LiveId" clId="{111E8972-A288-4438-9EE4-F7A667329782}" dt="2025-02-24T14:47:15.076" v="1610" actId="113"/>
        <pc:sldMkLst>
          <pc:docMk/>
          <pc:sldMk cId="736868541" sldId="256"/>
        </pc:sldMkLst>
        <pc:spChg chg="mod">
          <ac:chgData name="Sujana Challapalli" userId="482ffdd06f6d4f52" providerId="LiveId" clId="{111E8972-A288-4438-9EE4-F7A667329782}" dt="2025-02-24T14:47:15.076" v="1610" actId="113"/>
          <ac:spMkLst>
            <pc:docMk/>
            <pc:sldMk cId="736868541" sldId="256"/>
            <ac:spMk id="3" creationId="{814E498E-3433-3B41-DD56-EEC3340EDF66}"/>
          </ac:spMkLst>
        </pc:spChg>
        <pc:picChg chg="add mod">
          <ac:chgData name="Sujana Challapalli" userId="482ffdd06f6d4f52" providerId="LiveId" clId="{111E8972-A288-4438-9EE4-F7A667329782}" dt="2025-02-16T23:18:20.889" v="3"/>
          <ac:picMkLst>
            <pc:docMk/>
            <pc:sldMk cId="736868541" sldId="256"/>
            <ac:picMk id="4" creationId="{3771E82A-DC55-A911-577D-D0FC0BA28258}"/>
          </ac:picMkLst>
        </pc:picChg>
      </pc:sldChg>
      <pc:sldChg chg="addSp modSp add mod">
        <pc:chgData name="Sujana Challapalli" userId="482ffdd06f6d4f52" providerId="LiveId" clId="{111E8972-A288-4438-9EE4-F7A667329782}" dt="2025-02-16T23:21:31.248" v="30" actId="1076"/>
        <pc:sldMkLst>
          <pc:docMk/>
          <pc:sldMk cId="2084027385" sldId="257"/>
        </pc:sldMkLst>
        <pc:spChg chg="mod">
          <ac:chgData name="Sujana Challapalli" userId="482ffdd06f6d4f52" providerId="LiveId" clId="{111E8972-A288-4438-9EE4-F7A667329782}" dt="2025-02-16T23:18:43.244" v="8" actId="404"/>
          <ac:spMkLst>
            <pc:docMk/>
            <pc:sldMk cId="2084027385" sldId="257"/>
            <ac:spMk id="2" creationId="{932F9459-860B-8479-8493-C61F0447F3D1}"/>
          </ac:spMkLst>
        </pc:spChg>
        <pc:spChg chg="mod">
          <ac:chgData name="Sujana Challapalli" userId="482ffdd06f6d4f52" providerId="LiveId" clId="{111E8972-A288-4438-9EE4-F7A667329782}" dt="2025-02-16T23:20:10.939" v="20" actId="2711"/>
          <ac:spMkLst>
            <pc:docMk/>
            <pc:sldMk cId="2084027385" sldId="257"/>
            <ac:spMk id="3" creationId="{71777269-C3DD-9EC1-E6E7-D4142BDD20D8}"/>
          </ac:spMkLst>
        </pc:spChg>
        <pc:picChg chg="add mod">
          <ac:chgData name="Sujana Challapalli" userId="482ffdd06f6d4f52" providerId="LiveId" clId="{111E8972-A288-4438-9EE4-F7A667329782}" dt="2025-02-16T23:21:31.248" v="30" actId="1076"/>
          <ac:picMkLst>
            <pc:docMk/>
            <pc:sldMk cId="2084027385" sldId="257"/>
            <ac:picMk id="6" creationId="{C0B5B646-C307-4C58-BB9B-9AB674F2E03E}"/>
          </ac:picMkLst>
        </pc:picChg>
      </pc:sldChg>
      <pc:sldChg chg="modSp add mod">
        <pc:chgData name="Sujana Challapalli" userId="482ffdd06f6d4f52" providerId="LiveId" clId="{111E8972-A288-4438-9EE4-F7A667329782}" dt="2025-02-17T00:09:36.633" v="125" actId="113"/>
        <pc:sldMkLst>
          <pc:docMk/>
          <pc:sldMk cId="796110223" sldId="258"/>
        </pc:sldMkLst>
        <pc:spChg chg="mod">
          <ac:chgData name="Sujana Challapalli" userId="482ffdd06f6d4f52" providerId="LiveId" clId="{111E8972-A288-4438-9EE4-F7A667329782}" dt="2025-02-17T00:09:36.633" v="125" actId="113"/>
          <ac:spMkLst>
            <pc:docMk/>
            <pc:sldMk cId="796110223" sldId="258"/>
            <ac:spMk id="3" creationId="{6AD50178-E2FF-D0EF-F278-511950084DB5}"/>
          </ac:spMkLst>
        </pc:spChg>
      </pc:sldChg>
      <pc:sldChg chg="addSp modSp add mod">
        <pc:chgData name="Sujana Challapalli" userId="482ffdd06f6d4f52" providerId="LiveId" clId="{111E8972-A288-4438-9EE4-F7A667329782}" dt="2025-02-17T00:12:23.538" v="182" actId="14100"/>
        <pc:sldMkLst>
          <pc:docMk/>
          <pc:sldMk cId="1044932808" sldId="259"/>
        </pc:sldMkLst>
        <pc:spChg chg="mod">
          <ac:chgData name="Sujana Challapalli" userId="482ffdd06f6d4f52" providerId="LiveId" clId="{111E8972-A288-4438-9EE4-F7A667329782}" dt="2025-02-17T00:12:04.992" v="177" actId="2711"/>
          <ac:spMkLst>
            <pc:docMk/>
            <pc:sldMk cId="1044932808" sldId="259"/>
            <ac:spMk id="3" creationId="{C64B73BF-94E3-E6C4-78D7-D00893A5F33A}"/>
          </ac:spMkLst>
        </pc:spChg>
        <pc:picChg chg="add mod">
          <ac:chgData name="Sujana Challapalli" userId="482ffdd06f6d4f52" providerId="LiveId" clId="{111E8972-A288-4438-9EE4-F7A667329782}" dt="2025-02-17T00:12:15.556" v="179" actId="14100"/>
          <ac:picMkLst>
            <pc:docMk/>
            <pc:sldMk cId="1044932808" sldId="259"/>
            <ac:picMk id="6" creationId="{5129EDB9-8842-0056-09C1-7201CD47B186}"/>
          </ac:picMkLst>
        </pc:picChg>
        <pc:picChg chg="add mod">
          <ac:chgData name="Sujana Challapalli" userId="482ffdd06f6d4f52" providerId="LiveId" clId="{111E8972-A288-4438-9EE4-F7A667329782}" dt="2025-02-17T00:12:23.538" v="182" actId="14100"/>
          <ac:picMkLst>
            <pc:docMk/>
            <pc:sldMk cId="1044932808" sldId="259"/>
            <ac:picMk id="8" creationId="{BE4B1B20-3BE4-3247-6618-6A20CCF3D3D5}"/>
          </ac:picMkLst>
        </pc:picChg>
      </pc:sldChg>
      <pc:sldChg chg="delSp modSp add mod">
        <pc:chgData name="Sujana Challapalli" userId="482ffdd06f6d4f52" providerId="LiveId" clId="{111E8972-A288-4438-9EE4-F7A667329782}" dt="2025-02-17T00:16:08.660" v="225" actId="113"/>
        <pc:sldMkLst>
          <pc:docMk/>
          <pc:sldMk cId="2753372356" sldId="260"/>
        </pc:sldMkLst>
        <pc:spChg chg="mod">
          <ac:chgData name="Sujana Challapalli" userId="482ffdd06f6d4f52" providerId="LiveId" clId="{111E8972-A288-4438-9EE4-F7A667329782}" dt="2025-02-17T00:16:08.660" v="225" actId="113"/>
          <ac:spMkLst>
            <pc:docMk/>
            <pc:sldMk cId="2753372356" sldId="260"/>
            <ac:spMk id="3" creationId="{8F761BB7-88D7-86E2-899E-5F5753F2EEA5}"/>
          </ac:spMkLst>
        </pc:spChg>
      </pc:sldChg>
      <pc:sldChg chg="modSp add mod">
        <pc:chgData name="Sujana Challapalli" userId="482ffdd06f6d4f52" providerId="LiveId" clId="{111E8972-A288-4438-9EE4-F7A667329782}" dt="2025-02-17T00:20:43.676" v="257" actId="27636"/>
        <pc:sldMkLst>
          <pc:docMk/>
          <pc:sldMk cId="3981620912" sldId="261"/>
        </pc:sldMkLst>
        <pc:spChg chg="mod">
          <ac:chgData name="Sujana Challapalli" userId="482ffdd06f6d4f52" providerId="LiveId" clId="{111E8972-A288-4438-9EE4-F7A667329782}" dt="2025-02-17T00:20:38.359" v="254" actId="1076"/>
          <ac:spMkLst>
            <pc:docMk/>
            <pc:sldMk cId="3981620912" sldId="261"/>
            <ac:spMk id="2" creationId="{A02F6E65-AB8A-7FB4-E8CC-A3898C882FFE}"/>
          </ac:spMkLst>
        </pc:spChg>
        <pc:spChg chg="mod">
          <ac:chgData name="Sujana Challapalli" userId="482ffdd06f6d4f52" providerId="LiveId" clId="{111E8972-A288-4438-9EE4-F7A667329782}" dt="2025-02-17T00:20:43.676" v="257" actId="27636"/>
          <ac:spMkLst>
            <pc:docMk/>
            <pc:sldMk cId="3981620912" sldId="261"/>
            <ac:spMk id="3" creationId="{CCAC8868-E332-2622-B88E-AB5EF6E271FF}"/>
          </ac:spMkLst>
        </pc:spChg>
      </pc:sldChg>
      <pc:sldChg chg="addSp modSp add mod">
        <pc:chgData name="Sujana Challapalli" userId="482ffdd06f6d4f52" providerId="LiveId" clId="{111E8972-A288-4438-9EE4-F7A667329782}" dt="2025-02-17T00:25:28.859" v="297" actId="113"/>
        <pc:sldMkLst>
          <pc:docMk/>
          <pc:sldMk cId="1348073218" sldId="262"/>
        </pc:sldMkLst>
        <pc:spChg chg="mod">
          <ac:chgData name="Sujana Challapalli" userId="482ffdd06f6d4f52" providerId="LiveId" clId="{111E8972-A288-4438-9EE4-F7A667329782}" dt="2025-02-17T00:22:43.036" v="268" actId="207"/>
          <ac:spMkLst>
            <pc:docMk/>
            <pc:sldMk cId="1348073218" sldId="262"/>
            <ac:spMk id="2" creationId="{AADD364C-3BE8-38D0-E535-D9AEDA359CFA}"/>
          </ac:spMkLst>
        </pc:spChg>
        <pc:spChg chg="mod">
          <ac:chgData name="Sujana Challapalli" userId="482ffdd06f6d4f52" providerId="LiveId" clId="{111E8972-A288-4438-9EE4-F7A667329782}" dt="2025-02-17T00:25:28.859" v="297" actId="113"/>
          <ac:spMkLst>
            <pc:docMk/>
            <pc:sldMk cId="1348073218" sldId="262"/>
            <ac:spMk id="3" creationId="{F7CFED32-597A-A7A2-5172-AB74899EE50A}"/>
          </ac:spMkLst>
        </pc:spChg>
        <pc:picChg chg="add mod">
          <ac:chgData name="Sujana Challapalli" userId="482ffdd06f6d4f52" providerId="LiveId" clId="{111E8972-A288-4438-9EE4-F7A667329782}" dt="2025-02-17T00:24:14.007" v="284" actId="1076"/>
          <ac:picMkLst>
            <pc:docMk/>
            <pc:sldMk cId="1348073218" sldId="262"/>
            <ac:picMk id="6" creationId="{C369C091-A450-C2E4-B172-22C486972C5F}"/>
          </ac:picMkLst>
        </pc:picChg>
        <pc:picChg chg="add mod">
          <ac:chgData name="Sujana Challapalli" userId="482ffdd06f6d4f52" providerId="LiveId" clId="{111E8972-A288-4438-9EE4-F7A667329782}" dt="2025-02-17T00:25:09.757" v="295" actId="1076"/>
          <ac:picMkLst>
            <pc:docMk/>
            <pc:sldMk cId="1348073218" sldId="262"/>
            <ac:picMk id="8" creationId="{B4720BCB-D408-52BD-4F36-3C289B0DD2F4}"/>
          </ac:picMkLst>
        </pc:picChg>
      </pc:sldChg>
      <pc:sldChg chg="addSp delSp modSp add mod">
        <pc:chgData name="Sujana Challapalli" userId="482ffdd06f6d4f52" providerId="LiveId" clId="{111E8972-A288-4438-9EE4-F7A667329782}" dt="2025-02-18T04:12:36.760" v="342" actId="478"/>
        <pc:sldMkLst>
          <pc:docMk/>
          <pc:sldMk cId="1148877096" sldId="263"/>
        </pc:sldMkLst>
        <pc:spChg chg="mod">
          <ac:chgData name="Sujana Challapalli" userId="482ffdd06f6d4f52" providerId="LiveId" clId="{111E8972-A288-4438-9EE4-F7A667329782}" dt="2025-02-18T04:11:23.337" v="329" actId="6549"/>
          <ac:spMkLst>
            <pc:docMk/>
            <pc:sldMk cId="1148877096" sldId="263"/>
            <ac:spMk id="2" creationId="{76DA1368-7636-603A-D544-3C70008554CC}"/>
          </ac:spMkLst>
        </pc:spChg>
        <pc:spChg chg="mod">
          <ac:chgData name="Sujana Challapalli" userId="482ffdd06f6d4f52" providerId="LiveId" clId="{111E8972-A288-4438-9EE4-F7A667329782}" dt="2025-02-18T04:12:26.375" v="338" actId="20577"/>
          <ac:spMkLst>
            <pc:docMk/>
            <pc:sldMk cId="1148877096" sldId="263"/>
            <ac:spMk id="3" creationId="{F80FCC7B-DA99-5666-AE20-3C5DD43BE545}"/>
          </ac:spMkLst>
        </pc:spChg>
        <pc:picChg chg="add mod">
          <ac:chgData name="Sujana Challapalli" userId="482ffdd06f6d4f52" providerId="LiveId" clId="{111E8972-A288-4438-9EE4-F7A667329782}" dt="2025-02-18T04:12:34.559" v="341" actId="14100"/>
          <ac:picMkLst>
            <pc:docMk/>
            <pc:sldMk cId="1148877096" sldId="263"/>
            <ac:picMk id="7" creationId="{A4C46288-90A0-3D24-E41C-B35FEF2DCEEE}"/>
          </ac:picMkLst>
        </pc:picChg>
      </pc:sldChg>
      <pc:sldChg chg="addSp delSp modSp add mod">
        <pc:chgData name="Sujana Challapalli" userId="482ffdd06f6d4f52" providerId="LiveId" clId="{111E8972-A288-4438-9EE4-F7A667329782}" dt="2025-02-18T04:13:37.082" v="349" actId="14100"/>
        <pc:sldMkLst>
          <pc:docMk/>
          <pc:sldMk cId="2543266146" sldId="264"/>
        </pc:sldMkLst>
        <pc:picChg chg="add mod">
          <ac:chgData name="Sujana Challapalli" userId="482ffdd06f6d4f52" providerId="LiveId" clId="{111E8972-A288-4438-9EE4-F7A667329782}" dt="2025-02-18T04:13:37.082" v="349" actId="14100"/>
          <ac:picMkLst>
            <pc:docMk/>
            <pc:sldMk cId="2543266146" sldId="264"/>
            <ac:picMk id="6" creationId="{63120255-8DF0-3385-EF19-288706BE2CF9}"/>
          </ac:picMkLst>
        </pc:picChg>
      </pc:sldChg>
      <pc:sldChg chg="addSp delSp modSp add mod">
        <pc:chgData name="Sujana Challapalli" userId="482ffdd06f6d4f52" providerId="LiveId" clId="{111E8972-A288-4438-9EE4-F7A667329782}" dt="2025-02-18T04:20:40.264" v="376" actId="1076"/>
        <pc:sldMkLst>
          <pc:docMk/>
          <pc:sldMk cId="3113502243" sldId="265"/>
        </pc:sldMkLst>
        <pc:spChg chg="mod">
          <ac:chgData name="Sujana Challapalli" userId="482ffdd06f6d4f52" providerId="LiveId" clId="{111E8972-A288-4438-9EE4-F7A667329782}" dt="2025-02-18T04:16:21.411" v="357" actId="27636"/>
          <ac:spMkLst>
            <pc:docMk/>
            <pc:sldMk cId="3113502243" sldId="265"/>
            <ac:spMk id="2" creationId="{DD2D9C9A-AFBA-35B0-4855-0CE92B95BF5D}"/>
          </ac:spMkLst>
        </pc:spChg>
        <pc:spChg chg="add mod">
          <ac:chgData name="Sujana Challapalli" userId="482ffdd06f6d4f52" providerId="LiveId" clId="{111E8972-A288-4438-9EE4-F7A667329782}" dt="2025-02-18T04:18:25.862" v="372" actId="113"/>
          <ac:spMkLst>
            <pc:docMk/>
            <pc:sldMk cId="3113502243" sldId="265"/>
            <ac:spMk id="5" creationId="{E1637850-734C-2B26-990B-61365C98EACF}"/>
          </ac:spMkLst>
        </pc:spChg>
        <pc:picChg chg="add mod">
          <ac:chgData name="Sujana Challapalli" userId="482ffdd06f6d4f52" providerId="LiveId" clId="{111E8972-A288-4438-9EE4-F7A667329782}" dt="2025-02-18T04:20:40.264" v="376" actId="1076"/>
          <ac:picMkLst>
            <pc:docMk/>
            <pc:sldMk cId="3113502243" sldId="265"/>
            <ac:picMk id="8" creationId="{FBE1B715-A90C-2475-BD8D-D5B3721856B9}"/>
          </ac:picMkLst>
        </pc:picChg>
      </pc:sldChg>
      <pc:sldChg chg="addSp delSp modSp add mod">
        <pc:chgData name="Sujana Challapalli" userId="482ffdd06f6d4f52" providerId="LiveId" clId="{111E8972-A288-4438-9EE4-F7A667329782}" dt="2025-02-19T16:38:13.202" v="407" actId="113"/>
        <pc:sldMkLst>
          <pc:docMk/>
          <pc:sldMk cId="1384338556" sldId="266"/>
        </pc:sldMkLst>
        <pc:spChg chg="mod">
          <ac:chgData name="Sujana Challapalli" userId="482ffdd06f6d4f52" providerId="LiveId" clId="{111E8972-A288-4438-9EE4-F7A667329782}" dt="2025-02-19T16:38:13.202" v="407" actId="113"/>
          <ac:spMkLst>
            <pc:docMk/>
            <pc:sldMk cId="1384338556" sldId="266"/>
            <ac:spMk id="5" creationId="{ADD7EB1C-F491-0E00-2737-11E56C399A4E}"/>
          </ac:spMkLst>
        </pc:spChg>
        <pc:picChg chg="add mod">
          <ac:chgData name="Sujana Challapalli" userId="482ffdd06f6d4f52" providerId="LiveId" clId="{111E8972-A288-4438-9EE4-F7A667329782}" dt="2025-02-19T16:35:38.997" v="387" actId="14100"/>
          <ac:picMkLst>
            <pc:docMk/>
            <pc:sldMk cId="1384338556" sldId="266"/>
            <ac:picMk id="9" creationId="{20B8E412-358B-CAC1-47CE-2FCDECA5FFC2}"/>
          </ac:picMkLst>
        </pc:picChg>
      </pc:sldChg>
      <pc:sldChg chg="delSp modSp add mod">
        <pc:chgData name="Sujana Challapalli" userId="482ffdd06f6d4f52" providerId="LiveId" clId="{111E8972-A288-4438-9EE4-F7A667329782}" dt="2025-02-20T07:57:19.319" v="634" actId="20577"/>
        <pc:sldMkLst>
          <pc:docMk/>
          <pc:sldMk cId="2428577677" sldId="267"/>
        </pc:sldMkLst>
        <pc:spChg chg="mod">
          <ac:chgData name="Sujana Challapalli" userId="482ffdd06f6d4f52" providerId="LiveId" clId="{111E8972-A288-4438-9EE4-F7A667329782}" dt="2025-02-20T07:57:19.319" v="634" actId="20577"/>
          <ac:spMkLst>
            <pc:docMk/>
            <pc:sldMk cId="2428577677" sldId="267"/>
            <ac:spMk id="5" creationId="{2085ED91-5947-A164-87A8-21189AB0E7CB}"/>
          </ac:spMkLst>
        </pc:spChg>
      </pc:sldChg>
      <pc:sldChg chg="modSp add mod">
        <pc:chgData name="Sujana Challapalli" userId="482ffdd06f6d4f52" providerId="LiveId" clId="{111E8972-A288-4438-9EE4-F7A667329782}" dt="2025-02-19T16:39:12.203" v="414" actId="113"/>
        <pc:sldMkLst>
          <pc:docMk/>
          <pc:sldMk cId="2249702536" sldId="268"/>
        </pc:sldMkLst>
        <pc:spChg chg="mod">
          <ac:chgData name="Sujana Challapalli" userId="482ffdd06f6d4f52" providerId="LiveId" clId="{111E8972-A288-4438-9EE4-F7A667329782}" dt="2025-02-19T16:39:12.203" v="414" actId="113"/>
          <ac:spMkLst>
            <pc:docMk/>
            <pc:sldMk cId="2249702536" sldId="268"/>
            <ac:spMk id="5" creationId="{CE8EED03-C5BC-3374-85F1-46676A0E8AF8}"/>
          </ac:spMkLst>
        </pc:spChg>
      </pc:sldChg>
      <pc:sldChg chg="addSp modSp add mod">
        <pc:chgData name="Sujana Challapalli" userId="482ffdd06f6d4f52" providerId="LiveId" clId="{111E8972-A288-4438-9EE4-F7A667329782}" dt="2025-02-19T16:40:21.036" v="423" actId="113"/>
        <pc:sldMkLst>
          <pc:docMk/>
          <pc:sldMk cId="1188079669" sldId="269"/>
        </pc:sldMkLst>
        <pc:spChg chg="mod">
          <ac:chgData name="Sujana Challapalli" userId="482ffdd06f6d4f52" providerId="LiveId" clId="{111E8972-A288-4438-9EE4-F7A667329782}" dt="2025-02-19T16:40:21.036" v="423" actId="113"/>
          <ac:spMkLst>
            <pc:docMk/>
            <pc:sldMk cId="1188079669" sldId="269"/>
            <ac:spMk id="5" creationId="{0FC5E322-E94F-1FCC-5ABB-DD44AD7D4D83}"/>
          </ac:spMkLst>
        </pc:spChg>
        <pc:picChg chg="add mod">
          <ac:chgData name="Sujana Challapalli" userId="482ffdd06f6d4f52" providerId="LiveId" clId="{111E8972-A288-4438-9EE4-F7A667329782}" dt="2025-02-19T16:40:10.687" v="421" actId="1076"/>
          <ac:picMkLst>
            <pc:docMk/>
            <pc:sldMk cId="1188079669" sldId="269"/>
            <ac:picMk id="6" creationId="{395BC306-EB50-5903-B0BC-E7D37F3C48E8}"/>
          </ac:picMkLst>
        </pc:picChg>
      </pc:sldChg>
      <pc:sldChg chg="delSp modSp add mod">
        <pc:chgData name="Sujana Challapalli" userId="482ffdd06f6d4f52" providerId="LiveId" clId="{111E8972-A288-4438-9EE4-F7A667329782}" dt="2025-02-20T08:00:42.077" v="636" actId="20577"/>
        <pc:sldMkLst>
          <pc:docMk/>
          <pc:sldMk cId="4011636700" sldId="270"/>
        </pc:sldMkLst>
        <pc:spChg chg="mod">
          <ac:chgData name="Sujana Challapalli" userId="482ffdd06f6d4f52" providerId="LiveId" clId="{111E8972-A288-4438-9EE4-F7A667329782}" dt="2025-02-20T08:00:42.077" v="636" actId="20577"/>
          <ac:spMkLst>
            <pc:docMk/>
            <pc:sldMk cId="4011636700" sldId="270"/>
            <ac:spMk id="5" creationId="{AABD453A-781B-DE62-3BC7-FE240DB8A3C2}"/>
          </ac:spMkLst>
        </pc:spChg>
      </pc:sldChg>
      <pc:sldChg chg="addSp modSp add mod">
        <pc:chgData name="Sujana Challapalli" userId="482ffdd06f6d4f52" providerId="LiveId" clId="{111E8972-A288-4438-9EE4-F7A667329782}" dt="2025-02-20T00:43:04.243" v="464" actId="14100"/>
        <pc:sldMkLst>
          <pc:docMk/>
          <pc:sldMk cId="2019739936" sldId="271"/>
        </pc:sldMkLst>
        <pc:spChg chg="mod">
          <ac:chgData name="Sujana Challapalli" userId="482ffdd06f6d4f52" providerId="LiveId" clId="{111E8972-A288-4438-9EE4-F7A667329782}" dt="2025-02-20T00:40:44.184" v="447"/>
          <ac:spMkLst>
            <pc:docMk/>
            <pc:sldMk cId="2019739936" sldId="271"/>
            <ac:spMk id="2" creationId="{B9153D59-E436-A6D8-B66B-D595B55CB7EE}"/>
          </ac:spMkLst>
        </pc:spChg>
        <pc:spChg chg="mod">
          <ac:chgData name="Sujana Challapalli" userId="482ffdd06f6d4f52" providerId="LiveId" clId="{111E8972-A288-4438-9EE4-F7A667329782}" dt="2025-02-20T00:42:26.142" v="460" actId="2711"/>
          <ac:spMkLst>
            <pc:docMk/>
            <pc:sldMk cId="2019739936" sldId="271"/>
            <ac:spMk id="5" creationId="{1BFABB1A-91E2-2A9B-5F52-B681308A19F5}"/>
          </ac:spMkLst>
        </pc:spChg>
        <pc:picChg chg="add mod">
          <ac:chgData name="Sujana Challapalli" userId="482ffdd06f6d4f52" providerId="LiveId" clId="{111E8972-A288-4438-9EE4-F7A667329782}" dt="2025-02-20T00:43:04.243" v="464" actId="14100"/>
          <ac:picMkLst>
            <pc:docMk/>
            <pc:sldMk cId="2019739936" sldId="271"/>
            <ac:picMk id="6" creationId="{5F4C5683-E414-20E5-BF88-1C0DA06C94A3}"/>
          </ac:picMkLst>
        </pc:picChg>
      </pc:sldChg>
      <pc:sldChg chg="modSp add mod">
        <pc:chgData name="Sujana Challapalli" userId="482ffdd06f6d4f52" providerId="LiveId" clId="{111E8972-A288-4438-9EE4-F7A667329782}" dt="2025-02-20T00:46:25.884" v="475" actId="14100"/>
        <pc:sldMkLst>
          <pc:docMk/>
          <pc:sldMk cId="1394435811" sldId="272"/>
        </pc:sldMkLst>
        <pc:spChg chg="mod">
          <ac:chgData name="Sujana Challapalli" userId="482ffdd06f6d4f52" providerId="LiveId" clId="{111E8972-A288-4438-9EE4-F7A667329782}" dt="2025-02-20T00:45:59.152" v="473" actId="113"/>
          <ac:spMkLst>
            <pc:docMk/>
            <pc:sldMk cId="1394435811" sldId="272"/>
            <ac:spMk id="5" creationId="{0EB76EDE-4B51-E4A3-AD20-2F70A4E45515}"/>
          </ac:spMkLst>
        </pc:spChg>
        <pc:picChg chg="mod">
          <ac:chgData name="Sujana Challapalli" userId="482ffdd06f6d4f52" providerId="LiveId" clId="{111E8972-A288-4438-9EE4-F7A667329782}" dt="2025-02-20T00:46:25.884" v="475" actId="14100"/>
          <ac:picMkLst>
            <pc:docMk/>
            <pc:sldMk cId="1394435811" sldId="272"/>
            <ac:picMk id="6" creationId="{CFEDEA04-50B5-6320-79CC-62C4D70A83E8}"/>
          </ac:picMkLst>
        </pc:picChg>
      </pc:sldChg>
      <pc:sldChg chg="modSp add mod">
        <pc:chgData name="Sujana Challapalli" userId="482ffdd06f6d4f52" providerId="LiveId" clId="{111E8972-A288-4438-9EE4-F7A667329782}" dt="2025-02-20T00:51:45.163" v="532" actId="2711"/>
        <pc:sldMkLst>
          <pc:docMk/>
          <pc:sldMk cId="3746392651" sldId="273"/>
        </pc:sldMkLst>
        <pc:spChg chg="mod">
          <ac:chgData name="Sujana Challapalli" userId="482ffdd06f6d4f52" providerId="LiveId" clId="{111E8972-A288-4438-9EE4-F7A667329782}" dt="2025-02-20T00:51:45.163" v="532" actId="2711"/>
          <ac:spMkLst>
            <pc:docMk/>
            <pc:sldMk cId="3746392651" sldId="273"/>
            <ac:spMk id="5" creationId="{D10BB0C9-8C96-8087-82DA-78B7B8FFD9D8}"/>
          </ac:spMkLst>
        </pc:spChg>
        <pc:picChg chg="mod">
          <ac:chgData name="Sujana Challapalli" userId="482ffdd06f6d4f52" providerId="LiveId" clId="{111E8972-A288-4438-9EE4-F7A667329782}" dt="2025-02-20T00:48:26.416" v="516" actId="1076"/>
          <ac:picMkLst>
            <pc:docMk/>
            <pc:sldMk cId="3746392651" sldId="273"/>
            <ac:picMk id="6" creationId="{21AFCBC2-5C57-BF57-9054-7A7F2166DAA4}"/>
          </ac:picMkLst>
        </pc:picChg>
      </pc:sldChg>
      <pc:sldChg chg="addSp delSp modSp add mod">
        <pc:chgData name="Sujana Challapalli" userId="482ffdd06f6d4f52" providerId="LiveId" clId="{111E8972-A288-4438-9EE4-F7A667329782}" dt="2025-02-20T01:03:20.346" v="563" actId="1076"/>
        <pc:sldMkLst>
          <pc:docMk/>
          <pc:sldMk cId="729480670" sldId="274"/>
        </pc:sldMkLst>
        <pc:spChg chg="mod">
          <ac:chgData name="Sujana Challapalli" userId="482ffdd06f6d4f52" providerId="LiveId" clId="{111E8972-A288-4438-9EE4-F7A667329782}" dt="2025-02-20T00:58:33.459" v="538"/>
          <ac:spMkLst>
            <pc:docMk/>
            <pc:sldMk cId="729480670" sldId="274"/>
            <ac:spMk id="2" creationId="{2BF026AB-86A2-818E-9A15-0C27E08464A7}"/>
          </ac:spMkLst>
        </pc:spChg>
        <pc:spChg chg="mod">
          <ac:chgData name="Sujana Challapalli" userId="482ffdd06f6d4f52" providerId="LiveId" clId="{111E8972-A288-4438-9EE4-F7A667329782}" dt="2025-02-20T01:03:16.364" v="562" actId="2711"/>
          <ac:spMkLst>
            <pc:docMk/>
            <pc:sldMk cId="729480670" sldId="274"/>
            <ac:spMk id="5" creationId="{E1F39B9C-2E2B-A4D7-E796-E80B73574834}"/>
          </ac:spMkLst>
        </pc:spChg>
        <pc:picChg chg="add mod">
          <ac:chgData name="Sujana Challapalli" userId="482ffdd06f6d4f52" providerId="LiveId" clId="{111E8972-A288-4438-9EE4-F7A667329782}" dt="2025-02-20T01:03:20.346" v="563" actId="1076"/>
          <ac:picMkLst>
            <pc:docMk/>
            <pc:sldMk cId="729480670" sldId="274"/>
            <ac:picMk id="7" creationId="{27B4C497-A17D-10AA-9296-78EF3607946C}"/>
          </ac:picMkLst>
        </pc:picChg>
      </pc:sldChg>
      <pc:sldChg chg="delSp modSp add mod">
        <pc:chgData name="Sujana Challapalli" userId="482ffdd06f6d4f52" providerId="LiveId" clId="{111E8972-A288-4438-9EE4-F7A667329782}" dt="2025-02-20T01:05:27.782" v="583" actId="113"/>
        <pc:sldMkLst>
          <pc:docMk/>
          <pc:sldMk cId="2385109412" sldId="275"/>
        </pc:sldMkLst>
        <pc:spChg chg="mod">
          <ac:chgData name="Sujana Challapalli" userId="482ffdd06f6d4f52" providerId="LiveId" clId="{111E8972-A288-4438-9EE4-F7A667329782}" dt="2025-02-20T01:05:27.782" v="583" actId="113"/>
          <ac:spMkLst>
            <pc:docMk/>
            <pc:sldMk cId="2385109412" sldId="275"/>
            <ac:spMk id="5" creationId="{BE6A0917-0CF5-D888-6F00-DABECA5ABE8B}"/>
          </ac:spMkLst>
        </pc:spChg>
      </pc:sldChg>
      <pc:sldChg chg="addSp modSp add mod">
        <pc:chgData name="Sujana Challapalli" userId="482ffdd06f6d4f52" providerId="LiveId" clId="{111E8972-A288-4438-9EE4-F7A667329782}" dt="2025-02-20T01:07:29.044" v="598" actId="113"/>
        <pc:sldMkLst>
          <pc:docMk/>
          <pc:sldMk cId="728888582" sldId="276"/>
        </pc:sldMkLst>
        <pc:spChg chg="mod">
          <ac:chgData name="Sujana Challapalli" userId="482ffdd06f6d4f52" providerId="LiveId" clId="{111E8972-A288-4438-9EE4-F7A667329782}" dt="2025-02-20T01:06:16.765" v="589"/>
          <ac:spMkLst>
            <pc:docMk/>
            <pc:sldMk cId="728888582" sldId="276"/>
            <ac:spMk id="2" creationId="{E929F209-9076-042A-1AAB-39BEEED0725E}"/>
          </ac:spMkLst>
        </pc:spChg>
        <pc:spChg chg="mod">
          <ac:chgData name="Sujana Challapalli" userId="482ffdd06f6d4f52" providerId="LiveId" clId="{111E8972-A288-4438-9EE4-F7A667329782}" dt="2025-02-20T01:07:29.044" v="598" actId="113"/>
          <ac:spMkLst>
            <pc:docMk/>
            <pc:sldMk cId="728888582" sldId="276"/>
            <ac:spMk id="5" creationId="{81A5B87F-395C-1843-76DA-1915A81003E2}"/>
          </ac:spMkLst>
        </pc:spChg>
        <pc:picChg chg="add mod">
          <ac:chgData name="Sujana Challapalli" userId="482ffdd06f6d4f52" providerId="LiveId" clId="{111E8972-A288-4438-9EE4-F7A667329782}" dt="2025-02-20T01:07:14.758" v="596" actId="1076"/>
          <ac:picMkLst>
            <pc:docMk/>
            <pc:sldMk cId="728888582" sldId="276"/>
            <ac:picMk id="6" creationId="{9B5A297B-6B57-D145-C0B8-A382D7F2ECDF}"/>
          </ac:picMkLst>
        </pc:picChg>
      </pc:sldChg>
      <pc:sldChg chg="addSp delSp modSp add mod">
        <pc:chgData name="Sujana Challapalli" userId="482ffdd06f6d4f52" providerId="LiveId" clId="{111E8972-A288-4438-9EE4-F7A667329782}" dt="2025-02-20T01:09:21.692" v="613" actId="1076"/>
        <pc:sldMkLst>
          <pc:docMk/>
          <pc:sldMk cId="1788854961" sldId="277"/>
        </pc:sldMkLst>
        <pc:spChg chg="mod">
          <ac:chgData name="Sujana Challapalli" userId="482ffdd06f6d4f52" providerId="LiveId" clId="{111E8972-A288-4438-9EE4-F7A667329782}" dt="2025-02-20T01:07:56.596" v="602" actId="2711"/>
          <ac:spMkLst>
            <pc:docMk/>
            <pc:sldMk cId="1788854961" sldId="277"/>
            <ac:spMk id="5" creationId="{3CFB6680-D8B1-1CEC-533A-7F75AE64CBA8}"/>
          </ac:spMkLst>
        </pc:spChg>
        <pc:picChg chg="add mod">
          <ac:chgData name="Sujana Challapalli" userId="482ffdd06f6d4f52" providerId="LiveId" clId="{111E8972-A288-4438-9EE4-F7A667329782}" dt="2025-02-20T01:09:16.564" v="612" actId="14100"/>
          <ac:picMkLst>
            <pc:docMk/>
            <pc:sldMk cId="1788854961" sldId="277"/>
            <ac:picMk id="7" creationId="{85D25DB6-A4A0-08EA-D11F-CF6A7B9DD505}"/>
          </ac:picMkLst>
        </pc:picChg>
        <pc:picChg chg="add mod">
          <ac:chgData name="Sujana Challapalli" userId="482ffdd06f6d4f52" providerId="LiveId" clId="{111E8972-A288-4438-9EE4-F7A667329782}" dt="2025-02-20T01:09:21.692" v="613" actId="1076"/>
          <ac:picMkLst>
            <pc:docMk/>
            <pc:sldMk cId="1788854961" sldId="277"/>
            <ac:picMk id="9" creationId="{8FACA633-B659-CCD7-F41C-54B5116D5A1E}"/>
          </ac:picMkLst>
        </pc:picChg>
      </pc:sldChg>
      <pc:sldChg chg="addSp delSp modSp add mod">
        <pc:chgData name="Sujana Challapalli" userId="482ffdd06f6d4f52" providerId="LiveId" clId="{111E8972-A288-4438-9EE4-F7A667329782}" dt="2025-02-20T23:06:46.582" v="1141" actId="1076"/>
        <pc:sldMkLst>
          <pc:docMk/>
          <pc:sldMk cId="2059569180" sldId="278"/>
        </pc:sldMkLst>
        <pc:spChg chg="mod">
          <ac:chgData name="Sujana Challapalli" userId="482ffdd06f6d4f52" providerId="LiveId" clId="{111E8972-A288-4438-9EE4-F7A667329782}" dt="2025-02-20T22:10:39.052" v="644"/>
          <ac:spMkLst>
            <pc:docMk/>
            <pc:sldMk cId="2059569180" sldId="278"/>
            <ac:spMk id="2" creationId="{B2A658EC-F3F0-4A36-D924-C946EF9F0219}"/>
          </ac:spMkLst>
        </pc:spChg>
        <pc:spChg chg="mod">
          <ac:chgData name="Sujana Challapalli" userId="482ffdd06f6d4f52" providerId="LiveId" clId="{111E8972-A288-4438-9EE4-F7A667329782}" dt="2025-02-20T22:13:09.020" v="714" actId="20577"/>
          <ac:spMkLst>
            <pc:docMk/>
            <pc:sldMk cId="2059569180" sldId="278"/>
            <ac:spMk id="5" creationId="{8E5B8071-B577-B4C7-AED4-DC1F93581FFE}"/>
          </ac:spMkLst>
        </pc:spChg>
        <pc:picChg chg="add mod">
          <ac:chgData name="Sujana Challapalli" userId="482ffdd06f6d4f52" providerId="LiveId" clId="{111E8972-A288-4438-9EE4-F7A667329782}" dt="2025-02-20T23:06:46.582" v="1141" actId="1076"/>
          <ac:picMkLst>
            <pc:docMk/>
            <pc:sldMk cId="2059569180" sldId="278"/>
            <ac:picMk id="6" creationId="{73E1B004-0FDB-BBB8-AC2D-A686D3B3506A}"/>
          </ac:picMkLst>
        </pc:picChg>
      </pc:sldChg>
      <pc:sldChg chg="addSp delSp modSp add mod">
        <pc:chgData name="Sujana Challapalli" userId="482ffdd06f6d4f52" providerId="LiveId" clId="{111E8972-A288-4438-9EE4-F7A667329782}" dt="2025-02-20T23:03:32.221" v="1139" actId="1076"/>
        <pc:sldMkLst>
          <pc:docMk/>
          <pc:sldMk cId="3274404651" sldId="279"/>
        </pc:sldMkLst>
        <pc:spChg chg="mod">
          <ac:chgData name="Sujana Challapalli" userId="482ffdd06f6d4f52" providerId="LiveId" clId="{111E8972-A288-4438-9EE4-F7A667329782}" dt="2025-02-20T22:14:41.629" v="747" actId="20577"/>
          <ac:spMkLst>
            <pc:docMk/>
            <pc:sldMk cId="3274404651" sldId="279"/>
            <ac:spMk id="2" creationId="{E9B7F840-731F-D2C2-7D27-29A428937BA4}"/>
          </ac:spMkLst>
        </pc:spChg>
        <pc:spChg chg="mod">
          <ac:chgData name="Sujana Challapalli" userId="482ffdd06f6d4f52" providerId="LiveId" clId="{111E8972-A288-4438-9EE4-F7A667329782}" dt="2025-02-20T23:03:26.219" v="1138" actId="20577"/>
          <ac:spMkLst>
            <pc:docMk/>
            <pc:sldMk cId="3274404651" sldId="279"/>
            <ac:spMk id="5" creationId="{E353004D-2A05-9FED-4CDB-24B961D33070}"/>
          </ac:spMkLst>
        </pc:spChg>
        <pc:spChg chg="add mod">
          <ac:chgData name="Sujana Challapalli" userId="482ffdd06f6d4f52" providerId="LiveId" clId="{111E8972-A288-4438-9EE4-F7A667329782}" dt="2025-02-20T23:03:32.221" v="1139" actId="1076"/>
          <ac:spMkLst>
            <pc:docMk/>
            <pc:sldMk cId="3274404651" sldId="279"/>
            <ac:spMk id="7" creationId="{FF6C60B3-32A1-D78F-92D9-EDF7C650B9AE}"/>
          </ac:spMkLst>
        </pc:spChg>
      </pc:sldChg>
      <pc:sldChg chg="delSp modSp add mod">
        <pc:chgData name="Sujana Challapalli" userId="482ffdd06f6d4f52" providerId="LiveId" clId="{111E8972-A288-4438-9EE4-F7A667329782}" dt="2025-02-20T22:27:34.283" v="813" actId="1076"/>
        <pc:sldMkLst>
          <pc:docMk/>
          <pc:sldMk cId="3107435478" sldId="280"/>
        </pc:sldMkLst>
        <pc:spChg chg="mod">
          <ac:chgData name="Sujana Challapalli" userId="482ffdd06f6d4f52" providerId="LiveId" clId="{111E8972-A288-4438-9EE4-F7A667329782}" dt="2025-02-20T22:25:26.483" v="786" actId="1076"/>
          <ac:spMkLst>
            <pc:docMk/>
            <pc:sldMk cId="3107435478" sldId="280"/>
            <ac:spMk id="2" creationId="{C226F0D7-C918-F9C4-600A-5A8EA5701BB4}"/>
          </ac:spMkLst>
        </pc:spChg>
        <pc:spChg chg="mod">
          <ac:chgData name="Sujana Challapalli" userId="482ffdd06f6d4f52" providerId="LiveId" clId="{111E8972-A288-4438-9EE4-F7A667329782}" dt="2025-02-20T22:27:34.283" v="813" actId="1076"/>
          <ac:spMkLst>
            <pc:docMk/>
            <pc:sldMk cId="3107435478" sldId="280"/>
            <ac:spMk id="7" creationId="{F77E3FDB-1D61-FB0D-EF46-11DEED19C39C}"/>
          </ac:spMkLst>
        </pc:spChg>
      </pc:sldChg>
      <pc:sldChg chg="modSp add mod">
        <pc:chgData name="Sujana Challapalli" userId="482ffdd06f6d4f52" providerId="LiveId" clId="{111E8972-A288-4438-9EE4-F7A667329782}" dt="2025-02-20T22:29:02.760" v="819" actId="20577"/>
        <pc:sldMkLst>
          <pc:docMk/>
          <pc:sldMk cId="1257266126" sldId="281"/>
        </pc:sldMkLst>
        <pc:spChg chg="mod">
          <ac:chgData name="Sujana Challapalli" userId="482ffdd06f6d4f52" providerId="LiveId" clId="{111E8972-A288-4438-9EE4-F7A667329782}" dt="2025-02-20T22:29:02.760" v="819" actId="20577"/>
          <ac:spMkLst>
            <pc:docMk/>
            <pc:sldMk cId="1257266126" sldId="281"/>
            <ac:spMk id="7" creationId="{505C8628-F68A-9FA6-29F1-B3CBBEEBD4A3}"/>
          </ac:spMkLst>
        </pc:spChg>
      </pc:sldChg>
      <pc:sldChg chg="modSp add mod">
        <pc:chgData name="Sujana Challapalli" userId="482ffdd06f6d4f52" providerId="LiveId" clId="{111E8972-A288-4438-9EE4-F7A667329782}" dt="2025-02-20T22:33:52.961" v="848" actId="113"/>
        <pc:sldMkLst>
          <pc:docMk/>
          <pc:sldMk cId="2150575791" sldId="282"/>
        </pc:sldMkLst>
        <pc:spChg chg="mod">
          <ac:chgData name="Sujana Challapalli" userId="482ffdd06f6d4f52" providerId="LiveId" clId="{111E8972-A288-4438-9EE4-F7A667329782}" dt="2025-02-20T22:33:52.961" v="848" actId="113"/>
          <ac:spMkLst>
            <pc:docMk/>
            <pc:sldMk cId="2150575791" sldId="282"/>
            <ac:spMk id="7" creationId="{F4FC63E9-42E5-7FD6-F16D-4700A4426BAE}"/>
          </ac:spMkLst>
        </pc:spChg>
      </pc:sldChg>
      <pc:sldChg chg="modSp add mod">
        <pc:chgData name="Sujana Challapalli" userId="482ffdd06f6d4f52" providerId="LiveId" clId="{111E8972-A288-4438-9EE4-F7A667329782}" dt="2025-02-20T22:37:44.766" v="877" actId="6549"/>
        <pc:sldMkLst>
          <pc:docMk/>
          <pc:sldMk cId="3950316832" sldId="283"/>
        </pc:sldMkLst>
        <pc:spChg chg="mod">
          <ac:chgData name="Sujana Challapalli" userId="482ffdd06f6d4f52" providerId="LiveId" clId="{111E8972-A288-4438-9EE4-F7A667329782}" dt="2025-02-20T22:37:44.766" v="877" actId="6549"/>
          <ac:spMkLst>
            <pc:docMk/>
            <pc:sldMk cId="3950316832" sldId="283"/>
            <ac:spMk id="7" creationId="{393EB104-1D84-B3C4-DC81-DA3D967CDC0D}"/>
          </ac:spMkLst>
        </pc:spChg>
      </pc:sldChg>
      <pc:sldChg chg="addSp delSp modSp add mod">
        <pc:chgData name="Sujana Challapalli" userId="482ffdd06f6d4f52" providerId="LiveId" clId="{111E8972-A288-4438-9EE4-F7A667329782}" dt="2025-02-20T22:39:45.730" v="910" actId="1076"/>
        <pc:sldMkLst>
          <pc:docMk/>
          <pc:sldMk cId="2222751751" sldId="284"/>
        </pc:sldMkLst>
        <pc:spChg chg="mod">
          <ac:chgData name="Sujana Challapalli" userId="482ffdd06f6d4f52" providerId="LiveId" clId="{111E8972-A288-4438-9EE4-F7A667329782}" dt="2025-02-20T22:38:21.780" v="902" actId="20577"/>
          <ac:spMkLst>
            <pc:docMk/>
            <pc:sldMk cId="2222751751" sldId="284"/>
            <ac:spMk id="2" creationId="{B25A8A62-B1DD-D169-D58E-A055C4D77DA8}"/>
          </ac:spMkLst>
        </pc:spChg>
        <pc:picChg chg="add mod">
          <ac:chgData name="Sujana Challapalli" userId="482ffdd06f6d4f52" providerId="LiveId" clId="{111E8972-A288-4438-9EE4-F7A667329782}" dt="2025-02-20T22:39:45.730" v="910" actId="1076"/>
          <ac:picMkLst>
            <pc:docMk/>
            <pc:sldMk cId="2222751751" sldId="284"/>
            <ac:picMk id="5" creationId="{39FC3FB3-7C18-9D36-1642-8DEAE514AE5D}"/>
          </ac:picMkLst>
        </pc:picChg>
      </pc:sldChg>
      <pc:sldChg chg="addSp delSp modSp add mod">
        <pc:chgData name="Sujana Challapalli" userId="482ffdd06f6d4f52" providerId="LiveId" clId="{111E8972-A288-4438-9EE4-F7A667329782}" dt="2025-02-20T22:44:00.572" v="935" actId="20577"/>
        <pc:sldMkLst>
          <pc:docMk/>
          <pc:sldMk cId="4207511234" sldId="285"/>
        </pc:sldMkLst>
        <pc:spChg chg="mod">
          <ac:chgData name="Sujana Challapalli" userId="482ffdd06f6d4f52" providerId="LiveId" clId="{111E8972-A288-4438-9EE4-F7A667329782}" dt="2025-02-20T22:42:58.956" v="919" actId="27636"/>
          <ac:spMkLst>
            <pc:docMk/>
            <pc:sldMk cId="4207511234" sldId="285"/>
            <ac:spMk id="2" creationId="{274A2F1E-0321-2500-1D44-19D612704238}"/>
          </ac:spMkLst>
        </pc:spChg>
        <pc:spChg chg="add mod">
          <ac:chgData name="Sujana Challapalli" userId="482ffdd06f6d4f52" providerId="LiveId" clId="{111E8972-A288-4438-9EE4-F7A667329782}" dt="2025-02-20T22:44:00.572" v="935" actId="20577"/>
          <ac:spMkLst>
            <pc:docMk/>
            <pc:sldMk cId="4207511234" sldId="285"/>
            <ac:spMk id="6" creationId="{1CBEC298-85EA-4105-04A6-B1EA7FD178DB}"/>
          </ac:spMkLst>
        </pc:spChg>
      </pc:sldChg>
      <pc:sldChg chg="addSp delSp modSp add mod">
        <pc:chgData name="Sujana Challapalli" userId="482ffdd06f6d4f52" providerId="LiveId" clId="{111E8972-A288-4438-9EE4-F7A667329782}" dt="2025-02-20T22:52:54.227" v="946" actId="20577"/>
        <pc:sldMkLst>
          <pc:docMk/>
          <pc:sldMk cId="1888693437" sldId="286"/>
        </pc:sldMkLst>
        <pc:spChg chg="mod">
          <ac:chgData name="Sujana Challapalli" userId="482ffdd06f6d4f52" providerId="LiveId" clId="{111E8972-A288-4438-9EE4-F7A667329782}" dt="2025-02-20T22:52:54.227" v="946" actId="20577"/>
          <ac:spMkLst>
            <pc:docMk/>
            <pc:sldMk cId="1888693437" sldId="286"/>
            <ac:spMk id="2" creationId="{0B01FF47-14FB-DB76-CC04-28107C0C08CE}"/>
          </ac:spMkLst>
        </pc:spChg>
        <pc:picChg chg="add mod">
          <ac:chgData name="Sujana Challapalli" userId="482ffdd06f6d4f52" providerId="LiveId" clId="{111E8972-A288-4438-9EE4-F7A667329782}" dt="2025-02-20T22:52:48.914" v="941" actId="14100"/>
          <ac:picMkLst>
            <pc:docMk/>
            <pc:sldMk cId="1888693437" sldId="286"/>
            <ac:picMk id="5" creationId="{8D659AF2-FC63-753E-E8F0-B6702514A339}"/>
          </ac:picMkLst>
        </pc:picChg>
      </pc:sldChg>
      <pc:sldChg chg="addSp delSp modSp add mod">
        <pc:chgData name="Sujana Challapalli" userId="482ffdd06f6d4f52" providerId="LiveId" clId="{111E8972-A288-4438-9EE4-F7A667329782}" dt="2025-02-20T23:03:04.007" v="1103" actId="113"/>
        <pc:sldMkLst>
          <pc:docMk/>
          <pc:sldMk cId="1607094794" sldId="287"/>
        </pc:sldMkLst>
        <pc:spChg chg="mod">
          <ac:chgData name="Sujana Challapalli" userId="482ffdd06f6d4f52" providerId="LiveId" clId="{111E8972-A288-4438-9EE4-F7A667329782}" dt="2025-02-20T22:55:05.871" v="956" actId="27636"/>
          <ac:spMkLst>
            <pc:docMk/>
            <pc:sldMk cId="1607094794" sldId="287"/>
            <ac:spMk id="2" creationId="{63CE1A4D-DC2C-28A1-F0EF-7F949D6FF9C5}"/>
          </ac:spMkLst>
        </pc:spChg>
        <pc:spChg chg="add mod">
          <ac:chgData name="Sujana Challapalli" userId="482ffdd06f6d4f52" providerId="LiveId" clId="{111E8972-A288-4438-9EE4-F7A667329782}" dt="2025-02-20T23:03:04.007" v="1103" actId="113"/>
          <ac:spMkLst>
            <pc:docMk/>
            <pc:sldMk cId="1607094794" sldId="287"/>
            <ac:spMk id="6" creationId="{88C1DB90-0135-8A33-741F-7C0D2C47B661}"/>
          </ac:spMkLst>
        </pc:spChg>
      </pc:sldChg>
      <pc:sldChg chg="addSp delSp modSp add mod">
        <pc:chgData name="Sujana Challapalli" userId="482ffdd06f6d4f52" providerId="LiveId" clId="{111E8972-A288-4438-9EE4-F7A667329782}" dt="2025-02-24T05:19:17.431" v="1180" actId="123"/>
        <pc:sldMkLst>
          <pc:docMk/>
          <pc:sldMk cId="4113767988" sldId="288"/>
        </pc:sldMkLst>
        <pc:spChg chg="mod">
          <ac:chgData name="Sujana Challapalli" userId="482ffdd06f6d4f52" providerId="LiveId" clId="{111E8972-A288-4438-9EE4-F7A667329782}" dt="2025-02-24T05:11:47.045" v="1147" actId="1076"/>
          <ac:spMkLst>
            <pc:docMk/>
            <pc:sldMk cId="4113767988" sldId="288"/>
            <ac:spMk id="2" creationId="{C80228EB-A8D0-49A7-A6B5-328833672B12}"/>
          </ac:spMkLst>
        </pc:spChg>
        <pc:spChg chg="add mod">
          <ac:chgData name="Sujana Challapalli" userId="482ffdd06f6d4f52" providerId="LiveId" clId="{111E8972-A288-4438-9EE4-F7A667329782}" dt="2025-02-24T05:19:17.431" v="1180" actId="123"/>
          <ac:spMkLst>
            <pc:docMk/>
            <pc:sldMk cId="4113767988" sldId="288"/>
            <ac:spMk id="8" creationId="{70EA3507-9C7F-8C49-4885-A80BE6DE3E79}"/>
          </ac:spMkLst>
        </pc:spChg>
      </pc:sldChg>
      <pc:sldChg chg="addSp delSp modSp add mod ord">
        <pc:chgData name="Sujana Challapalli" userId="482ffdd06f6d4f52" providerId="LiveId" clId="{111E8972-A288-4438-9EE4-F7A667329782}" dt="2025-02-24T05:20:02.988" v="1190"/>
        <pc:sldMkLst>
          <pc:docMk/>
          <pc:sldMk cId="4268183726" sldId="289"/>
        </pc:sldMkLst>
        <pc:picChg chg="add mod">
          <ac:chgData name="Sujana Challapalli" userId="482ffdd06f6d4f52" providerId="LiveId" clId="{111E8972-A288-4438-9EE4-F7A667329782}" dt="2025-02-24T05:19:56.303" v="1187" actId="1076"/>
          <ac:picMkLst>
            <pc:docMk/>
            <pc:sldMk cId="4268183726" sldId="289"/>
            <ac:picMk id="5" creationId="{2CC05584-3814-5B33-A7EC-7D1F9EED7F1D}"/>
          </ac:picMkLst>
        </pc:picChg>
      </pc:sldChg>
      <pc:sldChg chg="addSp modSp add mod">
        <pc:chgData name="Sujana Challapalli" userId="482ffdd06f6d4f52" providerId="LiveId" clId="{111E8972-A288-4438-9EE4-F7A667329782}" dt="2025-02-24T05:21:52.799" v="1209" actId="12"/>
        <pc:sldMkLst>
          <pc:docMk/>
          <pc:sldMk cId="306755968" sldId="290"/>
        </pc:sldMkLst>
        <pc:spChg chg="mod">
          <ac:chgData name="Sujana Challapalli" userId="482ffdd06f6d4f52" providerId="LiveId" clId="{111E8972-A288-4438-9EE4-F7A667329782}" dt="2025-02-24T05:21:52.799" v="1209" actId="12"/>
          <ac:spMkLst>
            <pc:docMk/>
            <pc:sldMk cId="306755968" sldId="290"/>
            <ac:spMk id="8" creationId="{131192E2-0548-F460-9059-00D41468F5B7}"/>
          </ac:spMkLst>
        </pc:spChg>
        <pc:picChg chg="add mod">
          <ac:chgData name="Sujana Challapalli" userId="482ffdd06f6d4f52" providerId="LiveId" clId="{111E8972-A288-4438-9EE4-F7A667329782}" dt="2025-02-24T05:21:33.821" v="1204" actId="14100"/>
          <ac:picMkLst>
            <pc:docMk/>
            <pc:sldMk cId="306755968" sldId="290"/>
            <ac:picMk id="5" creationId="{121D5577-6D39-F7C3-53B0-6E92056F1E0F}"/>
          </ac:picMkLst>
        </pc:picChg>
      </pc:sldChg>
      <pc:sldChg chg="add del">
        <pc:chgData name="Sujana Challapalli" userId="482ffdd06f6d4f52" providerId="LiveId" clId="{111E8972-A288-4438-9EE4-F7A667329782}" dt="2025-02-24T06:14:24.176" v="1384" actId="47"/>
        <pc:sldMkLst>
          <pc:docMk/>
          <pc:sldMk cId="1393146429" sldId="291"/>
        </pc:sldMkLst>
      </pc:sldChg>
      <pc:sldChg chg="addSp delSp modSp add mod">
        <pc:chgData name="Sujana Challapalli" userId="482ffdd06f6d4f52" providerId="LiveId" clId="{111E8972-A288-4438-9EE4-F7A667329782}" dt="2025-02-24T05:27:34.017" v="1226" actId="113"/>
        <pc:sldMkLst>
          <pc:docMk/>
          <pc:sldMk cId="2296634326" sldId="292"/>
        </pc:sldMkLst>
        <pc:spChg chg="mod">
          <ac:chgData name="Sujana Challapalli" userId="482ffdd06f6d4f52" providerId="LiveId" clId="{111E8972-A288-4438-9EE4-F7A667329782}" dt="2025-02-24T05:27:34.017" v="1226" actId="113"/>
          <ac:spMkLst>
            <pc:docMk/>
            <pc:sldMk cId="2296634326" sldId="292"/>
            <ac:spMk id="8" creationId="{6C2DF78E-94F4-BEE6-331F-A7EBF496AB25}"/>
          </ac:spMkLst>
        </pc:spChg>
        <pc:picChg chg="add mod">
          <ac:chgData name="Sujana Challapalli" userId="482ffdd06f6d4f52" providerId="LiveId" clId="{111E8972-A288-4438-9EE4-F7A667329782}" dt="2025-02-24T05:27:23.934" v="1224" actId="1076"/>
          <ac:picMkLst>
            <pc:docMk/>
            <pc:sldMk cId="2296634326" sldId="292"/>
            <ac:picMk id="6" creationId="{0CAB4675-C36C-D0AE-693B-6FBC59DB1F0C}"/>
          </ac:picMkLst>
        </pc:picChg>
      </pc:sldChg>
      <pc:sldChg chg="addSp delSp modSp add mod">
        <pc:chgData name="Sujana Challapalli" userId="482ffdd06f6d4f52" providerId="LiveId" clId="{111E8972-A288-4438-9EE4-F7A667329782}" dt="2025-02-24T05:28:31.504" v="1237" actId="113"/>
        <pc:sldMkLst>
          <pc:docMk/>
          <pc:sldMk cId="880882528" sldId="293"/>
        </pc:sldMkLst>
        <pc:spChg chg="mod">
          <ac:chgData name="Sujana Challapalli" userId="482ffdd06f6d4f52" providerId="LiveId" clId="{111E8972-A288-4438-9EE4-F7A667329782}" dt="2025-02-24T05:28:31.504" v="1237" actId="113"/>
          <ac:spMkLst>
            <pc:docMk/>
            <pc:sldMk cId="880882528" sldId="293"/>
            <ac:spMk id="8" creationId="{52D3EABB-C0EA-3445-F9C5-389A78F74F1D}"/>
          </ac:spMkLst>
        </pc:spChg>
        <pc:picChg chg="add mod">
          <ac:chgData name="Sujana Challapalli" userId="482ffdd06f6d4f52" providerId="LiveId" clId="{111E8972-A288-4438-9EE4-F7A667329782}" dt="2025-02-24T05:28:24.253" v="1235" actId="1076"/>
          <ac:picMkLst>
            <pc:docMk/>
            <pc:sldMk cId="880882528" sldId="293"/>
            <ac:picMk id="5" creationId="{7CC40567-2716-5576-9B4E-D603DE1EB482}"/>
          </ac:picMkLst>
        </pc:picChg>
      </pc:sldChg>
      <pc:sldChg chg="add">
        <pc:chgData name="Sujana Challapalli" userId="482ffdd06f6d4f52" providerId="LiveId" clId="{111E8972-A288-4438-9EE4-F7A667329782}" dt="2025-02-24T05:28:44.335" v="1238" actId="2890"/>
        <pc:sldMkLst>
          <pc:docMk/>
          <pc:sldMk cId="2026590878" sldId="294"/>
        </pc:sldMkLst>
      </pc:sldChg>
      <pc:sldChg chg="addSp delSp modSp add mod">
        <pc:chgData name="Sujana Challapalli" userId="482ffdd06f6d4f52" providerId="LiveId" clId="{111E8972-A288-4438-9EE4-F7A667329782}" dt="2025-02-24T05:35:18.299" v="1260" actId="478"/>
        <pc:sldMkLst>
          <pc:docMk/>
          <pc:sldMk cId="3748879092" sldId="295"/>
        </pc:sldMkLst>
        <pc:spChg chg="mod">
          <ac:chgData name="Sujana Challapalli" userId="482ffdd06f6d4f52" providerId="LiveId" clId="{111E8972-A288-4438-9EE4-F7A667329782}" dt="2025-02-24T05:33:57.060" v="1255" actId="113"/>
          <ac:spMkLst>
            <pc:docMk/>
            <pc:sldMk cId="3748879092" sldId="295"/>
            <ac:spMk id="8" creationId="{757552A0-43F8-4251-A9D8-A2A60EB5D449}"/>
          </ac:spMkLst>
        </pc:spChg>
        <pc:picChg chg="add del mod">
          <ac:chgData name="Sujana Challapalli" userId="482ffdd06f6d4f52" providerId="LiveId" clId="{111E8972-A288-4438-9EE4-F7A667329782}" dt="2025-02-24T05:35:18.299" v="1260" actId="478"/>
          <ac:picMkLst>
            <pc:docMk/>
            <pc:sldMk cId="3748879092" sldId="295"/>
            <ac:picMk id="6" creationId="{CFD098A2-5042-3C14-63DE-D81B1AE10386}"/>
          </ac:picMkLst>
        </pc:picChg>
      </pc:sldChg>
      <pc:sldChg chg="addSp delSp modSp add mod">
        <pc:chgData name="Sujana Challapalli" userId="482ffdd06f6d4f52" providerId="LiveId" clId="{111E8972-A288-4438-9EE4-F7A667329782}" dt="2025-02-24T06:12:05.580" v="1346" actId="14100"/>
        <pc:sldMkLst>
          <pc:docMk/>
          <pc:sldMk cId="1609740982" sldId="296"/>
        </pc:sldMkLst>
        <pc:picChg chg="add mod">
          <ac:chgData name="Sujana Challapalli" userId="482ffdd06f6d4f52" providerId="LiveId" clId="{111E8972-A288-4438-9EE4-F7A667329782}" dt="2025-02-24T06:12:05.580" v="1346" actId="14100"/>
          <ac:picMkLst>
            <pc:docMk/>
            <pc:sldMk cId="1609740982" sldId="296"/>
            <ac:picMk id="3" creationId="{B3FA76E9-C5CB-7CD3-71A5-AC916E8AEF2C}"/>
          </ac:picMkLst>
        </pc:picChg>
      </pc:sldChg>
      <pc:sldChg chg="addSp delSp modSp add mod ord">
        <pc:chgData name="Sujana Challapalli" userId="482ffdd06f6d4f52" providerId="LiveId" clId="{111E8972-A288-4438-9EE4-F7A667329782}" dt="2025-02-24T06:07:31.264" v="1342"/>
        <pc:sldMkLst>
          <pc:docMk/>
          <pc:sldMk cId="1251992090" sldId="297"/>
        </pc:sldMkLst>
        <pc:picChg chg="add mod">
          <ac:chgData name="Sujana Challapalli" userId="482ffdd06f6d4f52" providerId="LiveId" clId="{111E8972-A288-4438-9EE4-F7A667329782}" dt="2025-02-24T05:47:39.785" v="1291" actId="1076"/>
          <ac:picMkLst>
            <pc:docMk/>
            <pc:sldMk cId="1251992090" sldId="297"/>
            <ac:picMk id="5" creationId="{F535F75E-BE4E-98DD-59F4-FAE080C5306A}"/>
          </ac:picMkLst>
        </pc:picChg>
      </pc:sldChg>
      <pc:sldChg chg="addSp delSp modSp add mod ord">
        <pc:chgData name="Sujana Challapalli" userId="482ffdd06f6d4f52" providerId="LiveId" clId="{111E8972-A288-4438-9EE4-F7A667329782}" dt="2025-02-24T06:07:37.696" v="1345" actId="1076"/>
        <pc:sldMkLst>
          <pc:docMk/>
          <pc:sldMk cId="877278782" sldId="298"/>
        </pc:sldMkLst>
        <pc:picChg chg="add mod">
          <ac:chgData name="Sujana Challapalli" userId="482ffdd06f6d4f52" providerId="LiveId" clId="{111E8972-A288-4438-9EE4-F7A667329782}" dt="2025-02-24T06:07:37.696" v="1345" actId="1076"/>
          <ac:picMkLst>
            <pc:docMk/>
            <pc:sldMk cId="877278782" sldId="298"/>
            <ac:picMk id="9" creationId="{C6B5C958-E301-181B-B426-F80D8AAD6D76}"/>
          </ac:picMkLst>
        </pc:picChg>
      </pc:sldChg>
      <pc:sldChg chg="addSp delSp modSp add mod">
        <pc:chgData name="Sujana Challapalli" userId="482ffdd06f6d4f52" providerId="LiveId" clId="{111E8972-A288-4438-9EE4-F7A667329782}" dt="2025-02-24T05:50:17.385" v="1311" actId="14100"/>
        <pc:sldMkLst>
          <pc:docMk/>
          <pc:sldMk cId="432863591" sldId="299"/>
        </pc:sldMkLst>
        <pc:picChg chg="add mod">
          <ac:chgData name="Sujana Challapalli" userId="482ffdd06f6d4f52" providerId="LiveId" clId="{111E8972-A288-4438-9EE4-F7A667329782}" dt="2025-02-24T05:49:43.170" v="1301" actId="14100"/>
          <ac:picMkLst>
            <pc:docMk/>
            <pc:sldMk cId="432863591" sldId="299"/>
            <ac:picMk id="6" creationId="{A4DAFA18-02D0-2FF7-E9C0-47D1E7B8F2CD}"/>
          </ac:picMkLst>
        </pc:picChg>
        <pc:picChg chg="add mod">
          <ac:chgData name="Sujana Challapalli" userId="482ffdd06f6d4f52" providerId="LiveId" clId="{111E8972-A288-4438-9EE4-F7A667329782}" dt="2025-02-24T05:50:17.385" v="1311" actId="14100"/>
          <ac:picMkLst>
            <pc:docMk/>
            <pc:sldMk cId="432863591" sldId="299"/>
            <ac:picMk id="8" creationId="{754F7DC9-449A-6054-5512-89A6742B65A2}"/>
          </ac:picMkLst>
        </pc:picChg>
      </pc:sldChg>
      <pc:sldChg chg="addSp delSp modSp add mod">
        <pc:chgData name="Sujana Challapalli" userId="482ffdd06f6d4f52" providerId="LiveId" clId="{111E8972-A288-4438-9EE4-F7A667329782}" dt="2025-02-24T05:54:06.208" v="1326" actId="1076"/>
        <pc:sldMkLst>
          <pc:docMk/>
          <pc:sldMk cId="3348755644" sldId="300"/>
        </pc:sldMkLst>
        <pc:picChg chg="add mod">
          <ac:chgData name="Sujana Challapalli" userId="482ffdd06f6d4f52" providerId="LiveId" clId="{111E8972-A288-4438-9EE4-F7A667329782}" dt="2025-02-24T05:51:40.340" v="1319" actId="14100"/>
          <ac:picMkLst>
            <pc:docMk/>
            <pc:sldMk cId="3348755644" sldId="300"/>
            <ac:picMk id="5" creationId="{E1C19114-972B-739B-D666-84DCA2E9CF5A}"/>
          </ac:picMkLst>
        </pc:picChg>
        <pc:picChg chg="add mod">
          <ac:chgData name="Sujana Challapalli" userId="482ffdd06f6d4f52" providerId="LiveId" clId="{111E8972-A288-4438-9EE4-F7A667329782}" dt="2025-02-24T05:54:06.208" v="1326" actId="1076"/>
          <ac:picMkLst>
            <pc:docMk/>
            <pc:sldMk cId="3348755644" sldId="300"/>
            <ac:picMk id="9" creationId="{85663F9D-FF65-3E41-4532-E45CEB9C64E5}"/>
          </ac:picMkLst>
        </pc:picChg>
      </pc:sldChg>
      <pc:sldChg chg="addSp modSp add mod">
        <pc:chgData name="Sujana Challapalli" userId="482ffdd06f6d4f52" providerId="LiveId" clId="{111E8972-A288-4438-9EE4-F7A667329782}" dt="2025-02-24T06:13:34.261" v="1383" actId="1076"/>
        <pc:sldMkLst>
          <pc:docMk/>
          <pc:sldMk cId="3792477198" sldId="301"/>
        </pc:sldMkLst>
        <pc:spChg chg="add mod">
          <ac:chgData name="Sujana Challapalli" userId="482ffdd06f6d4f52" providerId="LiveId" clId="{111E8972-A288-4438-9EE4-F7A667329782}" dt="2025-02-24T06:13:34.261" v="1383" actId="1076"/>
          <ac:spMkLst>
            <pc:docMk/>
            <pc:sldMk cId="3792477198" sldId="301"/>
            <ac:spMk id="6" creationId="{3106144F-DDC2-DBF2-3CF5-EE4A4A7F428C}"/>
          </ac:spMkLst>
        </pc:spChg>
        <pc:picChg chg="mod">
          <ac:chgData name="Sujana Challapalli" userId="482ffdd06f6d4f52" providerId="LiveId" clId="{111E8972-A288-4438-9EE4-F7A667329782}" dt="2025-02-24T06:12:59.300" v="1357" actId="14100"/>
          <ac:picMkLst>
            <pc:docMk/>
            <pc:sldMk cId="3792477198" sldId="301"/>
            <ac:picMk id="3" creationId="{CED4F25E-60AE-5833-146D-3A756F409428}"/>
          </ac:picMkLst>
        </pc:picChg>
        <pc:picChg chg="add mod">
          <ac:chgData name="Sujana Challapalli" userId="482ffdd06f6d4f52" providerId="LiveId" clId="{111E8972-A288-4438-9EE4-F7A667329782}" dt="2025-02-24T06:12:54.820" v="1355" actId="14100"/>
          <ac:picMkLst>
            <pc:docMk/>
            <pc:sldMk cId="3792477198" sldId="301"/>
            <ac:picMk id="5" creationId="{D4ECC5C9-F80C-3C3E-03B4-841B0DEF3F99}"/>
          </ac:picMkLst>
        </pc:picChg>
      </pc:sldChg>
      <pc:sldChg chg="addSp delSp modSp add mod">
        <pc:chgData name="Sujana Challapalli" userId="482ffdd06f6d4f52" providerId="LiveId" clId="{111E8972-A288-4438-9EE4-F7A667329782}" dt="2025-02-24T14:23:59.511" v="1411" actId="20578"/>
        <pc:sldMkLst>
          <pc:docMk/>
          <pc:sldMk cId="2136657603" sldId="302"/>
        </pc:sldMkLst>
        <pc:spChg chg="add mod">
          <ac:chgData name="Sujana Challapalli" userId="482ffdd06f6d4f52" providerId="LiveId" clId="{111E8972-A288-4438-9EE4-F7A667329782}" dt="2025-02-24T14:23:59.511" v="1411" actId="20578"/>
          <ac:spMkLst>
            <pc:docMk/>
            <pc:sldMk cId="2136657603" sldId="302"/>
            <ac:spMk id="6" creationId="{CB2A7D1A-427B-49D5-FA32-38920F3D2E39}"/>
          </ac:spMkLst>
        </pc:spChg>
      </pc:sldChg>
      <pc:sldChg chg="addSp modSp add mod">
        <pc:chgData name="Sujana Challapalli" userId="482ffdd06f6d4f52" providerId="LiveId" clId="{111E8972-A288-4438-9EE4-F7A667329782}" dt="2025-02-24T14:29:49.871" v="1444" actId="14100"/>
        <pc:sldMkLst>
          <pc:docMk/>
          <pc:sldMk cId="2845014103" sldId="303"/>
        </pc:sldMkLst>
        <pc:spChg chg="mod">
          <ac:chgData name="Sujana Challapalli" userId="482ffdd06f6d4f52" providerId="LiveId" clId="{111E8972-A288-4438-9EE4-F7A667329782}" dt="2025-02-24T14:25:21.223" v="1425" actId="123"/>
          <ac:spMkLst>
            <pc:docMk/>
            <pc:sldMk cId="2845014103" sldId="303"/>
            <ac:spMk id="6" creationId="{7BDC55DA-BC57-E808-86C2-F38019EA4D48}"/>
          </ac:spMkLst>
        </pc:spChg>
        <pc:picChg chg="add mod">
          <ac:chgData name="Sujana Challapalli" userId="482ffdd06f6d4f52" providerId="LiveId" clId="{111E8972-A288-4438-9EE4-F7A667329782}" dt="2025-02-24T14:29:49.871" v="1444" actId="14100"/>
          <ac:picMkLst>
            <pc:docMk/>
            <pc:sldMk cId="2845014103" sldId="303"/>
            <ac:picMk id="3" creationId="{0C67F3E1-4E2C-A7BB-5598-64D74B2B32F7}"/>
          </ac:picMkLst>
        </pc:picChg>
      </pc:sldChg>
      <pc:sldChg chg="addSp delSp modSp add mod">
        <pc:chgData name="Sujana Challapalli" userId="482ffdd06f6d4f52" providerId="LiveId" clId="{111E8972-A288-4438-9EE4-F7A667329782}" dt="2025-02-24T14:48:56.938" v="1612" actId="1076"/>
        <pc:sldMkLst>
          <pc:docMk/>
          <pc:sldMk cId="2639039322" sldId="304"/>
        </pc:sldMkLst>
        <pc:spChg chg="mod">
          <ac:chgData name="Sujana Challapalli" userId="482ffdd06f6d4f52" providerId="LiveId" clId="{111E8972-A288-4438-9EE4-F7A667329782}" dt="2025-02-24T14:28:30.088" v="1439" actId="1076"/>
          <ac:spMkLst>
            <pc:docMk/>
            <pc:sldMk cId="2639039322" sldId="304"/>
            <ac:spMk id="2" creationId="{8C86EA2E-4829-0EF2-3294-CA0F4798BC4E}"/>
          </ac:spMkLst>
        </pc:spChg>
        <pc:spChg chg="add mod">
          <ac:chgData name="Sujana Challapalli" userId="482ffdd06f6d4f52" providerId="LiveId" clId="{111E8972-A288-4438-9EE4-F7A667329782}" dt="2025-02-24T14:31:20.600" v="1453" actId="1076"/>
          <ac:spMkLst>
            <pc:docMk/>
            <pc:sldMk cId="2639039322" sldId="304"/>
            <ac:spMk id="8" creationId="{45CCD5AA-E906-10A1-4E8A-4182819A9094}"/>
          </ac:spMkLst>
        </pc:spChg>
        <pc:picChg chg="add mod">
          <ac:chgData name="Sujana Challapalli" userId="482ffdd06f6d4f52" providerId="LiveId" clId="{111E8972-A288-4438-9EE4-F7A667329782}" dt="2025-02-24T14:48:56.938" v="1612" actId="1076"/>
          <ac:picMkLst>
            <pc:docMk/>
            <pc:sldMk cId="2639039322" sldId="304"/>
            <ac:picMk id="10" creationId="{E4983B02-28E2-D571-6544-5BAB13C12D8C}"/>
          </ac:picMkLst>
        </pc:picChg>
      </pc:sldChg>
      <pc:sldChg chg="addSp delSp modSp add mod">
        <pc:chgData name="Sujana Challapalli" userId="482ffdd06f6d4f52" providerId="LiveId" clId="{111E8972-A288-4438-9EE4-F7A667329782}" dt="2025-02-24T14:34:51.059" v="1511" actId="113"/>
        <pc:sldMkLst>
          <pc:docMk/>
          <pc:sldMk cId="1768704530" sldId="305"/>
        </pc:sldMkLst>
        <pc:spChg chg="add mod">
          <ac:chgData name="Sujana Challapalli" userId="482ffdd06f6d4f52" providerId="LiveId" clId="{111E8972-A288-4438-9EE4-F7A667329782}" dt="2025-02-24T14:34:51.059" v="1511" actId="113"/>
          <ac:spMkLst>
            <pc:docMk/>
            <pc:sldMk cId="1768704530" sldId="305"/>
            <ac:spMk id="8" creationId="{7DDD9E78-A56D-8331-65F7-0290B3A63C15}"/>
          </ac:spMkLst>
        </pc:spChg>
        <pc:picChg chg="add mod">
          <ac:chgData name="Sujana Challapalli" userId="482ffdd06f6d4f52" providerId="LiveId" clId="{111E8972-A288-4438-9EE4-F7A667329782}" dt="2025-02-24T14:33:12.979" v="1465" actId="14100"/>
          <ac:picMkLst>
            <pc:docMk/>
            <pc:sldMk cId="1768704530" sldId="305"/>
            <ac:picMk id="7" creationId="{AFE443CD-C6B7-8FF9-D221-3EA574169AD4}"/>
          </ac:picMkLst>
        </pc:picChg>
      </pc:sldChg>
      <pc:sldChg chg="addSp delSp modSp add mod">
        <pc:chgData name="Sujana Challapalli" userId="482ffdd06f6d4f52" providerId="LiveId" clId="{111E8972-A288-4438-9EE4-F7A667329782}" dt="2025-02-24T14:39:34.670" v="1520" actId="14100"/>
        <pc:sldMkLst>
          <pc:docMk/>
          <pc:sldMk cId="3154623462" sldId="306"/>
        </pc:sldMkLst>
        <pc:spChg chg="mod">
          <ac:chgData name="Sujana Challapalli" userId="482ffdd06f6d4f52" providerId="LiveId" clId="{111E8972-A288-4438-9EE4-F7A667329782}" dt="2025-02-24T14:39:10.602" v="1515"/>
          <ac:spMkLst>
            <pc:docMk/>
            <pc:sldMk cId="3154623462" sldId="306"/>
            <ac:spMk id="8" creationId="{A2A384D7-3871-4575-493F-1D6CF83A2555}"/>
          </ac:spMkLst>
        </pc:spChg>
        <pc:picChg chg="add mod">
          <ac:chgData name="Sujana Challapalli" userId="482ffdd06f6d4f52" providerId="LiveId" clId="{111E8972-A288-4438-9EE4-F7A667329782}" dt="2025-02-24T14:39:34.670" v="1520" actId="14100"/>
          <ac:picMkLst>
            <pc:docMk/>
            <pc:sldMk cId="3154623462" sldId="306"/>
            <ac:picMk id="5" creationId="{511DB249-E427-518D-03FF-FC91E1F3E6F4}"/>
          </ac:picMkLst>
        </pc:picChg>
      </pc:sldChg>
      <pc:sldChg chg="delSp modSp add mod">
        <pc:chgData name="Sujana Challapalli" userId="482ffdd06f6d4f52" providerId="LiveId" clId="{111E8972-A288-4438-9EE4-F7A667329782}" dt="2025-02-24T14:42:53.902" v="1590" actId="20577"/>
        <pc:sldMkLst>
          <pc:docMk/>
          <pc:sldMk cId="1512745300" sldId="307"/>
        </pc:sldMkLst>
        <pc:spChg chg="mod">
          <ac:chgData name="Sujana Challapalli" userId="482ffdd06f6d4f52" providerId="LiveId" clId="{111E8972-A288-4438-9EE4-F7A667329782}" dt="2025-02-24T14:42:53.902" v="1590" actId="20577"/>
          <ac:spMkLst>
            <pc:docMk/>
            <pc:sldMk cId="1512745300" sldId="307"/>
            <ac:spMk id="8" creationId="{8084CDEC-06E4-2027-FE56-17828DCA99C8}"/>
          </ac:spMkLst>
        </pc:spChg>
      </pc:sldChg>
      <pc:sldChg chg="modSp add mod">
        <pc:chgData name="Sujana Challapalli" userId="482ffdd06f6d4f52" providerId="LiveId" clId="{111E8972-A288-4438-9EE4-F7A667329782}" dt="2025-02-24T14:44:24.282" v="1607" actId="113"/>
        <pc:sldMkLst>
          <pc:docMk/>
          <pc:sldMk cId="3887733692" sldId="308"/>
        </pc:sldMkLst>
        <pc:spChg chg="mod">
          <ac:chgData name="Sujana Challapalli" userId="482ffdd06f6d4f52" providerId="LiveId" clId="{111E8972-A288-4438-9EE4-F7A667329782}" dt="2025-02-24T14:44:24.282" v="1607" actId="113"/>
          <ac:spMkLst>
            <pc:docMk/>
            <pc:sldMk cId="3887733692" sldId="308"/>
            <ac:spMk id="8" creationId="{59A19E4A-8AF3-B2B8-C6D6-0C73C8D19753}"/>
          </ac:spMkLst>
        </pc:spChg>
      </pc:sldChg>
      <pc:sldChg chg="modSp add mod">
        <pc:chgData name="Sujana Challapalli" userId="482ffdd06f6d4f52" providerId="LiveId" clId="{111E8972-A288-4438-9EE4-F7A667329782}" dt="2025-02-27T12:40:42.246" v="1641" actId="14100"/>
        <pc:sldMkLst>
          <pc:docMk/>
          <pc:sldMk cId="364981286" sldId="309"/>
        </pc:sldMkLst>
        <pc:spChg chg="mod">
          <ac:chgData name="Sujana Challapalli" userId="482ffdd06f6d4f52" providerId="LiveId" clId="{111E8972-A288-4438-9EE4-F7A667329782}" dt="2025-02-27T12:40:34.253" v="1639" actId="1076"/>
          <ac:spMkLst>
            <pc:docMk/>
            <pc:sldMk cId="364981286" sldId="309"/>
            <ac:spMk id="2" creationId="{9244F2C1-9360-85E0-B8C7-BE85612B8A87}"/>
          </ac:spMkLst>
        </pc:spChg>
        <pc:spChg chg="mod">
          <ac:chgData name="Sujana Challapalli" userId="482ffdd06f6d4f52" providerId="LiveId" clId="{111E8972-A288-4438-9EE4-F7A667329782}" dt="2025-02-27T12:40:42.246" v="1641" actId="14100"/>
          <ac:spMkLst>
            <pc:docMk/>
            <pc:sldMk cId="364981286" sldId="309"/>
            <ac:spMk id="8" creationId="{04655086-8A4E-3829-364D-71EB9B325F55}"/>
          </ac:spMkLst>
        </pc:spChg>
      </pc:sldChg>
      <pc:sldChg chg="modSp add mod">
        <pc:chgData name="Sujana Challapalli" userId="482ffdd06f6d4f52" providerId="LiveId" clId="{111E8972-A288-4438-9EE4-F7A667329782}" dt="2025-02-27T12:45:35.066" v="1678" actId="2711"/>
        <pc:sldMkLst>
          <pc:docMk/>
          <pc:sldMk cId="979677705" sldId="310"/>
        </pc:sldMkLst>
        <pc:spChg chg="mod">
          <ac:chgData name="Sujana Challapalli" userId="482ffdd06f6d4f52" providerId="LiveId" clId="{111E8972-A288-4438-9EE4-F7A667329782}" dt="2025-02-27T12:45:35.066" v="1678" actId="2711"/>
          <ac:spMkLst>
            <pc:docMk/>
            <pc:sldMk cId="979677705" sldId="310"/>
            <ac:spMk id="8" creationId="{2DD50B82-A562-30A5-543F-E6D175F0A8D4}"/>
          </ac:spMkLst>
        </pc:spChg>
      </pc:sldChg>
      <pc:sldChg chg="modSp add mod">
        <pc:chgData name="Sujana Challapalli" userId="482ffdd06f6d4f52" providerId="LiveId" clId="{111E8972-A288-4438-9EE4-F7A667329782}" dt="2025-02-27T12:47:51.908" v="1713" actId="2711"/>
        <pc:sldMkLst>
          <pc:docMk/>
          <pc:sldMk cId="1151766730" sldId="311"/>
        </pc:sldMkLst>
        <pc:spChg chg="mod">
          <ac:chgData name="Sujana Challapalli" userId="482ffdd06f6d4f52" providerId="LiveId" clId="{111E8972-A288-4438-9EE4-F7A667329782}" dt="2025-02-27T12:47:51.908" v="1713" actId="2711"/>
          <ac:spMkLst>
            <pc:docMk/>
            <pc:sldMk cId="1151766730" sldId="311"/>
            <ac:spMk id="8" creationId="{F67D8F20-B4B0-F60A-B9ED-217FBBCFF38D}"/>
          </ac:spMkLst>
        </pc:spChg>
      </pc:sldChg>
      <pc:sldChg chg="modSp add mod">
        <pc:chgData name="Sujana Challapalli" userId="482ffdd06f6d4f52" providerId="LiveId" clId="{111E8972-A288-4438-9EE4-F7A667329782}" dt="2025-02-27T13:39:15.561" v="1992" actId="20577"/>
        <pc:sldMkLst>
          <pc:docMk/>
          <pc:sldMk cId="3969717" sldId="312"/>
        </pc:sldMkLst>
        <pc:spChg chg="mod">
          <ac:chgData name="Sujana Challapalli" userId="482ffdd06f6d4f52" providerId="LiveId" clId="{111E8972-A288-4438-9EE4-F7A667329782}" dt="2025-02-27T13:39:15.561" v="1992" actId="20577"/>
          <ac:spMkLst>
            <pc:docMk/>
            <pc:sldMk cId="3969717" sldId="312"/>
            <ac:spMk id="8" creationId="{D7EF93F2-4967-4191-E179-1CDD72F2C403}"/>
          </ac:spMkLst>
        </pc:spChg>
      </pc:sldChg>
      <pc:sldChg chg="modSp add mod">
        <pc:chgData name="Sujana Challapalli" userId="482ffdd06f6d4f52" providerId="LiveId" clId="{111E8972-A288-4438-9EE4-F7A667329782}" dt="2025-02-27T12:50:29.651" v="1751" actId="2711"/>
        <pc:sldMkLst>
          <pc:docMk/>
          <pc:sldMk cId="3302678533" sldId="313"/>
        </pc:sldMkLst>
        <pc:spChg chg="mod">
          <ac:chgData name="Sujana Challapalli" userId="482ffdd06f6d4f52" providerId="LiveId" clId="{111E8972-A288-4438-9EE4-F7A667329782}" dt="2025-02-27T12:50:29.651" v="1751" actId="2711"/>
          <ac:spMkLst>
            <pc:docMk/>
            <pc:sldMk cId="3302678533" sldId="313"/>
            <ac:spMk id="8" creationId="{1B4D49B3-B722-4254-5D03-EAB55C9BC8B0}"/>
          </ac:spMkLst>
        </pc:spChg>
      </pc:sldChg>
      <pc:sldChg chg="modSp add mod">
        <pc:chgData name="Sujana Challapalli" userId="482ffdd06f6d4f52" providerId="LiveId" clId="{111E8972-A288-4438-9EE4-F7A667329782}" dt="2025-02-27T12:52:43.635" v="1783" actId="20577"/>
        <pc:sldMkLst>
          <pc:docMk/>
          <pc:sldMk cId="4042481423" sldId="314"/>
        </pc:sldMkLst>
        <pc:spChg chg="mod">
          <ac:chgData name="Sujana Challapalli" userId="482ffdd06f6d4f52" providerId="LiveId" clId="{111E8972-A288-4438-9EE4-F7A667329782}" dt="2025-02-27T12:52:43.635" v="1783" actId="20577"/>
          <ac:spMkLst>
            <pc:docMk/>
            <pc:sldMk cId="4042481423" sldId="314"/>
            <ac:spMk id="8" creationId="{ADE3BE22-D93E-C2C8-AD31-62BB2533F6F4}"/>
          </ac:spMkLst>
        </pc:spChg>
      </pc:sldChg>
      <pc:sldChg chg="modSp add mod">
        <pc:chgData name="Sujana Challapalli" userId="482ffdd06f6d4f52" providerId="LiveId" clId="{111E8972-A288-4438-9EE4-F7A667329782}" dt="2025-02-27T12:58:07.063" v="1806" actId="113"/>
        <pc:sldMkLst>
          <pc:docMk/>
          <pc:sldMk cId="3579734360" sldId="315"/>
        </pc:sldMkLst>
        <pc:spChg chg="mod">
          <ac:chgData name="Sujana Challapalli" userId="482ffdd06f6d4f52" providerId="LiveId" clId="{111E8972-A288-4438-9EE4-F7A667329782}" dt="2025-02-27T12:58:07.063" v="1806" actId="113"/>
          <ac:spMkLst>
            <pc:docMk/>
            <pc:sldMk cId="3579734360" sldId="315"/>
            <ac:spMk id="8" creationId="{464774BE-BCF5-E04A-1299-1A667AB87455}"/>
          </ac:spMkLst>
        </pc:spChg>
      </pc:sldChg>
      <pc:sldChg chg="modSp add mod">
        <pc:chgData name="Sujana Challapalli" userId="482ffdd06f6d4f52" providerId="LiveId" clId="{111E8972-A288-4438-9EE4-F7A667329782}" dt="2025-02-27T13:00:06.241" v="1826" actId="113"/>
        <pc:sldMkLst>
          <pc:docMk/>
          <pc:sldMk cId="4287852535" sldId="316"/>
        </pc:sldMkLst>
        <pc:spChg chg="mod">
          <ac:chgData name="Sujana Challapalli" userId="482ffdd06f6d4f52" providerId="LiveId" clId="{111E8972-A288-4438-9EE4-F7A667329782}" dt="2025-02-27T13:00:06.241" v="1826" actId="113"/>
          <ac:spMkLst>
            <pc:docMk/>
            <pc:sldMk cId="4287852535" sldId="316"/>
            <ac:spMk id="8" creationId="{1723DBDD-7C33-74FB-568F-02A411DC05C9}"/>
          </ac:spMkLst>
        </pc:spChg>
      </pc:sldChg>
      <pc:sldChg chg="modSp add mod">
        <pc:chgData name="Sujana Challapalli" userId="482ffdd06f6d4f52" providerId="LiveId" clId="{111E8972-A288-4438-9EE4-F7A667329782}" dt="2025-02-27T13:01:29.343" v="1842" actId="113"/>
        <pc:sldMkLst>
          <pc:docMk/>
          <pc:sldMk cId="1954806521" sldId="317"/>
        </pc:sldMkLst>
        <pc:spChg chg="mod">
          <ac:chgData name="Sujana Challapalli" userId="482ffdd06f6d4f52" providerId="LiveId" clId="{111E8972-A288-4438-9EE4-F7A667329782}" dt="2025-02-27T13:01:29.343" v="1842" actId="113"/>
          <ac:spMkLst>
            <pc:docMk/>
            <pc:sldMk cId="1954806521" sldId="317"/>
            <ac:spMk id="8" creationId="{6704C6D3-32AF-B591-8F25-09EDD3E9CB39}"/>
          </ac:spMkLst>
        </pc:spChg>
      </pc:sldChg>
      <pc:sldChg chg="addSp modSp add mod">
        <pc:chgData name="Sujana Challapalli" userId="482ffdd06f6d4f52" providerId="LiveId" clId="{111E8972-A288-4438-9EE4-F7A667329782}" dt="2025-02-27T13:06:50.300" v="1871" actId="20577"/>
        <pc:sldMkLst>
          <pc:docMk/>
          <pc:sldMk cId="1631773922" sldId="318"/>
        </pc:sldMkLst>
        <pc:spChg chg="mod">
          <ac:chgData name="Sujana Challapalli" userId="482ffdd06f6d4f52" providerId="LiveId" clId="{111E8972-A288-4438-9EE4-F7A667329782}" dt="2025-02-27T13:06:50.300" v="1871" actId="20577"/>
          <ac:spMkLst>
            <pc:docMk/>
            <pc:sldMk cId="1631773922" sldId="318"/>
            <ac:spMk id="8" creationId="{AF56D4A3-05D1-724C-061A-8D08481B9C8C}"/>
          </ac:spMkLst>
        </pc:spChg>
        <pc:picChg chg="add mod">
          <ac:chgData name="Sujana Challapalli" userId="482ffdd06f6d4f52" providerId="LiveId" clId="{111E8972-A288-4438-9EE4-F7A667329782}" dt="2025-02-27T13:03:21.635" v="1850" actId="14100"/>
          <ac:picMkLst>
            <pc:docMk/>
            <pc:sldMk cId="1631773922" sldId="318"/>
            <ac:picMk id="5122" creationId="{CFD2FA6A-1489-B003-E5EA-D80A9FA12D8C}"/>
          </ac:picMkLst>
        </pc:picChg>
      </pc:sldChg>
      <pc:sldChg chg="delSp modSp add mod">
        <pc:chgData name="Sujana Challapalli" userId="482ffdd06f6d4f52" providerId="LiveId" clId="{111E8972-A288-4438-9EE4-F7A667329782}" dt="2025-02-27T13:09:07.781" v="1887" actId="2711"/>
        <pc:sldMkLst>
          <pc:docMk/>
          <pc:sldMk cId="2117373036" sldId="319"/>
        </pc:sldMkLst>
        <pc:spChg chg="mod">
          <ac:chgData name="Sujana Challapalli" userId="482ffdd06f6d4f52" providerId="LiveId" clId="{111E8972-A288-4438-9EE4-F7A667329782}" dt="2025-02-27T13:09:07.781" v="1887" actId="2711"/>
          <ac:spMkLst>
            <pc:docMk/>
            <pc:sldMk cId="2117373036" sldId="319"/>
            <ac:spMk id="8" creationId="{D7F03881-D408-95F3-2600-7B04D8B3F48D}"/>
          </ac:spMkLst>
        </pc:spChg>
      </pc:sldChg>
      <pc:sldChg chg="modSp add mod">
        <pc:chgData name="Sujana Challapalli" userId="482ffdd06f6d4f52" providerId="LiveId" clId="{111E8972-A288-4438-9EE4-F7A667329782}" dt="2025-02-27T13:10:26.609" v="1904" actId="113"/>
        <pc:sldMkLst>
          <pc:docMk/>
          <pc:sldMk cId="2338490818" sldId="320"/>
        </pc:sldMkLst>
        <pc:spChg chg="mod">
          <ac:chgData name="Sujana Challapalli" userId="482ffdd06f6d4f52" providerId="LiveId" clId="{111E8972-A288-4438-9EE4-F7A667329782}" dt="2025-02-27T13:10:26.609" v="1904" actId="113"/>
          <ac:spMkLst>
            <pc:docMk/>
            <pc:sldMk cId="2338490818" sldId="320"/>
            <ac:spMk id="8" creationId="{4322B8D8-FC12-B4C8-7FFC-1DB3074E1031}"/>
          </ac:spMkLst>
        </pc:spChg>
      </pc:sldChg>
      <pc:sldChg chg="addSp modSp add mod">
        <pc:chgData name="Sujana Challapalli" userId="482ffdd06f6d4f52" providerId="LiveId" clId="{111E8972-A288-4438-9EE4-F7A667329782}" dt="2025-02-27T13:34:57.927" v="1932" actId="1076"/>
        <pc:sldMkLst>
          <pc:docMk/>
          <pc:sldMk cId="3185488434" sldId="321"/>
        </pc:sldMkLst>
        <pc:spChg chg="mod">
          <ac:chgData name="Sujana Challapalli" userId="482ffdd06f6d4f52" providerId="LiveId" clId="{111E8972-A288-4438-9EE4-F7A667329782}" dt="2025-02-27T13:12:57.996" v="1927" actId="2711"/>
          <ac:spMkLst>
            <pc:docMk/>
            <pc:sldMk cId="3185488434" sldId="321"/>
            <ac:spMk id="8" creationId="{6722DA92-A1F3-8D96-F69F-DD5C529A9E83}"/>
          </ac:spMkLst>
        </pc:spChg>
        <pc:picChg chg="add mod">
          <ac:chgData name="Sujana Challapalli" userId="482ffdd06f6d4f52" providerId="LiveId" clId="{111E8972-A288-4438-9EE4-F7A667329782}" dt="2025-02-27T13:11:27.228" v="1914" actId="1076"/>
          <ac:picMkLst>
            <pc:docMk/>
            <pc:sldMk cId="3185488434" sldId="321"/>
            <ac:picMk id="5" creationId="{230D3241-4E1E-7D38-8BC8-772F164C4F4A}"/>
          </ac:picMkLst>
        </pc:picChg>
        <pc:picChg chg="add mod">
          <ac:chgData name="Sujana Challapalli" userId="482ffdd06f6d4f52" providerId="LiveId" clId="{111E8972-A288-4438-9EE4-F7A667329782}" dt="2025-02-27T13:12:35.982" v="1922" actId="1076"/>
          <ac:picMkLst>
            <pc:docMk/>
            <pc:sldMk cId="3185488434" sldId="321"/>
            <ac:picMk id="7" creationId="{F5E1AA9F-6E25-E6B0-C990-FDD8EB368314}"/>
          </ac:picMkLst>
        </pc:picChg>
        <pc:picChg chg="add mod">
          <ac:chgData name="Sujana Challapalli" userId="482ffdd06f6d4f52" providerId="LiveId" clId="{111E8972-A288-4438-9EE4-F7A667329782}" dt="2025-02-27T13:34:57.927" v="1932" actId="1076"/>
          <ac:picMkLst>
            <pc:docMk/>
            <pc:sldMk cId="3185488434" sldId="321"/>
            <ac:picMk id="7170" creationId="{2A6F3BD4-9A18-6330-E44B-BBF4AF001380}"/>
          </ac:picMkLst>
        </pc:picChg>
      </pc:sldChg>
      <pc:sldChg chg="delSp modSp add mod">
        <pc:chgData name="Sujana Challapalli" userId="482ffdd06f6d4f52" providerId="LiveId" clId="{111E8972-A288-4438-9EE4-F7A667329782}" dt="2025-02-27T13:38:19.344" v="1982" actId="113"/>
        <pc:sldMkLst>
          <pc:docMk/>
          <pc:sldMk cId="209051817" sldId="322"/>
        </pc:sldMkLst>
        <pc:spChg chg="mod">
          <ac:chgData name="Sujana Challapalli" userId="482ffdd06f6d4f52" providerId="LiveId" clId="{111E8972-A288-4438-9EE4-F7A667329782}" dt="2025-02-27T13:38:19.344" v="1982" actId="113"/>
          <ac:spMkLst>
            <pc:docMk/>
            <pc:sldMk cId="209051817" sldId="322"/>
            <ac:spMk id="8" creationId="{57EB171D-ABC9-2108-EDA2-75C227DBD134}"/>
          </ac:spMkLst>
        </pc:spChg>
      </pc:sldChg>
      <pc:sldChg chg="addSp modSp add mod">
        <pc:chgData name="Sujana Challapalli" userId="482ffdd06f6d4f52" providerId="LiveId" clId="{111E8972-A288-4438-9EE4-F7A667329782}" dt="2025-03-02T11:20:18.241" v="2024" actId="6549"/>
        <pc:sldMkLst>
          <pc:docMk/>
          <pc:sldMk cId="1040980938" sldId="323"/>
        </pc:sldMkLst>
        <pc:spChg chg="add mod">
          <ac:chgData name="Sujana Challapalli" userId="482ffdd06f6d4f52" providerId="LiveId" clId="{111E8972-A288-4438-9EE4-F7A667329782}" dt="2025-03-02T11:20:18.241" v="2024" actId="6549"/>
          <ac:spMkLst>
            <pc:docMk/>
            <pc:sldMk cId="1040980938" sldId="323"/>
            <ac:spMk id="5" creationId="{0FD93C44-29C0-C2AC-D479-F176CEF137AC}"/>
          </ac:spMkLst>
        </pc:spChg>
        <pc:spChg chg="mod">
          <ac:chgData name="Sujana Challapalli" userId="482ffdd06f6d4f52" providerId="LiveId" clId="{111E8972-A288-4438-9EE4-F7A667329782}" dt="2025-02-27T13:44:06.887" v="1996" actId="113"/>
          <ac:spMkLst>
            <pc:docMk/>
            <pc:sldMk cId="1040980938" sldId="323"/>
            <ac:spMk id="8" creationId="{DEC927A8-112C-2406-27B1-F9DEFA527870}"/>
          </ac:spMkLst>
        </pc:spChg>
      </pc:sldChg>
      <pc:sldChg chg="addSp modSp add mod">
        <pc:chgData name="Sujana Challapalli" userId="482ffdd06f6d4f52" providerId="LiveId" clId="{111E8972-A288-4438-9EE4-F7A667329782}" dt="2025-03-02T11:23:09.824" v="2062" actId="1076"/>
        <pc:sldMkLst>
          <pc:docMk/>
          <pc:sldMk cId="4061246089" sldId="324"/>
        </pc:sldMkLst>
        <pc:spChg chg="mod">
          <ac:chgData name="Sujana Challapalli" userId="482ffdd06f6d4f52" providerId="LiveId" clId="{111E8972-A288-4438-9EE4-F7A667329782}" dt="2025-03-02T11:23:09.824" v="2062" actId="1076"/>
          <ac:spMkLst>
            <pc:docMk/>
            <pc:sldMk cId="4061246089" sldId="324"/>
            <ac:spMk id="5" creationId="{2A692CFD-1DB7-6441-2D75-C64E04F5E484}"/>
          </ac:spMkLst>
        </pc:spChg>
        <pc:spChg chg="mod">
          <ac:chgData name="Sujana Challapalli" userId="482ffdd06f6d4f52" providerId="LiveId" clId="{111E8972-A288-4438-9EE4-F7A667329782}" dt="2025-03-02T11:23:05.734" v="2061" actId="1076"/>
          <ac:spMkLst>
            <pc:docMk/>
            <pc:sldMk cId="4061246089" sldId="324"/>
            <ac:spMk id="8" creationId="{8AEF8121-6A01-658D-36A5-133F2D916720}"/>
          </ac:spMkLst>
        </pc:spChg>
        <pc:picChg chg="add mod">
          <ac:chgData name="Sujana Challapalli" userId="482ffdd06f6d4f52" providerId="LiveId" clId="{111E8972-A288-4438-9EE4-F7A667329782}" dt="2025-03-02T11:22:43.831" v="2046" actId="1076"/>
          <ac:picMkLst>
            <pc:docMk/>
            <pc:sldMk cId="4061246089" sldId="324"/>
            <ac:picMk id="6" creationId="{C6BFC6EF-7400-9403-DB80-94AB71724CB0}"/>
          </ac:picMkLst>
        </pc:picChg>
      </pc:sldChg>
      <pc:sldChg chg="delSp modSp add mod">
        <pc:chgData name="Sujana Challapalli" userId="482ffdd06f6d4f52" providerId="LiveId" clId="{111E8972-A288-4438-9EE4-F7A667329782}" dt="2025-03-02T11:25:23.185" v="2084" actId="12"/>
        <pc:sldMkLst>
          <pc:docMk/>
          <pc:sldMk cId="1676835232" sldId="325"/>
        </pc:sldMkLst>
        <pc:spChg chg="mod">
          <ac:chgData name="Sujana Challapalli" userId="482ffdd06f6d4f52" providerId="LiveId" clId="{111E8972-A288-4438-9EE4-F7A667329782}" dt="2025-03-02T11:25:23.185" v="2084" actId="12"/>
          <ac:spMkLst>
            <pc:docMk/>
            <pc:sldMk cId="1676835232" sldId="325"/>
            <ac:spMk id="5" creationId="{DD890DE4-875C-2D7D-CCA2-C3F803DB8F3B}"/>
          </ac:spMkLst>
        </pc:spChg>
      </pc:sldChg>
      <pc:sldChg chg="addSp modSp add mod">
        <pc:chgData name="Sujana Challapalli" userId="482ffdd06f6d4f52" providerId="LiveId" clId="{111E8972-A288-4438-9EE4-F7A667329782}" dt="2025-03-02T11:33:59.455" v="2133" actId="14100"/>
        <pc:sldMkLst>
          <pc:docMk/>
          <pc:sldMk cId="2457936640" sldId="326"/>
        </pc:sldMkLst>
        <pc:spChg chg="mod">
          <ac:chgData name="Sujana Challapalli" userId="482ffdd06f6d4f52" providerId="LiveId" clId="{111E8972-A288-4438-9EE4-F7A667329782}" dt="2025-03-02T11:31:34.441" v="2128" actId="255"/>
          <ac:spMkLst>
            <pc:docMk/>
            <pc:sldMk cId="2457936640" sldId="326"/>
            <ac:spMk id="5" creationId="{9BEDFFDD-2841-E9CC-5B27-F064755240D2}"/>
          </ac:spMkLst>
        </pc:spChg>
        <pc:picChg chg="add mod">
          <ac:chgData name="Sujana Challapalli" userId="482ffdd06f6d4f52" providerId="LiveId" clId="{111E8972-A288-4438-9EE4-F7A667329782}" dt="2025-03-02T11:33:59.455" v="2133" actId="14100"/>
          <ac:picMkLst>
            <pc:docMk/>
            <pc:sldMk cId="2457936640" sldId="326"/>
            <ac:picMk id="6" creationId="{01B404B8-E088-1041-F7DA-C0375E81006A}"/>
          </ac:picMkLst>
        </pc:picChg>
      </pc:sldChg>
      <pc:sldChg chg="delSp modSp add mod">
        <pc:chgData name="Sujana Challapalli" userId="482ffdd06f6d4f52" providerId="LiveId" clId="{111E8972-A288-4438-9EE4-F7A667329782}" dt="2025-03-02T11:39:37.432" v="2162" actId="12"/>
        <pc:sldMkLst>
          <pc:docMk/>
          <pc:sldMk cId="2577913582" sldId="327"/>
        </pc:sldMkLst>
        <pc:spChg chg="mod">
          <ac:chgData name="Sujana Challapalli" userId="482ffdd06f6d4f52" providerId="LiveId" clId="{111E8972-A288-4438-9EE4-F7A667329782}" dt="2025-03-02T11:39:37.432" v="2162" actId="12"/>
          <ac:spMkLst>
            <pc:docMk/>
            <pc:sldMk cId="2577913582" sldId="327"/>
            <ac:spMk id="5" creationId="{6B8897D5-DC17-DA55-9E71-EA9D585F4E54}"/>
          </ac:spMkLst>
        </pc:spChg>
      </pc:sldChg>
      <pc:sldChg chg="modSp add mod">
        <pc:chgData name="Sujana Challapalli" userId="482ffdd06f6d4f52" providerId="LiveId" clId="{111E8972-A288-4438-9EE4-F7A667329782}" dt="2025-03-02T11:48:37.936" v="2173" actId="12"/>
        <pc:sldMkLst>
          <pc:docMk/>
          <pc:sldMk cId="1707215973" sldId="328"/>
        </pc:sldMkLst>
        <pc:spChg chg="mod">
          <ac:chgData name="Sujana Challapalli" userId="482ffdd06f6d4f52" providerId="LiveId" clId="{111E8972-A288-4438-9EE4-F7A667329782}" dt="2025-03-02T11:48:37.936" v="2173" actId="12"/>
          <ac:spMkLst>
            <pc:docMk/>
            <pc:sldMk cId="1707215973" sldId="328"/>
            <ac:spMk id="5" creationId="{399D5EFC-499D-EA30-D954-551D57422C34}"/>
          </ac:spMkLst>
        </pc:spChg>
      </pc:sldChg>
      <pc:sldChg chg="modSp add mod">
        <pc:chgData name="Sujana Challapalli" userId="482ffdd06f6d4f52" providerId="LiveId" clId="{111E8972-A288-4438-9EE4-F7A667329782}" dt="2025-03-02T11:59:46.829" v="2213" actId="11"/>
        <pc:sldMkLst>
          <pc:docMk/>
          <pc:sldMk cId="1209000122" sldId="329"/>
        </pc:sldMkLst>
        <pc:spChg chg="mod">
          <ac:chgData name="Sujana Challapalli" userId="482ffdd06f6d4f52" providerId="LiveId" clId="{111E8972-A288-4438-9EE4-F7A667329782}" dt="2025-03-02T11:59:46.829" v="2213" actId="11"/>
          <ac:spMkLst>
            <pc:docMk/>
            <pc:sldMk cId="1209000122" sldId="329"/>
            <ac:spMk id="5" creationId="{C8765184-DE37-42FF-12BC-A66F2362DB8A}"/>
          </ac:spMkLst>
        </pc:spChg>
        <pc:spChg chg="mod">
          <ac:chgData name="Sujana Challapalli" userId="482ffdd06f6d4f52" providerId="LiveId" clId="{111E8972-A288-4438-9EE4-F7A667329782}" dt="2025-03-02T11:50:41.216" v="2184" actId="122"/>
          <ac:spMkLst>
            <pc:docMk/>
            <pc:sldMk cId="1209000122" sldId="329"/>
            <ac:spMk id="8" creationId="{0BCCC862-E02C-D2BC-D622-75C096388ED3}"/>
          </ac:spMkLst>
        </pc:spChg>
      </pc:sldChg>
      <pc:sldChg chg="modSp add mod">
        <pc:chgData name="Sujana Challapalli" userId="482ffdd06f6d4f52" providerId="LiveId" clId="{111E8972-A288-4438-9EE4-F7A667329782}" dt="2025-03-02T12:02:55.513" v="2241" actId="12"/>
        <pc:sldMkLst>
          <pc:docMk/>
          <pc:sldMk cId="3566466735" sldId="330"/>
        </pc:sldMkLst>
        <pc:spChg chg="mod">
          <ac:chgData name="Sujana Challapalli" userId="482ffdd06f6d4f52" providerId="LiveId" clId="{111E8972-A288-4438-9EE4-F7A667329782}" dt="2025-03-02T12:02:55.513" v="2241" actId="12"/>
          <ac:spMkLst>
            <pc:docMk/>
            <pc:sldMk cId="3566466735" sldId="330"/>
            <ac:spMk id="5" creationId="{F850FCEE-7592-AB56-0005-EBB792780D59}"/>
          </ac:spMkLst>
        </pc:spChg>
      </pc:sldChg>
      <pc:sldChg chg="modSp add mod">
        <pc:chgData name="Sujana Challapalli" userId="482ffdd06f6d4f52" providerId="LiveId" clId="{111E8972-A288-4438-9EE4-F7A667329782}" dt="2025-03-04T04:13:03.643" v="2290" actId="12"/>
        <pc:sldMkLst>
          <pc:docMk/>
          <pc:sldMk cId="349531844" sldId="331"/>
        </pc:sldMkLst>
        <pc:spChg chg="mod">
          <ac:chgData name="Sujana Challapalli" userId="482ffdd06f6d4f52" providerId="LiveId" clId="{111E8972-A288-4438-9EE4-F7A667329782}" dt="2025-03-04T04:13:03.643" v="2290" actId="12"/>
          <ac:spMkLst>
            <pc:docMk/>
            <pc:sldMk cId="349531844" sldId="331"/>
            <ac:spMk id="5" creationId="{A6946336-8A7C-3B43-AAB0-9E19C9349471}"/>
          </ac:spMkLst>
        </pc:spChg>
        <pc:spChg chg="mod">
          <ac:chgData name="Sujana Challapalli" userId="482ffdd06f6d4f52" providerId="LiveId" clId="{111E8972-A288-4438-9EE4-F7A667329782}" dt="2025-03-04T04:10:28.261" v="2247"/>
          <ac:spMkLst>
            <pc:docMk/>
            <pc:sldMk cId="349531844" sldId="331"/>
            <ac:spMk id="8" creationId="{BA308633-D97D-8796-9BA2-D66B74320A8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0F2F5-B3E0-C854-2098-B5E4150AB3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0FD04AC-EB61-0CDC-02EA-F0ADD5B2EB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28C9A9-F3CE-EF50-3162-09700C336699}"/>
              </a:ext>
            </a:extLst>
          </p:cNvPr>
          <p:cNvSpPr>
            <a:spLocks noGrp="1"/>
          </p:cNvSpPr>
          <p:nvPr>
            <p:ph type="dt" sz="half" idx="10"/>
          </p:nvPr>
        </p:nvSpPr>
        <p:spPr/>
        <p:txBody>
          <a:bodyPr/>
          <a:lstStyle/>
          <a:p>
            <a:fld id="{CD9CFF9E-0C8F-4FE1-8BD0-87948A969E3A}" type="datetimeFigureOut">
              <a:rPr lang="en-IN" smtClean="0"/>
              <a:t>26-03-2025</a:t>
            </a:fld>
            <a:endParaRPr lang="en-IN"/>
          </a:p>
        </p:txBody>
      </p:sp>
      <p:sp>
        <p:nvSpPr>
          <p:cNvPr id="5" name="Footer Placeholder 4">
            <a:extLst>
              <a:ext uri="{FF2B5EF4-FFF2-40B4-BE49-F238E27FC236}">
                <a16:creationId xmlns:a16="http://schemas.microsoft.com/office/drawing/2014/main" id="{83D9F015-2116-844E-F538-C27FCC91A7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FB968A-C02F-8FFA-6042-ABC0E81CD551}"/>
              </a:ext>
            </a:extLst>
          </p:cNvPr>
          <p:cNvSpPr>
            <a:spLocks noGrp="1"/>
          </p:cNvSpPr>
          <p:nvPr>
            <p:ph type="sldNum" sz="quarter" idx="12"/>
          </p:nvPr>
        </p:nvSpPr>
        <p:spPr/>
        <p:txBody>
          <a:bodyPr/>
          <a:lstStyle/>
          <a:p>
            <a:fld id="{F719F9DC-B314-4D6F-82E5-424418F39B43}" type="slidenum">
              <a:rPr lang="en-IN" smtClean="0"/>
              <a:t>‹#›</a:t>
            </a:fld>
            <a:endParaRPr lang="en-IN"/>
          </a:p>
        </p:txBody>
      </p:sp>
    </p:spTree>
    <p:extLst>
      <p:ext uri="{BB962C8B-B14F-4D97-AF65-F5344CB8AC3E}">
        <p14:creationId xmlns:p14="http://schemas.microsoft.com/office/powerpoint/2010/main" val="2315987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464CD-A6CC-0E57-C121-12BCD366F5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582A10-D152-DF02-048F-ECE4C9EE88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D61AA2-ADA1-8BC9-5B82-416E11690A79}"/>
              </a:ext>
            </a:extLst>
          </p:cNvPr>
          <p:cNvSpPr>
            <a:spLocks noGrp="1"/>
          </p:cNvSpPr>
          <p:nvPr>
            <p:ph type="dt" sz="half" idx="10"/>
          </p:nvPr>
        </p:nvSpPr>
        <p:spPr/>
        <p:txBody>
          <a:bodyPr/>
          <a:lstStyle/>
          <a:p>
            <a:fld id="{CD9CFF9E-0C8F-4FE1-8BD0-87948A969E3A}" type="datetimeFigureOut">
              <a:rPr lang="en-IN" smtClean="0"/>
              <a:t>26-03-2025</a:t>
            </a:fld>
            <a:endParaRPr lang="en-IN"/>
          </a:p>
        </p:txBody>
      </p:sp>
      <p:sp>
        <p:nvSpPr>
          <p:cNvPr id="5" name="Footer Placeholder 4">
            <a:extLst>
              <a:ext uri="{FF2B5EF4-FFF2-40B4-BE49-F238E27FC236}">
                <a16:creationId xmlns:a16="http://schemas.microsoft.com/office/drawing/2014/main" id="{8FC14832-3E1B-1A2A-E150-3D924ECF56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1A7826-F20A-1281-3BD4-4328A933F6E7}"/>
              </a:ext>
            </a:extLst>
          </p:cNvPr>
          <p:cNvSpPr>
            <a:spLocks noGrp="1"/>
          </p:cNvSpPr>
          <p:nvPr>
            <p:ph type="sldNum" sz="quarter" idx="12"/>
          </p:nvPr>
        </p:nvSpPr>
        <p:spPr/>
        <p:txBody>
          <a:bodyPr/>
          <a:lstStyle/>
          <a:p>
            <a:fld id="{F719F9DC-B314-4D6F-82E5-424418F39B43}" type="slidenum">
              <a:rPr lang="en-IN" smtClean="0"/>
              <a:t>‹#›</a:t>
            </a:fld>
            <a:endParaRPr lang="en-IN"/>
          </a:p>
        </p:txBody>
      </p:sp>
    </p:spTree>
    <p:extLst>
      <p:ext uri="{BB962C8B-B14F-4D97-AF65-F5344CB8AC3E}">
        <p14:creationId xmlns:p14="http://schemas.microsoft.com/office/powerpoint/2010/main" val="1991639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94060-A086-BAEF-7F3D-C0A99BAB47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AFA806D-C822-87CA-1C56-686DDBC2FC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FBFAA4-DC52-0557-ADFB-D5D7CCB96A73}"/>
              </a:ext>
            </a:extLst>
          </p:cNvPr>
          <p:cNvSpPr>
            <a:spLocks noGrp="1"/>
          </p:cNvSpPr>
          <p:nvPr>
            <p:ph type="dt" sz="half" idx="10"/>
          </p:nvPr>
        </p:nvSpPr>
        <p:spPr/>
        <p:txBody>
          <a:bodyPr/>
          <a:lstStyle/>
          <a:p>
            <a:fld id="{CD9CFF9E-0C8F-4FE1-8BD0-87948A969E3A}" type="datetimeFigureOut">
              <a:rPr lang="en-IN" smtClean="0"/>
              <a:t>26-03-2025</a:t>
            </a:fld>
            <a:endParaRPr lang="en-IN"/>
          </a:p>
        </p:txBody>
      </p:sp>
      <p:sp>
        <p:nvSpPr>
          <p:cNvPr id="5" name="Footer Placeholder 4">
            <a:extLst>
              <a:ext uri="{FF2B5EF4-FFF2-40B4-BE49-F238E27FC236}">
                <a16:creationId xmlns:a16="http://schemas.microsoft.com/office/drawing/2014/main" id="{B401868E-8516-BD64-A638-B5CEC698F9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6EB3BB-ED5B-8F34-DEAC-A1ACE1431AF2}"/>
              </a:ext>
            </a:extLst>
          </p:cNvPr>
          <p:cNvSpPr>
            <a:spLocks noGrp="1"/>
          </p:cNvSpPr>
          <p:nvPr>
            <p:ph type="sldNum" sz="quarter" idx="12"/>
          </p:nvPr>
        </p:nvSpPr>
        <p:spPr/>
        <p:txBody>
          <a:bodyPr/>
          <a:lstStyle/>
          <a:p>
            <a:fld id="{F719F9DC-B314-4D6F-82E5-424418F39B43}" type="slidenum">
              <a:rPr lang="en-IN" smtClean="0"/>
              <a:t>‹#›</a:t>
            </a:fld>
            <a:endParaRPr lang="en-IN"/>
          </a:p>
        </p:txBody>
      </p:sp>
    </p:spTree>
    <p:extLst>
      <p:ext uri="{BB962C8B-B14F-4D97-AF65-F5344CB8AC3E}">
        <p14:creationId xmlns:p14="http://schemas.microsoft.com/office/powerpoint/2010/main" val="179755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008A3-EC14-597C-CEC4-BD284F142D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761CD08-EC31-B0B9-E62E-E50FFDE3FF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0E0194-283D-7E55-8D82-3D222EFAE7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4988DF9-9910-4AAE-066A-4CA6F99033D4}"/>
              </a:ext>
            </a:extLst>
          </p:cNvPr>
          <p:cNvSpPr>
            <a:spLocks noGrp="1"/>
          </p:cNvSpPr>
          <p:nvPr>
            <p:ph type="dt" sz="half" idx="10"/>
          </p:nvPr>
        </p:nvSpPr>
        <p:spPr/>
        <p:txBody>
          <a:bodyPr/>
          <a:lstStyle/>
          <a:p>
            <a:fld id="{CD9CFF9E-0C8F-4FE1-8BD0-87948A969E3A}" type="datetimeFigureOut">
              <a:rPr lang="en-IN" smtClean="0"/>
              <a:t>26-03-2025</a:t>
            </a:fld>
            <a:endParaRPr lang="en-IN"/>
          </a:p>
        </p:txBody>
      </p:sp>
      <p:sp>
        <p:nvSpPr>
          <p:cNvPr id="6" name="Footer Placeholder 5">
            <a:extLst>
              <a:ext uri="{FF2B5EF4-FFF2-40B4-BE49-F238E27FC236}">
                <a16:creationId xmlns:a16="http://schemas.microsoft.com/office/drawing/2014/main" id="{A321D948-62F3-5535-C6F0-C17199A7E7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DE4116-4141-CCA1-A666-9756CBB6571D}"/>
              </a:ext>
            </a:extLst>
          </p:cNvPr>
          <p:cNvSpPr>
            <a:spLocks noGrp="1"/>
          </p:cNvSpPr>
          <p:nvPr>
            <p:ph type="sldNum" sz="quarter" idx="12"/>
          </p:nvPr>
        </p:nvSpPr>
        <p:spPr/>
        <p:txBody>
          <a:bodyPr/>
          <a:lstStyle/>
          <a:p>
            <a:fld id="{F719F9DC-B314-4D6F-82E5-424418F39B43}" type="slidenum">
              <a:rPr lang="en-IN" smtClean="0"/>
              <a:t>‹#›</a:t>
            </a:fld>
            <a:endParaRPr lang="en-IN"/>
          </a:p>
        </p:txBody>
      </p:sp>
    </p:spTree>
    <p:extLst>
      <p:ext uri="{BB962C8B-B14F-4D97-AF65-F5344CB8AC3E}">
        <p14:creationId xmlns:p14="http://schemas.microsoft.com/office/powerpoint/2010/main" val="693801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19A90-AA3B-1901-C00B-D361768E7A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9A5E79-A8CE-7C90-046A-E06D5BCAC4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558949-F01E-E385-3423-81BDD84279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636F09A-F464-1CC2-43AD-AFBB170A46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D1BE48-BA70-DF1B-96EF-0894DAE493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670B172-5F74-64AF-B27B-421A504B30C5}"/>
              </a:ext>
            </a:extLst>
          </p:cNvPr>
          <p:cNvSpPr>
            <a:spLocks noGrp="1"/>
          </p:cNvSpPr>
          <p:nvPr>
            <p:ph type="dt" sz="half" idx="10"/>
          </p:nvPr>
        </p:nvSpPr>
        <p:spPr/>
        <p:txBody>
          <a:bodyPr/>
          <a:lstStyle/>
          <a:p>
            <a:fld id="{CD9CFF9E-0C8F-4FE1-8BD0-87948A969E3A}" type="datetimeFigureOut">
              <a:rPr lang="en-IN" smtClean="0"/>
              <a:t>26-03-2025</a:t>
            </a:fld>
            <a:endParaRPr lang="en-IN"/>
          </a:p>
        </p:txBody>
      </p:sp>
      <p:sp>
        <p:nvSpPr>
          <p:cNvPr id="8" name="Footer Placeholder 7">
            <a:extLst>
              <a:ext uri="{FF2B5EF4-FFF2-40B4-BE49-F238E27FC236}">
                <a16:creationId xmlns:a16="http://schemas.microsoft.com/office/drawing/2014/main" id="{772AA462-3419-058F-4CAA-86D65BFFB19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A3BBABB-FA7C-B292-DBC1-9E1387EE8D7B}"/>
              </a:ext>
            </a:extLst>
          </p:cNvPr>
          <p:cNvSpPr>
            <a:spLocks noGrp="1"/>
          </p:cNvSpPr>
          <p:nvPr>
            <p:ph type="sldNum" sz="quarter" idx="12"/>
          </p:nvPr>
        </p:nvSpPr>
        <p:spPr/>
        <p:txBody>
          <a:bodyPr/>
          <a:lstStyle/>
          <a:p>
            <a:fld id="{F719F9DC-B314-4D6F-82E5-424418F39B43}" type="slidenum">
              <a:rPr lang="en-IN" smtClean="0"/>
              <a:t>‹#›</a:t>
            </a:fld>
            <a:endParaRPr lang="en-IN"/>
          </a:p>
        </p:txBody>
      </p:sp>
    </p:spTree>
    <p:extLst>
      <p:ext uri="{BB962C8B-B14F-4D97-AF65-F5344CB8AC3E}">
        <p14:creationId xmlns:p14="http://schemas.microsoft.com/office/powerpoint/2010/main" val="1365745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9A32-696E-5953-112E-6A38E139E2A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90F753-64DE-345E-144F-69635F7CB262}"/>
              </a:ext>
            </a:extLst>
          </p:cNvPr>
          <p:cNvSpPr>
            <a:spLocks noGrp="1"/>
          </p:cNvSpPr>
          <p:nvPr>
            <p:ph type="dt" sz="half" idx="10"/>
          </p:nvPr>
        </p:nvSpPr>
        <p:spPr/>
        <p:txBody>
          <a:bodyPr/>
          <a:lstStyle/>
          <a:p>
            <a:fld id="{CD9CFF9E-0C8F-4FE1-8BD0-87948A969E3A}" type="datetimeFigureOut">
              <a:rPr lang="en-IN" smtClean="0"/>
              <a:t>26-03-2025</a:t>
            </a:fld>
            <a:endParaRPr lang="en-IN"/>
          </a:p>
        </p:txBody>
      </p:sp>
      <p:sp>
        <p:nvSpPr>
          <p:cNvPr id="4" name="Footer Placeholder 3">
            <a:extLst>
              <a:ext uri="{FF2B5EF4-FFF2-40B4-BE49-F238E27FC236}">
                <a16:creationId xmlns:a16="http://schemas.microsoft.com/office/drawing/2014/main" id="{090C4C85-52CF-E208-8721-8387F7637B6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8774EC7-15B0-9EF5-45DD-7173358DD80B}"/>
              </a:ext>
            </a:extLst>
          </p:cNvPr>
          <p:cNvSpPr>
            <a:spLocks noGrp="1"/>
          </p:cNvSpPr>
          <p:nvPr>
            <p:ph type="sldNum" sz="quarter" idx="12"/>
          </p:nvPr>
        </p:nvSpPr>
        <p:spPr/>
        <p:txBody>
          <a:bodyPr/>
          <a:lstStyle/>
          <a:p>
            <a:fld id="{F719F9DC-B314-4D6F-82E5-424418F39B43}" type="slidenum">
              <a:rPr lang="en-IN" smtClean="0"/>
              <a:t>‹#›</a:t>
            </a:fld>
            <a:endParaRPr lang="en-IN"/>
          </a:p>
        </p:txBody>
      </p:sp>
    </p:spTree>
    <p:extLst>
      <p:ext uri="{BB962C8B-B14F-4D97-AF65-F5344CB8AC3E}">
        <p14:creationId xmlns:p14="http://schemas.microsoft.com/office/powerpoint/2010/main" val="491145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913350-4F5E-C8CF-EDAB-AB6CE96DC951}"/>
              </a:ext>
            </a:extLst>
          </p:cNvPr>
          <p:cNvSpPr>
            <a:spLocks noGrp="1"/>
          </p:cNvSpPr>
          <p:nvPr>
            <p:ph type="dt" sz="half" idx="10"/>
          </p:nvPr>
        </p:nvSpPr>
        <p:spPr/>
        <p:txBody>
          <a:bodyPr/>
          <a:lstStyle/>
          <a:p>
            <a:fld id="{CD9CFF9E-0C8F-4FE1-8BD0-87948A969E3A}" type="datetimeFigureOut">
              <a:rPr lang="en-IN" smtClean="0"/>
              <a:t>26-03-2025</a:t>
            </a:fld>
            <a:endParaRPr lang="en-IN"/>
          </a:p>
        </p:txBody>
      </p:sp>
      <p:sp>
        <p:nvSpPr>
          <p:cNvPr id="3" name="Footer Placeholder 2">
            <a:extLst>
              <a:ext uri="{FF2B5EF4-FFF2-40B4-BE49-F238E27FC236}">
                <a16:creationId xmlns:a16="http://schemas.microsoft.com/office/drawing/2014/main" id="{B88B136F-0F93-E458-90C9-DC4C5C6D98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1FE62AD-8B60-518F-68AF-7391BD73C6E5}"/>
              </a:ext>
            </a:extLst>
          </p:cNvPr>
          <p:cNvSpPr>
            <a:spLocks noGrp="1"/>
          </p:cNvSpPr>
          <p:nvPr>
            <p:ph type="sldNum" sz="quarter" idx="12"/>
          </p:nvPr>
        </p:nvSpPr>
        <p:spPr/>
        <p:txBody>
          <a:bodyPr/>
          <a:lstStyle/>
          <a:p>
            <a:fld id="{F719F9DC-B314-4D6F-82E5-424418F39B43}" type="slidenum">
              <a:rPr lang="en-IN" smtClean="0"/>
              <a:t>‹#›</a:t>
            </a:fld>
            <a:endParaRPr lang="en-IN"/>
          </a:p>
        </p:txBody>
      </p:sp>
    </p:spTree>
    <p:extLst>
      <p:ext uri="{BB962C8B-B14F-4D97-AF65-F5344CB8AC3E}">
        <p14:creationId xmlns:p14="http://schemas.microsoft.com/office/powerpoint/2010/main" val="3494547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88E6B-8217-46B1-26F0-773E6F5195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DA060E5-4A2D-1EFC-DE13-5DFAEB33DC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79E82A2-7B59-261A-82AD-D9E006C404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FC1975-5859-9031-6E92-8EEB33F3FDAB}"/>
              </a:ext>
            </a:extLst>
          </p:cNvPr>
          <p:cNvSpPr>
            <a:spLocks noGrp="1"/>
          </p:cNvSpPr>
          <p:nvPr>
            <p:ph type="dt" sz="half" idx="10"/>
          </p:nvPr>
        </p:nvSpPr>
        <p:spPr/>
        <p:txBody>
          <a:bodyPr/>
          <a:lstStyle/>
          <a:p>
            <a:fld id="{CD9CFF9E-0C8F-4FE1-8BD0-87948A969E3A}" type="datetimeFigureOut">
              <a:rPr lang="en-IN" smtClean="0"/>
              <a:t>26-03-2025</a:t>
            </a:fld>
            <a:endParaRPr lang="en-IN"/>
          </a:p>
        </p:txBody>
      </p:sp>
      <p:sp>
        <p:nvSpPr>
          <p:cNvPr id="6" name="Footer Placeholder 5">
            <a:extLst>
              <a:ext uri="{FF2B5EF4-FFF2-40B4-BE49-F238E27FC236}">
                <a16:creationId xmlns:a16="http://schemas.microsoft.com/office/drawing/2014/main" id="{0AAF327C-0898-AC21-62F8-3596F3B095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2E6D8D-1D17-0125-351A-54D1B2092BE4}"/>
              </a:ext>
            </a:extLst>
          </p:cNvPr>
          <p:cNvSpPr>
            <a:spLocks noGrp="1"/>
          </p:cNvSpPr>
          <p:nvPr>
            <p:ph type="sldNum" sz="quarter" idx="12"/>
          </p:nvPr>
        </p:nvSpPr>
        <p:spPr/>
        <p:txBody>
          <a:bodyPr/>
          <a:lstStyle/>
          <a:p>
            <a:fld id="{F719F9DC-B314-4D6F-82E5-424418F39B43}" type="slidenum">
              <a:rPr lang="en-IN" smtClean="0"/>
              <a:t>‹#›</a:t>
            </a:fld>
            <a:endParaRPr lang="en-IN"/>
          </a:p>
        </p:txBody>
      </p:sp>
    </p:spTree>
    <p:extLst>
      <p:ext uri="{BB962C8B-B14F-4D97-AF65-F5344CB8AC3E}">
        <p14:creationId xmlns:p14="http://schemas.microsoft.com/office/powerpoint/2010/main" val="1511678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2EC71-6F5F-74AB-9261-AA7BEE072F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4E54C9-1335-E8E0-251C-1301098BB7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C203AB3-B50B-581E-EFFD-8067C23AC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2FCC66-F41E-84D4-BFD0-DCC8C4E8F596}"/>
              </a:ext>
            </a:extLst>
          </p:cNvPr>
          <p:cNvSpPr>
            <a:spLocks noGrp="1"/>
          </p:cNvSpPr>
          <p:nvPr>
            <p:ph type="dt" sz="half" idx="10"/>
          </p:nvPr>
        </p:nvSpPr>
        <p:spPr/>
        <p:txBody>
          <a:bodyPr/>
          <a:lstStyle/>
          <a:p>
            <a:fld id="{CD9CFF9E-0C8F-4FE1-8BD0-87948A969E3A}" type="datetimeFigureOut">
              <a:rPr lang="en-IN" smtClean="0"/>
              <a:t>26-03-2025</a:t>
            </a:fld>
            <a:endParaRPr lang="en-IN"/>
          </a:p>
        </p:txBody>
      </p:sp>
      <p:sp>
        <p:nvSpPr>
          <p:cNvPr id="6" name="Footer Placeholder 5">
            <a:extLst>
              <a:ext uri="{FF2B5EF4-FFF2-40B4-BE49-F238E27FC236}">
                <a16:creationId xmlns:a16="http://schemas.microsoft.com/office/drawing/2014/main" id="{D3AC1A73-CE7B-54BA-FB09-16B00DD03C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4FD145-C967-9AA9-58E8-ED0DB2492CA1}"/>
              </a:ext>
            </a:extLst>
          </p:cNvPr>
          <p:cNvSpPr>
            <a:spLocks noGrp="1"/>
          </p:cNvSpPr>
          <p:nvPr>
            <p:ph type="sldNum" sz="quarter" idx="12"/>
          </p:nvPr>
        </p:nvSpPr>
        <p:spPr/>
        <p:txBody>
          <a:bodyPr/>
          <a:lstStyle/>
          <a:p>
            <a:fld id="{F719F9DC-B314-4D6F-82E5-424418F39B43}" type="slidenum">
              <a:rPr lang="en-IN" smtClean="0"/>
              <a:t>‹#›</a:t>
            </a:fld>
            <a:endParaRPr lang="en-IN"/>
          </a:p>
        </p:txBody>
      </p:sp>
    </p:spTree>
    <p:extLst>
      <p:ext uri="{BB962C8B-B14F-4D97-AF65-F5344CB8AC3E}">
        <p14:creationId xmlns:p14="http://schemas.microsoft.com/office/powerpoint/2010/main" val="3208384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85D1F-E2E1-0094-1CB4-4CB12C9ED41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5DB6DA-6CB3-FB07-5549-4EB216C2E0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3558C1-640A-783B-6F76-1F9B33246734}"/>
              </a:ext>
            </a:extLst>
          </p:cNvPr>
          <p:cNvSpPr>
            <a:spLocks noGrp="1"/>
          </p:cNvSpPr>
          <p:nvPr>
            <p:ph type="dt" sz="half" idx="10"/>
          </p:nvPr>
        </p:nvSpPr>
        <p:spPr/>
        <p:txBody>
          <a:bodyPr/>
          <a:lstStyle/>
          <a:p>
            <a:fld id="{CD9CFF9E-0C8F-4FE1-8BD0-87948A969E3A}" type="datetimeFigureOut">
              <a:rPr lang="en-IN" smtClean="0"/>
              <a:t>26-03-2025</a:t>
            </a:fld>
            <a:endParaRPr lang="en-IN"/>
          </a:p>
        </p:txBody>
      </p:sp>
      <p:sp>
        <p:nvSpPr>
          <p:cNvPr id="5" name="Footer Placeholder 4">
            <a:extLst>
              <a:ext uri="{FF2B5EF4-FFF2-40B4-BE49-F238E27FC236}">
                <a16:creationId xmlns:a16="http://schemas.microsoft.com/office/drawing/2014/main" id="{47F2E60A-2D56-F68C-E899-C5E126FBCA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55E427-F3C7-915A-44D7-05E3DFE320FD}"/>
              </a:ext>
            </a:extLst>
          </p:cNvPr>
          <p:cNvSpPr>
            <a:spLocks noGrp="1"/>
          </p:cNvSpPr>
          <p:nvPr>
            <p:ph type="sldNum" sz="quarter" idx="12"/>
          </p:nvPr>
        </p:nvSpPr>
        <p:spPr/>
        <p:txBody>
          <a:bodyPr/>
          <a:lstStyle/>
          <a:p>
            <a:fld id="{F719F9DC-B314-4D6F-82E5-424418F39B43}" type="slidenum">
              <a:rPr lang="en-IN" smtClean="0"/>
              <a:t>‹#›</a:t>
            </a:fld>
            <a:endParaRPr lang="en-IN"/>
          </a:p>
        </p:txBody>
      </p:sp>
    </p:spTree>
    <p:extLst>
      <p:ext uri="{BB962C8B-B14F-4D97-AF65-F5344CB8AC3E}">
        <p14:creationId xmlns:p14="http://schemas.microsoft.com/office/powerpoint/2010/main" val="193175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80A788-9BAF-DDE4-3F2F-9E6F8C1891C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35521E-7EA6-2748-CE52-732B6E1032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AD3709-371E-186E-0EA1-EAEFCD70009F}"/>
              </a:ext>
            </a:extLst>
          </p:cNvPr>
          <p:cNvSpPr>
            <a:spLocks noGrp="1"/>
          </p:cNvSpPr>
          <p:nvPr>
            <p:ph type="dt" sz="half" idx="10"/>
          </p:nvPr>
        </p:nvSpPr>
        <p:spPr/>
        <p:txBody>
          <a:bodyPr/>
          <a:lstStyle/>
          <a:p>
            <a:fld id="{CD9CFF9E-0C8F-4FE1-8BD0-87948A969E3A}" type="datetimeFigureOut">
              <a:rPr lang="en-IN" smtClean="0"/>
              <a:t>26-03-2025</a:t>
            </a:fld>
            <a:endParaRPr lang="en-IN"/>
          </a:p>
        </p:txBody>
      </p:sp>
      <p:sp>
        <p:nvSpPr>
          <p:cNvPr id="5" name="Footer Placeholder 4">
            <a:extLst>
              <a:ext uri="{FF2B5EF4-FFF2-40B4-BE49-F238E27FC236}">
                <a16:creationId xmlns:a16="http://schemas.microsoft.com/office/drawing/2014/main" id="{D0EACC91-F1C3-A4E0-565C-5CE9C16328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9F8BE4-90F2-6C67-9B0D-297D6FFB52DA}"/>
              </a:ext>
            </a:extLst>
          </p:cNvPr>
          <p:cNvSpPr>
            <a:spLocks noGrp="1"/>
          </p:cNvSpPr>
          <p:nvPr>
            <p:ph type="sldNum" sz="quarter" idx="12"/>
          </p:nvPr>
        </p:nvSpPr>
        <p:spPr/>
        <p:txBody>
          <a:bodyPr/>
          <a:lstStyle/>
          <a:p>
            <a:fld id="{F719F9DC-B314-4D6F-82E5-424418F39B43}" type="slidenum">
              <a:rPr lang="en-IN" smtClean="0"/>
              <a:t>‹#›</a:t>
            </a:fld>
            <a:endParaRPr lang="en-IN"/>
          </a:p>
        </p:txBody>
      </p:sp>
    </p:spTree>
    <p:extLst>
      <p:ext uri="{BB962C8B-B14F-4D97-AF65-F5344CB8AC3E}">
        <p14:creationId xmlns:p14="http://schemas.microsoft.com/office/powerpoint/2010/main" val="767974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E3F7AC-AF87-8052-E8AB-7664D62F6F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2C905D-6E90-06E1-4619-CAC84200C7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A0988C-CE0A-CCDA-544E-6F86229E5B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9CFF9E-0C8F-4FE1-8BD0-87948A969E3A}" type="datetimeFigureOut">
              <a:rPr lang="en-IN" smtClean="0"/>
              <a:t>26-03-2025</a:t>
            </a:fld>
            <a:endParaRPr lang="en-IN"/>
          </a:p>
        </p:txBody>
      </p:sp>
      <p:sp>
        <p:nvSpPr>
          <p:cNvPr id="5" name="Footer Placeholder 4">
            <a:extLst>
              <a:ext uri="{FF2B5EF4-FFF2-40B4-BE49-F238E27FC236}">
                <a16:creationId xmlns:a16="http://schemas.microsoft.com/office/drawing/2014/main" id="{8DC1D9B9-105E-98A8-2F7A-00C5F3DAA2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CD9D144-FC22-D9DB-3784-4A4DE49332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19F9DC-B314-4D6F-82E5-424418F39B43}" type="slidenum">
              <a:rPr lang="en-IN" smtClean="0"/>
              <a:t>‹#›</a:t>
            </a:fld>
            <a:endParaRPr lang="en-IN"/>
          </a:p>
        </p:txBody>
      </p:sp>
    </p:spTree>
    <p:extLst>
      <p:ext uri="{BB962C8B-B14F-4D97-AF65-F5344CB8AC3E}">
        <p14:creationId xmlns:p14="http://schemas.microsoft.com/office/powerpoint/2010/main" val="32273848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9.jpeg"/><Relationship Id="rId4" Type="http://schemas.openxmlformats.org/officeDocument/2006/relationships/image" Target="../media/image38.png"/></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90ED1-ACE2-80F2-2AFB-A53E1A6427CB}"/>
              </a:ext>
            </a:extLst>
          </p:cNvPr>
          <p:cNvSpPr>
            <a:spLocks noGrp="1"/>
          </p:cNvSpPr>
          <p:nvPr>
            <p:ph type="ctrTitle"/>
          </p:nvPr>
        </p:nvSpPr>
        <p:spPr>
          <a:xfrm>
            <a:off x="1322832" y="338327"/>
            <a:ext cx="9144000" cy="693611"/>
          </a:xfrm>
        </p:spPr>
        <p:txBody>
          <a:bodyPr>
            <a:normAutofit/>
          </a:bodyPr>
          <a:lstStyle/>
          <a:p>
            <a:r>
              <a:rPr lang="en-US" sz="4000" b="1" dirty="0">
                <a:latin typeface="Times New Roman" panose="02020603050405020304" pitchFamily="18" charset="0"/>
                <a:cs typeface="Times New Roman" panose="02020603050405020304" pitchFamily="18" charset="0"/>
              </a:rPr>
              <a:t>Unit 3</a:t>
            </a:r>
            <a:endParaRPr lang="en-IN"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14E498E-3433-3B41-DD56-EEC3340EDF66}"/>
              </a:ext>
            </a:extLst>
          </p:cNvPr>
          <p:cNvSpPr>
            <a:spLocks noGrp="1"/>
          </p:cNvSpPr>
          <p:nvPr>
            <p:ph type="subTitle" idx="1"/>
          </p:nvPr>
        </p:nvSpPr>
        <p:spPr>
          <a:xfrm>
            <a:off x="367284" y="1178878"/>
            <a:ext cx="11457432" cy="4801298"/>
          </a:xfrm>
        </p:spPr>
        <p:txBody>
          <a:bodyPr>
            <a:normAutofit fontScale="92500" lnSpcReduction="10000"/>
          </a:bodyPr>
          <a:lstStyle/>
          <a:p>
            <a:pPr algn="just"/>
            <a:r>
              <a:rPr lang="en-US" sz="2800" dirty="0">
                <a:latin typeface="Times New Roman" panose="02020603050405020304" pitchFamily="18" charset="0"/>
                <a:cs typeface="Times New Roman" panose="02020603050405020304" pitchFamily="18" charset="0"/>
              </a:rPr>
              <a:t>Unit–III </a:t>
            </a:r>
          </a:p>
          <a:p>
            <a:pPr algn="just"/>
            <a:r>
              <a:rPr lang="en-US" sz="2800" b="1" dirty="0">
                <a:latin typeface="Times New Roman" panose="02020603050405020304" pitchFamily="18" charset="0"/>
                <a:cs typeface="Times New Roman" panose="02020603050405020304" pitchFamily="18" charset="0"/>
              </a:rPr>
              <a:t>Software Design: </a:t>
            </a:r>
            <a:r>
              <a:rPr lang="en-US" sz="2800" dirty="0">
                <a:latin typeface="Times New Roman" panose="02020603050405020304" pitchFamily="18" charset="0"/>
                <a:cs typeface="Times New Roman" panose="02020603050405020304" pitchFamily="18" charset="0"/>
              </a:rPr>
              <a:t>Overview of the design process, How to characterize a good software design? Layered arrangement of modules, Cohesion and Coupling, approaches to software design. </a:t>
            </a:r>
          </a:p>
          <a:p>
            <a:pPr algn="just"/>
            <a:r>
              <a:rPr lang="en-US" sz="2800" b="1" dirty="0">
                <a:latin typeface="Times New Roman" panose="02020603050405020304" pitchFamily="18" charset="0"/>
                <a:cs typeface="Times New Roman" panose="02020603050405020304" pitchFamily="18" charset="0"/>
              </a:rPr>
              <a:t>Agility</a:t>
            </a:r>
            <a:r>
              <a:rPr lang="en-US" sz="2800" dirty="0">
                <a:latin typeface="Times New Roman" panose="02020603050405020304" pitchFamily="18" charset="0"/>
                <a:cs typeface="Times New Roman" panose="02020603050405020304" pitchFamily="18" charset="0"/>
              </a:rPr>
              <a:t>: Agility and the Cost of Change, Agile Process, Extreme Programming (XP), Other Agile Process Models, Tool Set for the Agile Process (Text Book 2) </a:t>
            </a:r>
          </a:p>
          <a:p>
            <a:pPr algn="just"/>
            <a:r>
              <a:rPr lang="en-US" sz="2800" b="1" dirty="0">
                <a:latin typeface="Times New Roman" panose="02020603050405020304" pitchFamily="18" charset="0"/>
                <a:cs typeface="Times New Roman" panose="02020603050405020304" pitchFamily="18" charset="0"/>
              </a:rPr>
              <a:t>Function-Oriented Software Design: </a:t>
            </a:r>
            <a:r>
              <a:rPr lang="en-US" sz="2800" dirty="0">
                <a:latin typeface="Times New Roman" panose="02020603050405020304" pitchFamily="18" charset="0"/>
                <a:cs typeface="Times New Roman" panose="02020603050405020304" pitchFamily="18" charset="0"/>
              </a:rPr>
              <a:t>Overview of SA/SD methodology, Structured analysis, Developing the DFD model of a system, Structured design, Detailed design, and Design Review. </a:t>
            </a:r>
          </a:p>
          <a:p>
            <a:pPr algn="just"/>
            <a:r>
              <a:rPr lang="en-US" sz="2800" b="1" dirty="0">
                <a:latin typeface="Times New Roman" panose="02020603050405020304" pitchFamily="18" charset="0"/>
                <a:cs typeface="Times New Roman" panose="02020603050405020304" pitchFamily="18" charset="0"/>
              </a:rPr>
              <a:t>User Interface Design: </a:t>
            </a:r>
            <a:r>
              <a:rPr lang="en-US" sz="2800" dirty="0">
                <a:latin typeface="Times New Roman" panose="02020603050405020304" pitchFamily="18" charset="0"/>
                <a:cs typeface="Times New Roman" panose="02020603050405020304" pitchFamily="18" charset="0"/>
              </a:rPr>
              <a:t>Characteristics of a good user interface, Basic concepts, Types of user interfaces, Fundamentals of component-based GUI development, and user interface design methodology</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771E82A-DC55-A911-577D-D0FC0BA28258}"/>
              </a:ext>
            </a:extLst>
          </p:cNvPr>
          <p:cNvPicPr>
            <a:picLocks noChangeAspect="1"/>
          </p:cNvPicPr>
          <p:nvPr/>
        </p:nvPicPr>
        <p:blipFill>
          <a:blip r:embed="rId2"/>
          <a:stretch>
            <a:fillRect/>
          </a:stretch>
        </p:blipFill>
        <p:spPr>
          <a:xfrm>
            <a:off x="92946" y="97522"/>
            <a:ext cx="990334" cy="614374"/>
          </a:xfrm>
          <a:prstGeom prst="rect">
            <a:avLst/>
          </a:prstGeom>
        </p:spPr>
      </p:pic>
    </p:spTree>
    <p:extLst>
      <p:ext uri="{BB962C8B-B14F-4D97-AF65-F5344CB8AC3E}">
        <p14:creationId xmlns:p14="http://schemas.microsoft.com/office/powerpoint/2010/main" val="736868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8B122-2172-0283-A7F6-9FDEF109B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2F9459-860B-8479-8493-C61F0447F3D1}"/>
              </a:ext>
            </a:extLst>
          </p:cNvPr>
          <p:cNvSpPr>
            <a:spLocks noGrp="1"/>
          </p:cNvSpPr>
          <p:nvPr>
            <p:ph type="ctrTitle"/>
          </p:nvPr>
        </p:nvSpPr>
        <p:spPr>
          <a:xfrm>
            <a:off x="1322832" y="338327"/>
            <a:ext cx="9144000" cy="693611"/>
          </a:xfrm>
        </p:spPr>
        <p:txBody>
          <a:bodyPr>
            <a:normAutofit/>
          </a:bodyPr>
          <a:lstStyle/>
          <a:p>
            <a:r>
              <a:rPr lang="en-US" sz="3200" b="1" dirty="0">
                <a:latin typeface="Times New Roman" panose="02020603050405020304" pitchFamily="18" charset="0"/>
                <a:cs typeface="Times New Roman" panose="02020603050405020304" pitchFamily="18" charset="0"/>
              </a:rPr>
              <a:t>Overview of the design process</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1777269-C3DD-9EC1-E6E7-D4142BDD20D8}"/>
              </a:ext>
            </a:extLst>
          </p:cNvPr>
          <p:cNvSpPr>
            <a:spLocks noGrp="1"/>
          </p:cNvSpPr>
          <p:nvPr>
            <p:ph type="subTitle" idx="1"/>
          </p:nvPr>
        </p:nvSpPr>
        <p:spPr>
          <a:xfrm>
            <a:off x="367284" y="1178878"/>
            <a:ext cx="11457432" cy="4801298"/>
          </a:xfrm>
        </p:spPr>
        <p:txBody>
          <a:bodyPr>
            <a:normAutofit/>
          </a:bodyPr>
          <a:lstStyle/>
          <a:p>
            <a:pPr algn="just"/>
            <a:r>
              <a:rPr lang="en-US" sz="2800" dirty="0">
                <a:latin typeface="Times New Roman" panose="02020603050405020304" pitchFamily="18" charset="0"/>
                <a:cs typeface="Times New Roman" panose="02020603050405020304" pitchFamily="18" charset="0"/>
              </a:rPr>
              <a:t>The design process essentially transforms the SRS document into a design document.</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Outcome of the Design Process</a:t>
            </a:r>
          </a:p>
          <a:p>
            <a:pPr marL="514350" indent="-514350" algn="just">
              <a:buFont typeface="+mj-lt"/>
              <a:buAutoNum type="arabicPeriod"/>
            </a:pPr>
            <a:r>
              <a:rPr lang="en-IN" sz="2800" dirty="0">
                <a:latin typeface="Times New Roman" panose="02020603050405020304" pitchFamily="18" charset="0"/>
                <a:cs typeface="Times New Roman" panose="02020603050405020304" pitchFamily="18" charset="0"/>
              </a:rPr>
              <a:t>Classification of Design Activities</a:t>
            </a:r>
            <a:endParaRPr lang="en-US"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IN" sz="2800" dirty="0">
                <a:latin typeface="Times New Roman" panose="02020603050405020304" pitchFamily="18" charset="0"/>
                <a:cs typeface="Times New Roman" panose="02020603050405020304" pitchFamily="18" charset="0"/>
              </a:rPr>
              <a:t>Classification of Design Methodologies</a:t>
            </a:r>
            <a:endParaRPr lang="en-IN" sz="3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5FD51A6-C3FC-7EB3-C1B5-1C6B748BB3FB}"/>
              </a:ext>
            </a:extLst>
          </p:cNvPr>
          <p:cNvPicPr>
            <a:picLocks noChangeAspect="1"/>
          </p:cNvPicPr>
          <p:nvPr/>
        </p:nvPicPr>
        <p:blipFill>
          <a:blip r:embed="rId2"/>
          <a:stretch>
            <a:fillRect/>
          </a:stretch>
        </p:blipFill>
        <p:spPr>
          <a:xfrm>
            <a:off x="92946" y="97522"/>
            <a:ext cx="990334" cy="614374"/>
          </a:xfrm>
          <a:prstGeom prst="rect">
            <a:avLst/>
          </a:prstGeom>
        </p:spPr>
      </p:pic>
      <p:pic>
        <p:nvPicPr>
          <p:cNvPr id="6" name="Picture 5">
            <a:extLst>
              <a:ext uri="{FF2B5EF4-FFF2-40B4-BE49-F238E27FC236}">
                <a16:creationId xmlns:a16="http://schemas.microsoft.com/office/drawing/2014/main" id="{C0B5B646-C307-4C58-BB9B-9AB674F2E03E}"/>
              </a:ext>
            </a:extLst>
          </p:cNvPr>
          <p:cNvPicPr>
            <a:picLocks noChangeAspect="1"/>
          </p:cNvPicPr>
          <p:nvPr/>
        </p:nvPicPr>
        <p:blipFill>
          <a:blip r:embed="rId3"/>
          <a:stretch>
            <a:fillRect/>
          </a:stretch>
        </p:blipFill>
        <p:spPr>
          <a:xfrm>
            <a:off x="1688831" y="3659842"/>
            <a:ext cx="8682293" cy="2722670"/>
          </a:xfrm>
          <a:prstGeom prst="rect">
            <a:avLst/>
          </a:prstGeom>
        </p:spPr>
      </p:pic>
    </p:spTree>
    <p:extLst>
      <p:ext uri="{BB962C8B-B14F-4D97-AF65-F5344CB8AC3E}">
        <p14:creationId xmlns:p14="http://schemas.microsoft.com/office/powerpoint/2010/main" val="2084027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C590B-89B2-4A4C-0B5E-D22FD892C8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E0A2E-7F6A-75A0-3925-4613158FC85E}"/>
              </a:ext>
            </a:extLst>
          </p:cNvPr>
          <p:cNvSpPr>
            <a:spLocks noGrp="1"/>
          </p:cNvSpPr>
          <p:nvPr>
            <p:ph type="ctrTitle"/>
          </p:nvPr>
        </p:nvSpPr>
        <p:spPr>
          <a:xfrm>
            <a:off x="1322832" y="338327"/>
            <a:ext cx="9144000" cy="693611"/>
          </a:xfrm>
        </p:spPr>
        <p:txBody>
          <a:bodyPr>
            <a:normAutofit/>
          </a:bodyPr>
          <a:lstStyle/>
          <a:p>
            <a:r>
              <a:rPr lang="en-US" sz="3200" b="1" dirty="0">
                <a:latin typeface="Times New Roman" panose="02020603050405020304" pitchFamily="18" charset="0"/>
                <a:cs typeface="Times New Roman" panose="02020603050405020304" pitchFamily="18" charset="0"/>
              </a:rPr>
              <a:t>Overview of the design process</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AD50178-E2FF-D0EF-F278-511950084DB5}"/>
              </a:ext>
            </a:extLst>
          </p:cNvPr>
          <p:cNvSpPr>
            <a:spLocks noGrp="1"/>
          </p:cNvSpPr>
          <p:nvPr>
            <p:ph type="subTitle" idx="1"/>
          </p:nvPr>
        </p:nvSpPr>
        <p:spPr>
          <a:xfrm>
            <a:off x="367284" y="1178878"/>
            <a:ext cx="11457432" cy="5581600"/>
          </a:xfrm>
        </p:spPr>
        <p:txBody>
          <a:bodyPr>
            <a:normAutofit fontScale="92500" lnSpcReduction="10000"/>
          </a:bodyPr>
          <a:lstStyle/>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Outcome of the Design Process</a:t>
            </a:r>
          </a:p>
          <a:p>
            <a:pPr marL="342900" indent="-3429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Different modules required</a:t>
            </a:r>
            <a:r>
              <a:rPr lang="en-US" sz="2800" dirty="0">
                <a:latin typeface="Times New Roman" panose="02020603050405020304" pitchFamily="18" charset="0"/>
                <a:cs typeface="Times New Roman" panose="02020603050405020304" pitchFamily="18" charset="0"/>
              </a:rPr>
              <a:t>: The different modules in the solution should be clearly identified. Each module is a collection of functions and the data shared by the functions of the module.</a:t>
            </a:r>
          </a:p>
          <a:p>
            <a:pPr marL="342900" indent="-3429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Control relationships among modules</a:t>
            </a:r>
            <a:r>
              <a:rPr lang="en-US" sz="2800" dirty="0">
                <a:latin typeface="Times New Roman" panose="02020603050405020304" pitchFamily="18" charset="0"/>
                <a:cs typeface="Times New Roman" panose="02020603050405020304" pitchFamily="18" charset="0"/>
              </a:rPr>
              <a:t>: A control relationship between two modules essentially arises due to function calls across the two modules.</a:t>
            </a:r>
          </a:p>
          <a:p>
            <a:pPr marL="342900" indent="-3429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Interfaces among different modules</a:t>
            </a:r>
            <a:r>
              <a:rPr lang="en-US" sz="2800" dirty="0">
                <a:latin typeface="Times New Roman" panose="02020603050405020304" pitchFamily="18" charset="0"/>
                <a:cs typeface="Times New Roman" panose="02020603050405020304" pitchFamily="18" charset="0"/>
              </a:rPr>
              <a:t>: The interfaces between two modules identifies the exact data items that are exchanged between the two modules when one module invokes a function of the other module.</a:t>
            </a:r>
          </a:p>
          <a:p>
            <a:pPr marL="342900" indent="-3429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Data structures of the individual modules</a:t>
            </a:r>
            <a:r>
              <a:rPr lang="en-US" sz="2800" dirty="0">
                <a:latin typeface="Times New Roman" panose="02020603050405020304" pitchFamily="18" charset="0"/>
                <a:cs typeface="Times New Roman" panose="02020603050405020304" pitchFamily="18" charset="0"/>
              </a:rPr>
              <a:t>: Each module normally stores some data that the functions of the module need to share to accomplish the overall responsibility of the module.</a:t>
            </a:r>
          </a:p>
          <a:p>
            <a:pPr marL="342900" indent="-3429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Algorithms required to implement the individual modules</a:t>
            </a:r>
            <a:r>
              <a:rPr lang="en-US" sz="2800" dirty="0">
                <a:latin typeface="Times New Roman" panose="02020603050405020304" pitchFamily="18" charset="0"/>
                <a:cs typeface="Times New Roman" panose="02020603050405020304" pitchFamily="18" charset="0"/>
              </a:rPr>
              <a:t>: The algorithms required to accomplish the processing activities of various modules need to be carefully designed and documented</a:t>
            </a:r>
            <a:endParaRPr lang="en-US" sz="3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E207CF7-C7D7-004A-7333-93019C26865B}"/>
              </a:ext>
            </a:extLst>
          </p:cNvPr>
          <p:cNvPicPr>
            <a:picLocks noChangeAspect="1"/>
          </p:cNvPicPr>
          <p:nvPr/>
        </p:nvPicPr>
        <p:blipFill>
          <a:blip r:embed="rId2"/>
          <a:stretch>
            <a:fillRect/>
          </a:stretch>
        </p:blipFill>
        <p:spPr>
          <a:xfrm>
            <a:off x="92946" y="97522"/>
            <a:ext cx="990334" cy="614374"/>
          </a:xfrm>
          <a:prstGeom prst="rect">
            <a:avLst/>
          </a:prstGeom>
        </p:spPr>
      </p:pic>
    </p:spTree>
    <p:extLst>
      <p:ext uri="{BB962C8B-B14F-4D97-AF65-F5344CB8AC3E}">
        <p14:creationId xmlns:p14="http://schemas.microsoft.com/office/powerpoint/2010/main" val="796110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B2D75-8E6D-6929-D5A1-37DD75FB59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D98D3-42B8-3BBD-A684-335E091E9743}"/>
              </a:ext>
            </a:extLst>
          </p:cNvPr>
          <p:cNvSpPr>
            <a:spLocks noGrp="1"/>
          </p:cNvSpPr>
          <p:nvPr>
            <p:ph type="ctrTitle"/>
          </p:nvPr>
        </p:nvSpPr>
        <p:spPr>
          <a:xfrm>
            <a:off x="1322832" y="338327"/>
            <a:ext cx="9144000" cy="693611"/>
          </a:xfrm>
        </p:spPr>
        <p:txBody>
          <a:bodyPr>
            <a:normAutofit/>
          </a:bodyPr>
          <a:lstStyle/>
          <a:p>
            <a:r>
              <a:rPr lang="en-US" sz="3200" b="1" dirty="0">
                <a:latin typeface="Times New Roman" panose="02020603050405020304" pitchFamily="18" charset="0"/>
                <a:cs typeface="Times New Roman" panose="02020603050405020304" pitchFamily="18" charset="0"/>
              </a:rPr>
              <a:t>Overview of the design process</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64B73BF-94E3-E6C4-78D7-D00893A5F33A}"/>
              </a:ext>
            </a:extLst>
          </p:cNvPr>
          <p:cNvSpPr>
            <a:spLocks noGrp="1"/>
          </p:cNvSpPr>
          <p:nvPr>
            <p:ph type="subTitle" idx="1"/>
          </p:nvPr>
        </p:nvSpPr>
        <p:spPr>
          <a:xfrm>
            <a:off x="367284" y="1178878"/>
            <a:ext cx="11457432" cy="5581600"/>
          </a:xfrm>
        </p:spPr>
        <p:txBody>
          <a:bodyPr>
            <a:normAutofit/>
          </a:bodyPr>
          <a:lstStyle/>
          <a:p>
            <a:pPr algn="just"/>
            <a:r>
              <a:rPr lang="en-US" sz="2800" b="1" dirty="0">
                <a:latin typeface="Times New Roman" panose="02020603050405020304" pitchFamily="18" charset="0"/>
                <a:cs typeface="Times New Roman" panose="02020603050405020304" pitchFamily="18" charset="0"/>
              </a:rPr>
              <a:t>2. Classification of Design Activities</a:t>
            </a:r>
          </a:p>
          <a:p>
            <a:pPr algn="just"/>
            <a:r>
              <a:rPr lang="en-US" sz="2000" dirty="0"/>
              <a:t>• </a:t>
            </a:r>
            <a:r>
              <a:rPr lang="en-US" sz="2800" dirty="0">
                <a:latin typeface="Times New Roman" panose="02020603050405020304" pitchFamily="18" charset="0"/>
                <a:cs typeface="Times New Roman" panose="02020603050405020304" pitchFamily="18" charset="0"/>
              </a:rPr>
              <a:t>Preliminary (or high-level) design, and </a:t>
            </a:r>
          </a:p>
          <a:p>
            <a:pPr algn="just"/>
            <a:r>
              <a:rPr lang="en-US" sz="2800" dirty="0">
                <a:latin typeface="Times New Roman" panose="02020603050405020304" pitchFamily="18" charset="0"/>
                <a:cs typeface="Times New Roman" panose="02020603050405020304" pitchFamily="18" charset="0"/>
              </a:rPr>
              <a:t>• Detailed design</a:t>
            </a:r>
            <a:endParaRPr lang="en-US" sz="36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6510237-6CDD-CD0C-AAD4-8A1BC446F97B}"/>
              </a:ext>
            </a:extLst>
          </p:cNvPr>
          <p:cNvPicPr>
            <a:picLocks noChangeAspect="1"/>
          </p:cNvPicPr>
          <p:nvPr/>
        </p:nvPicPr>
        <p:blipFill>
          <a:blip r:embed="rId2"/>
          <a:stretch>
            <a:fillRect/>
          </a:stretch>
        </p:blipFill>
        <p:spPr>
          <a:xfrm>
            <a:off x="92946" y="97522"/>
            <a:ext cx="990334" cy="614374"/>
          </a:xfrm>
          <a:prstGeom prst="rect">
            <a:avLst/>
          </a:prstGeom>
        </p:spPr>
      </p:pic>
      <p:pic>
        <p:nvPicPr>
          <p:cNvPr id="6" name="Picture 5">
            <a:extLst>
              <a:ext uri="{FF2B5EF4-FFF2-40B4-BE49-F238E27FC236}">
                <a16:creationId xmlns:a16="http://schemas.microsoft.com/office/drawing/2014/main" id="{5129EDB9-8842-0056-09C1-7201CD47B186}"/>
              </a:ext>
            </a:extLst>
          </p:cNvPr>
          <p:cNvPicPr>
            <a:picLocks noChangeAspect="1"/>
          </p:cNvPicPr>
          <p:nvPr/>
        </p:nvPicPr>
        <p:blipFill>
          <a:blip r:embed="rId3"/>
          <a:stretch>
            <a:fillRect/>
          </a:stretch>
        </p:blipFill>
        <p:spPr>
          <a:xfrm>
            <a:off x="588112" y="3025754"/>
            <a:ext cx="11125351" cy="1332942"/>
          </a:xfrm>
          <a:prstGeom prst="rect">
            <a:avLst/>
          </a:prstGeom>
        </p:spPr>
      </p:pic>
      <p:pic>
        <p:nvPicPr>
          <p:cNvPr id="8" name="Picture 7">
            <a:extLst>
              <a:ext uri="{FF2B5EF4-FFF2-40B4-BE49-F238E27FC236}">
                <a16:creationId xmlns:a16="http://schemas.microsoft.com/office/drawing/2014/main" id="{BE4B1B20-3BE4-3247-6618-6A20CCF3D3D5}"/>
              </a:ext>
            </a:extLst>
          </p:cNvPr>
          <p:cNvPicPr>
            <a:picLocks noChangeAspect="1"/>
          </p:cNvPicPr>
          <p:nvPr/>
        </p:nvPicPr>
        <p:blipFill>
          <a:blip r:embed="rId4"/>
          <a:stretch>
            <a:fillRect/>
          </a:stretch>
        </p:blipFill>
        <p:spPr>
          <a:xfrm>
            <a:off x="44178" y="4714924"/>
            <a:ext cx="11861310" cy="1118947"/>
          </a:xfrm>
          <a:prstGeom prst="rect">
            <a:avLst/>
          </a:prstGeom>
        </p:spPr>
      </p:pic>
    </p:spTree>
    <p:extLst>
      <p:ext uri="{BB962C8B-B14F-4D97-AF65-F5344CB8AC3E}">
        <p14:creationId xmlns:p14="http://schemas.microsoft.com/office/powerpoint/2010/main" val="1044932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05B09-B74A-FE81-B1B5-03D7DA40C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43AE9-61CC-4CBD-13B4-5516F9541FAE}"/>
              </a:ext>
            </a:extLst>
          </p:cNvPr>
          <p:cNvSpPr>
            <a:spLocks noGrp="1"/>
          </p:cNvSpPr>
          <p:nvPr>
            <p:ph type="ctrTitle"/>
          </p:nvPr>
        </p:nvSpPr>
        <p:spPr>
          <a:xfrm>
            <a:off x="1322832" y="338327"/>
            <a:ext cx="9144000" cy="693611"/>
          </a:xfrm>
        </p:spPr>
        <p:txBody>
          <a:bodyPr>
            <a:normAutofit/>
          </a:bodyPr>
          <a:lstStyle/>
          <a:p>
            <a:r>
              <a:rPr lang="en-US" sz="3200" b="1" dirty="0">
                <a:latin typeface="Times New Roman" panose="02020603050405020304" pitchFamily="18" charset="0"/>
                <a:cs typeface="Times New Roman" panose="02020603050405020304" pitchFamily="18" charset="0"/>
              </a:rPr>
              <a:t>Overview of the design process</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F761BB7-88D7-86E2-899E-5F5753F2EEA5}"/>
              </a:ext>
            </a:extLst>
          </p:cNvPr>
          <p:cNvSpPr>
            <a:spLocks noGrp="1"/>
          </p:cNvSpPr>
          <p:nvPr>
            <p:ph type="subTitle" idx="1"/>
          </p:nvPr>
        </p:nvSpPr>
        <p:spPr>
          <a:xfrm>
            <a:off x="367284" y="1178878"/>
            <a:ext cx="11457432" cy="5581600"/>
          </a:xfrm>
        </p:spPr>
        <p:txBody>
          <a:bodyPr>
            <a:normAutofit/>
          </a:bodyPr>
          <a:lstStyle/>
          <a:p>
            <a:pPr algn="just"/>
            <a:r>
              <a:rPr lang="en-US" sz="2800" b="1" dirty="0">
                <a:latin typeface="Times New Roman" panose="02020603050405020304" pitchFamily="18" charset="0"/>
                <a:cs typeface="Times New Roman" panose="02020603050405020304" pitchFamily="18" charset="0"/>
              </a:rPr>
              <a:t>3. Classification of Design Methodologies</a:t>
            </a:r>
          </a:p>
          <a:p>
            <a:pPr algn="just"/>
            <a:r>
              <a:rPr lang="en-US" sz="2800" dirty="0">
                <a:latin typeface="Times New Roman" panose="02020603050405020304" pitchFamily="18" charset="0"/>
                <a:cs typeface="Times New Roman" panose="02020603050405020304" pitchFamily="18" charset="0"/>
              </a:rPr>
              <a:t>We can roughly classify these methodologies into </a:t>
            </a:r>
            <a:r>
              <a:rPr lang="en-US" sz="2800" b="1" dirty="0">
                <a:latin typeface="Times New Roman" panose="02020603050405020304" pitchFamily="18" charset="0"/>
                <a:cs typeface="Times New Roman" panose="02020603050405020304" pitchFamily="18" charset="0"/>
              </a:rPr>
              <a:t>procedural and object-oriented approaches</a:t>
            </a:r>
            <a:r>
              <a:rPr lang="en-US" sz="2800" dirty="0">
                <a:latin typeface="Times New Roman" panose="02020603050405020304" pitchFamily="18" charset="0"/>
                <a:cs typeface="Times New Roman" panose="02020603050405020304" pitchFamily="18" charset="0"/>
              </a:rPr>
              <a:t>.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procedural approach </a:t>
            </a:r>
            <a:r>
              <a:rPr lang="en-US" sz="2800" dirty="0">
                <a:latin typeface="Times New Roman" panose="02020603050405020304" pitchFamily="18" charset="0"/>
                <a:cs typeface="Times New Roman" panose="02020603050405020304" pitchFamily="18" charset="0"/>
              </a:rPr>
              <a:t>focuses on breaking down a problem into a series of step-by-step instructions, essentially following a linear path to execute functions,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while an </a:t>
            </a:r>
            <a:r>
              <a:rPr lang="en-US" sz="2800" b="1" dirty="0">
                <a:latin typeface="Times New Roman" panose="02020603050405020304" pitchFamily="18" charset="0"/>
                <a:cs typeface="Times New Roman" panose="02020603050405020304" pitchFamily="18" charset="0"/>
              </a:rPr>
              <a:t>object-oriented approach </a:t>
            </a:r>
            <a:r>
              <a:rPr lang="en-US" sz="2800" dirty="0">
                <a:latin typeface="Times New Roman" panose="02020603050405020304" pitchFamily="18" charset="0"/>
                <a:cs typeface="Times New Roman" panose="02020603050405020304" pitchFamily="18" charset="0"/>
              </a:rPr>
              <a:t>centers around creating "objects" which encapsulate data and actions (methods) within them, allowing for more modular and reusable code by modeling real-world entities and their interactions</a:t>
            </a:r>
          </a:p>
        </p:txBody>
      </p:sp>
      <p:pic>
        <p:nvPicPr>
          <p:cNvPr id="4" name="Picture 3">
            <a:extLst>
              <a:ext uri="{FF2B5EF4-FFF2-40B4-BE49-F238E27FC236}">
                <a16:creationId xmlns:a16="http://schemas.microsoft.com/office/drawing/2014/main" id="{C55F1BBB-8DD9-AE59-C03F-3F08F59DDBED}"/>
              </a:ext>
            </a:extLst>
          </p:cNvPr>
          <p:cNvPicPr>
            <a:picLocks noChangeAspect="1"/>
          </p:cNvPicPr>
          <p:nvPr/>
        </p:nvPicPr>
        <p:blipFill>
          <a:blip r:embed="rId2"/>
          <a:stretch>
            <a:fillRect/>
          </a:stretch>
        </p:blipFill>
        <p:spPr>
          <a:xfrm>
            <a:off x="92946" y="97522"/>
            <a:ext cx="990334" cy="614374"/>
          </a:xfrm>
          <a:prstGeom prst="rect">
            <a:avLst/>
          </a:prstGeom>
        </p:spPr>
      </p:pic>
    </p:spTree>
    <p:extLst>
      <p:ext uri="{BB962C8B-B14F-4D97-AF65-F5344CB8AC3E}">
        <p14:creationId xmlns:p14="http://schemas.microsoft.com/office/powerpoint/2010/main" val="2753372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3EA42-50C6-1CB4-AFC8-4C796725B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F6E65-AB8A-7FB4-E8CC-A3898C882FFE}"/>
              </a:ext>
            </a:extLst>
          </p:cNvPr>
          <p:cNvSpPr>
            <a:spLocks noGrp="1"/>
          </p:cNvSpPr>
          <p:nvPr>
            <p:ph type="ctrTitle"/>
          </p:nvPr>
        </p:nvSpPr>
        <p:spPr>
          <a:xfrm>
            <a:off x="1258824" y="60945"/>
            <a:ext cx="10418064"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HOW TO CHARACTERISE A GOOD SOFTWARE DESIGN?</a:t>
            </a:r>
            <a:endParaRPr lang="en-IN"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CAC8868-E332-2622-B88E-AB5EF6E271FF}"/>
              </a:ext>
            </a:extLst>
          </p:cNvPr>
          <p:cNvSpPr>
            <a:spLocks noGrp="1"/>
          </p:cNvSpPr>
          <p:nvPr>
            <p:ph type="subTitle" idx="1"/>
          </p:nvPr>
        </p:nvSpPr>
        <p:spPr>
          <a:xfrm>
            <a:off x="367284" y="754556"/>
            <a:ext cx="11457432" cy="5581600"/>
          </a:xfrm>
        </p:spPr>
        <p:txBody>
          <a:bodyPr>
            <a:normAutofit fontScale="92500" lnSpcReduction="10000"/>
          </a:bodyPr>
          <a:lstStyle/>
          <a:p>
            <a:pPr algn="just"/>
            <a:r>
              <a:rPr lang="en-US" sz="2800" b="1" dirty="0">
                <a:latin typeface="Times New Roman" panose="02020603050405020304" pitchFamily="18" charset="0"/>
                <a:cs typeface="Times New Roman" panose="02020603050405020304" pitchFamily="18" charset="0"/>
              </a:rPr>
              <a:t>Correctness: </a:t>
            </a:r>
            <a:r>
              <a:rPr lang="en-US" sz="2800" dirty="0">
                <a:latin typeface="Times New Roman" panose="02020603050405020304" pitchFamily="18" charset="0"/>
                <a:cs typeface="Times New Roman" panose="02020603050405020304" pitchFamily="18" charset="0"/>
              </a:rPr>
              <a:t>A good design should first of all be correct. That is, it should</a:t>
            </a:r>
          </a:p>
          <a:p>
            <a:pPr algn="just"/>
            <a:r>
              <a:rPr lang="en-US" sz="2800" dirty="0">
                <a:latin typeface="Times New Roman" panose="02020603050405020304" pitchFamily="18" charset="0"/>
                <a:cs typeface="Times New Roman" panose="02020603050405020304" pitchFamily="18" charset="0"/>
              </a:rPr>
              <a:t>correctly implement all the functionalities of the system.</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Understandability: </a:t>
            </a:r>
            <a:r>
              <a:rPr lang="en-US" sz="2800" dirty="0">
                <a:latin typeface="Times New Roman" panose="02020603050405020304" pitchFamily="18" charset="0"/>
                <a:cs typeface="Times New Roman" panose="02020603050405020304" pitchFamily="18" charset="0"/>
              </a:rPr>
              <a:t>A good design should be easily understandable. Unless</a:t>
            </a:r>
          </a:p>
          <a:p>
            <a:pPr algn="just"/>
            <a:r>
              <a:rPr lang="en-US" sz="2800" dirty="0">
                <a:latin typeface="Times New Roman" panose="02020603050405020304" pitchFamily="18" charset="0"/>
                <a:cs typeface="Times New Roman" panose="02020603050405020304" pitchFamily="18" charset="0"/>
              </a:rPr>
              <a:t>a design solution is easily understandable, it would be difficult to implement</a:t>
            </a:r>
          </a:p>
          <a:p>
            <a:pPr algn="just"/>
            <a:r>
              <a:rPr lang="en-US" sz="2800" dirty="0">
                <a:latin typeface="Times New Roman" panose="02020603050405020304" pitchFamily="18" charset="0"/>
                <a:cs typeface="Times New Roman" panose="02020603050405020304" pitchFamily="18" charset="0"/>
              </a:rPr>
              <a:t>and maintain it.</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Efficiency</a:t>
            </a:r>
            <a:r>
              <a:rPr lang="en-US" sz="2800" dirty="0">
                <a:latin typeface="Times New Roman" panose="02020603050405020304" pitchFamily="18" charset="0"/>
                <a:cs typeface="Times New Roman" panose="02020603050405020304" pitchFamily="18" charset="0"/>
              </a:rPr>
              <a:t>: A good design solution should adequately address resource,</a:t>
            </a:r>
          </a:p>
          <a:p>
            <a:pPr algn="just"/>
            <a:r>
              <a:rPr lang="en-US" sz="2800" dirty="0">
                <a:latin typeface="Times New Roman" panose="02020603050405020304" pitchFamily="18" charset="0"/>
                <a:cs typeface="Times New Roman" panose="02020603050405020304" pitchFamily="18" charset="0"/>
              </a:rPr>
              <a:t>time, and cost optimization issues.</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Maintainability: </a:t>
            </a:r>
            <a:r>
              <a:rPr lang="en-US" sz="2800" dirty="0">
                <a:latin typeface="Times New Roman" panose="02020603050405020304" pitchFamily="18" charset="0"/>
                <a:cs typeface="Times New Roman" panose="02020603050405020304" pitchFamily="18" charset="0"/>
              </a:rPr>
              <a:t>A good design should be easy to change. This is an important requirement, since change requests usually keep coming from the customer even after product release</a:t>
            </a:r>
            <a:endParaRPr lang="en-US" sz="36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9D3FF96-39D6-AC44-EC98-CC1CA6FC0F60}"/>
              </a:ext>
            </a:extLst>
          </p:cNvPr>
          <p:cNvPicPr>
            <a:picLocks noChangeAspect="1"/>
          </p:cNvPicPr>
          <p:nvPr/>
        </p:nvPicPr>
        <p:blipFill>
          <a:blip r:embed="rId2"/>
          <a:stretch>
            <a:fillRect/>
          </a:stretch>
        </p:blipFill>
        <p:spPr>
          <a:xfrm>
            <a:off x="92946" y="97522"/>
            <a:ext cx="990334" cy="614374"/>
          </a:xfrm>
          <a:prstGeom prst="rect">
            <a:avLst/>
          </a:prstGeom>
        </p:spPr>
      </p:pic>
    </p:spTree>
    <p:extLst>
      <p:ext uri="{BB962C8B-B14F-4D97-AF65-F5344CB8AC3E}">
        <p14:creationId xmlns:p14="http://schemas.microsoft.com/office/powerpoint/2010/main" val="3981620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B4B4D-622C-9232-6B34-4A25BC3A88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D364C-3BE8-38D0-E535-D9AEDA359CFA}"/>
              </a:ext>
            </a:extLst>
          </p:cNvPr>
          <p:cNvSpPr>
            <a:spLocks noGrp="1"/>
          </p:cNvSpPr>
          <p:nvPr>
            <p:ph type="ctrTitle"/>
          </p:nvPr>
        </p:nvSpPr>
        <p:spPr>
          <a:xfrm>
            <a:off x="1322832" y="338327"/>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HOW TO CHARACTERISE A GOOD SOFTWARE DESIGN? : </a:t>
            </a:r>
            <a:r>
              <a:rPr lang="en-US" sz="3200" b="1" dirty="0">
                <a:solidFill>
                  <a:srgbClr val="FF0000"/>
                </a:solidFill>
                <a:latin typeface="Times New Roman" panose="02020603050405020304" pitchFamily="18" charset="0"/>
                <a:cs typeface="Times New Roman" panose="02020603050405020304" pitchFamily="18" charset="0"/>
              </a:rPr>
              <a:t>Understandability of a Design: A Major Concern</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7CFED32-597A-A7A2-5172-AB74899EE50A}"/>
              </a:ext>
            </a:extLst>
          </p:cNvPr>
          <p:cNvSpPr>
            <a:spLocks noGrp="1"/>
          </p:cNvSpPr>
          <p:nvPr>
            <p:ph type="subTitle" idx="1"/>
          </p:nvPr>
        </p:nvSpPr>
        <p:spPr>
          <a:xfrm>
            <a:off x="367284" y="1178878"/>
            <a:ext cx="11457432" cy="5581600"/>
          </a:xfrm>
        </p:spPr>
        <p:txBody>
          <a:bodyPr>
            <a:normAutofit/>
          </a:bodyPr>
          <a:lstStyle/>
          <a:p>
            <a:pPr algn="just"/>
            <a:endParaRPr lang="en-US" sz="2000" dirty="0"/>
          </a:p>
          <a:p>
            <a:pPr algn="just"/>
            <a:endParaRPr lang="en-US" sz="2000" dirty="0"/>
          </a:p>
          <a:p>
            <a:pPr algn="just"/>
            <a:endParaRPr lang="en-US" sz="2000" dirty="0"/>
          </a:p>
          <a:p>
            <a:pPr algn="just"/>
            <a:endParaRPr lang="en-US" sz="2000" dirty="0"/>
          </a:p>
          <a:p>
            <a:pPr algn="just"/>
            <a:r>
              <a:rPr lang="en-US" sz="2800" dirty="0">
                <a:latin typeface="Times New Roman" panose="02020603050405020304" pitchFamily="18" charset="0"/>
                <a:cs typeface="Times New Roman" panose="02020603050405020304" pitchFamily="18" charset="0"/>
              </a:rPr>
              <a:t>A design solution should have the following characteristics to be easily understandable: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should assign </a:t>
            </a:r>
            <a:r>
              <a:rPr lang="en-US" sz="2800" b="1" dirty="0">
                <a:latin typeface="Times New Roman" panose="02020603050405020304" pitchFamily="18" charset="0"/>
                <a:cs typeface="Times New Roman" panose="02020603050405020304" pitchFamily="18" charset="0"/>
              </a:rPr>
              <a:t>consistent and meaningful names </a:t>
            </a:r>
            <a:r>
              <a:rPr lang="en-US" sz="2800" dirty="0">
                <a:latin typeface="Times New Roman" panose="02020603050405020304" pitchFamily="18" charset="0"/>
                <a:cs typeface="Times New Roman" panose="02020603050405020304" pitchFamily="18" charset="0"/>
              </a:rPr>
              <a:t>to various design components.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should make use of the principles of </a:t>
            </a:r>
            <a:r>
              <a:rPr lang="en-US" sz="2800" b="1" dirty="0">
                <a:latin typeface="Times New Roman" panose="02020603050405020304" pitchFamily="18" charset="0"/>
                <a:cs typeface="Times New Roman" panose="02020603050405020304" pitchFamily="18" charset="0"/>
              </a:rPr>
              <a:t>decomposition and abstraction </a:t>
            </a:r>
            <a:r>
              <a:rPr lang="en-US" sz="2800" dirty="0">
                <a:latin typeface="Times New Roman" panose="02020603050405020304" pitchFamily="18" charset="0"/>
                <a:cs typeface="Times New Roman" panose="02020603050405020304" pitchFamily="18" charset="0"/>
              </a:rPr>
              <a:t>in good measures to simplify the design.</a:t>
            </a:r>
            <a:endParaRPr lang="en-US" sz="3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46EEB0A-D5AD-3C88-EA68-364CE2D31844}"/>
              </a:ext>
            </a:extLst>
          </p:cNvPr>
          <p:cNvPicPr>
            <a:picLocks noChangeAspect="1"/>
          </p:cNvPicPr>
          <p:nvPr/>
        </p:nvPicPr>
        <p:blipFill>
          <a:blip r:embed="rId2"/>
          <a:stretch>
            <a:fillRect/>
          </a:stretch>
        </p:blipFill>
        <p:spPr>
          <a:xfrm>
            <a:off x="92946" y="97522"/>
            <a:ext cx="990334" cy="614374"/>
          </a:xfrm>
          <a:prstGeom prst="rect">
            <a:avLst/>
          </a:prstGeom>
        </p:spPr>
      </p:pic>
      <p:pic>
        <p:nvPicPr>
          <p:cNvPr id="6" name="Picture 5">
            <a:extLst>
              <a:ext uri="{FF2B5EF4-FFF2-40B4-BE49-F238E27FC236}">
                <a16:creationId xmlns:a16="http://schemas.microsoft.com/office/drawing/2014/main" id="{C369C091-A450-C2E4-B172-22C486972C5F}"/>
              </a:ext>
            </a:extLst>
          </p:cNvPr>
          <p:cNvPicPr>
            <a:picLocks noChangeAspect="1"/>
          </p:cNvPicPr>
          <p:nvPr/>
        </p:nvPicPr>
        <p:blipFill>
          <a:blip r:embed="rId3"/>
          <a:stretch>
            <a:fillRect/>
          </a:stretch>
        </p:blipFill>
        <p:spPr>
          <a:xfrm>
            <a:off x="325472" y="1178878"/>
            <a:ext cx="11698888" cy="1463736"/>
          </a:xfrm>
          <a:prstGeom prst="rect">
            <a:avLst/>
          </a:prstGeom>
        </p:spPr>
      </p:pic>
      <p:pic>
        <p:nvPicPr>
          <p:cNvPr id="8" name="Picture 7">
            <a:extLst>
              <a:ext uri="{FF2B5EF4-FFF2-40B4-BE49-F238E27FC236}">
                <a16:creationId xmlns:a16="http://schemas.microsoft.com/office/drawing/2014/main" id="{B4720BCB-D408-52BD-4F36-3C289B0DD2F4}"/>
              </a:ext>
            </a:extLst>
          </p:cNvPr>
          <p:cNvPicPr>
            <a:picLocks noChangeAspect="1"/>
          </p:cNvPicPr>
          <p:nvPr/>
        </p:nvPicPr>
        <p:blipFill>
          <a:blip r:embed="rId4"/>
          <a:stretch>
            <a:fillRect/>
          </a:stretch>
        </p:blipFill>
        <p:spPr>
          <a:xfrm>
            <a:off x="325472" y="5685526"/>
            <a:ext cx="11573787" cy="834147"/>
          </a:xfrm>
          <a:prstGeom prst="rect">
            <a:avLst/>
          </a:prstGeom>
        </p:spPr>
      </p:pic>
    </p:spTree>
    <p:extLst>
      <p:ext uri="{BB962C8B-B14F-4D97-AF65-F5344CB8AC3E}">
        <p14:creationId xmlns:p14="http://schemas.microsoft.com/office/powerpoint/2010/main" val="1348073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992CC-DF22-A6B1-F6D4-1D201E4AE6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A1368-7636-603A-D544-3C70008554CC}"/>
              </a:ext>
            </a:extLst>
          </p:cNvPr>
          <p:cNvSpPr>
            <a:spLocks noGrp="1"/>
          </p:cNvSpPr>
          <p:nvPr>
            <p:ph type="ctrTitle"/>
          </p:nvPr>
        </p:nvSpPr>
        <p:spPr>
          <a:xfrm>
            <a:off x="1322832" y="338327"/>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HOW TO CHARACTERISE A GOOD SOFTWARE DESIGN? : </a:t>
            </a:r>
            <a:r>
              <a:rPr lang="en-US" sz="3200" b="1" dirty="0">
                <a:solidFill>
                  <a:srgbClr val="FF0000"/>
                </a:solidFill>
                <a:latin typeface="Times New Roman" panose="02020603050405020304" pitchFamily="18" charset="0"/>
                <a:cs typeface="Times New Roman" panose="02020603050405020304" pitchFamily="18" charset="0"/>
              </a:rPr>
              <a:t>Modularity </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80FCC7B-DA99-5666-AE20-3C5DD43BE545}"/>
              </a:ext>
            </a:extLst>
          </p:cNvPr>
          <p:cNvSpPr>
            <a:spLocks noGrp="1"/>
          </p:cNvSpPr>
          <p:nvPr>
            <p:ph type="subTitle" idx="1"/>
          </p:nvPr>
        </p:nvSpPr>
        <p:spPr>
          <a:xfrm>
            <a:off x="367284" y="1178878"/>
            <a:ext cx="11457432" cy="5581600"/>
          </a:xfrm>
        </p:spPr>
        <p:txBody>
          <a:bodyPr>
            <a:normAutofit/>
          </a:bodyPr>
          <a:lstStyle/>
          <a:p>
            <a:pPr algn="just"/>
            <a:r>
              <a:rPr lang="en-US" sz="2800" dirty="0">
                <a:latin typeface="Times New Roman" panose="02020603050405020304" pitchFamily="18" charset="0"/>
                <a:cs typeface="Times New Roman" panose="02020603050405020304" pitchFamily="18" charset="0"/>
              </a:rPr>
              <a:t>A modular design is an effective decomposition of a problem. It is a basic characteristic of any good design solution. </a:t>
            </a:r>
          </a:p>
          <a:p>
            <a:pPr algn="just"/>
            <a:r>
              <a:rPr lang="en-US" sz="2800" dirty="0">
                <a:latin typeface="Times New Roman" panose="02020603050405020304" pitchFamily="18" charset="0"/>
                <a:cs typeface="Times New Roman" panose="02020603050405020304" pitchFamily="18" charset="0"/>
              </a:rPr>
              <a:t>A modular design, in simple words, implies that the problem has been decomposed into a set of modules that have only limited interactions with each other.</a:t>
            </a:r>
          </a:p>
          <a:p>
            <a:pPr algn="just"/>
            <a:endParaRPr lang="en-US" sz="5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6E480E6-EBA5-75A7-6A55-3F401E8C1E91}"/>
              </a:ext>
            </a:extLst>
          </p:cNvPr>
          <p:cNvPicPr>
            <a:picLocks noChangeAspect="1"/>
          </p:cNvPicPr>
          <p:nvPr/>
        </p:nvPicPr>
        <p:blipFill>
          <a:blip r:embed="rId2"/>
          <a:stretch>
            <a:fillRect/>
          </a:stretch>
        </p:blipFill>
        <p:spPr>
          <a:xfrm>
            <a:off x="92946" y="97522"/>
            <a:ext cx="990334" cy="614374"/>
          </a:xfrm>
          <a:prstGeom prst="rect">
            <a:avLst/>
          </a:prstGeom>
        </p:spPr>
      </p:pic>
      <p:pic>
        <p:nvPicPr>
          <p:cNvPr id="7" name="Picture 6">
            <a:extLst>
              <a:ext uri="{FF2B5EF4-FFF2-40B4-BE49-F238E27FC236}">
                <a16:creationId xmlns:a16="http://schemas.microsoft.com/office/drawing/2014/main" id="{A4C46288-90A0-3D24-E41C-B35FEF2DCEEE}"/>
              </a:ext>
            </a:extLst>
          </p:cNvPr>
          <p:cNvPicPr>
            <a:picLocks noChangeAspect="1"/>
          </p:cNvPicPr>
          <p:nvPr/>
        </p:nvPicPr>
        <p:blipFill>
          <a:blip r:embed="rId3"/>
          <a:stretch>
            <a:fillRect/>
          </a:stretch>
        </p:blipFill>
        <p:spPr>
          <a:xfrm>
            <a:off x="367284" y="3429000"/>
            <a:ext cx="11531975" cy="1035612"/>
          </a:xfrm>
          <a:prstGeom prst="rect">
            <a:avLst/>
          </a:prstGeom>
        </p:spPr>
      </p:pic>
    </p:spTree>
    <p:extLst>
      <p:ext uri="{BB962C8B-B14F-4D97-AF65-F5344CB8AC3E}">
        <p14:creationId xmlns:p14="http://schemas.microsoft.com/office/powerpoint/2010/main" val="1148877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68284-AC8F-66CC-FF35-05EE88D835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3D8E3-10E0-622B-758F-0D0C6202802C}"/>
              </a:ext>
            </a:extLst>
          </p:cNvPr>
          <p:cNvSpPr>
            <a:spLocks noGrp="1"/>
          </p:cNvSpPr>
          <p:nvPr>
            <p:ph type="ctrTitle"/>
          </p:nvPr>
        </p:nvSpPr>
        <p:spPr>
          <a:xfrm>
            <a:off x="1322832" y="338327"/>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HOW TO CHARACTERISE A GOOD SOFTWARE DESIGN? : </a:t>
            </a:r>
            <a:r>
              <a:rPr lang="en-US" sz="3200" b="1" dirty="0">
                <a:solidFill>
                  <a:srgbClr val="FF0000"/>
                </a:solidFill>
                <a:latin typeface="Times New Roman" panose="02020603050405020304" pitchFamily="18" charset="0"/>
                <a:cs typeface="Times New Roman" panose="02020603050405020304" pitchFamily="18" charset="0"/>
              </a:rPr>
              <a:t>Modularity </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35383B2-B9B8-2D34-E245-A77BBA504B88}"/>
              </a:ext>
            </a:extLst>
          </p:cNvPr>
          <p:cNvPicPr>
            <a:picLocks noChangeAspect="1"/>
          </p:cNvPicPr>
          <p:nvPr/>
        </p:nvPicPr>
        <p:blipFill>
          <a:blip r:embed="rId2"/>
          <a:stretch>
            <a:fillRect/>
          </a:stretch>
        </p:blipFill>
        <p:spPr>
          <a:xfrm>
            <a:off x="92946" y="97522"/>
            <a:ext cx="990334" cy="614374"/>
          </a:xfrm>
          <a:prstGeom prst="rect">
            <a:avLst/>
          </a:prstGeom>
        </p:spPr>
      </p:pic>
      <p:pic>
        <p:nvPicPr>
          <p:cNvPr id="6" name="Picture 5">
            <a:extLst>
              <a:ext uri="{FF2B5EF4-FFF2-40B4-BE49-F238E27FC236}">
                <a16:creationId xmlns:a16="http://schemas.microsoft.com/office/drawing/2014/main" id="{63120255-8DF0-3385-EF19-288706BE2CF9}"/>
              </a:ext>
            </a:extLst>
          </p:cNvPr>
          <p:cNvPicPr>
            <a:picLocks noChangeAspect="1"/>
          </p:cNvPicPr>
          <p:nvPr/>
        </p:nvPicPr>
        <p:blipFill>
          <a:blip r:embed="rId3"/>
          <a:stretch>
            <a:fillRect/>
          </a:stretch>
        </p:blipFill>
        <p:spPr>
          <a:xfrm>
            <a:off x="1322832" y="1031938"/>
            <a:ext cx="10216896" cy="5055124"/>
          </a:xfrm>
          <a:prstGeom prst="rect">
            <a:avLst/>
          </a:prstGeom>
        </p:spPr>
      </p:pic>
    </p:spTree>
    <p:extLst>
      <p:ext uri="{BB962C8B-B14F-4D97-AF65-F5344CB8AC3E}">
        <p14:creationId xmlns:p14="http://schemas.microsoft.com/office/powerpoint/2010/main" val="2543266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761AF-539C-7011-6D86-E529133F5D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2D9C9A-AFBA-35B0-4855-0CE92B95BF5D}"/>
              </a:ext>
            </a:extLst>
          </p:cNvPr>
          <p:cNvSpPr>
            <a:spLocks noGrp="1"/>
          </p:cNvSpPr>
          <p:nvPr>
            <p:ph type="ctrTitle"/>
          </p:nvPr>
        </p:nvSpPr>
        <p:spPr>
          <a:xfrm>
            <a:off x="1322832" y="33832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COHESION AND COUPLING</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1DB8726-E523-3F46-7D58-67200E1EDF3A}"/>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E1637850-734C-2B26-990B-61365C98EACF}"/>
              </a:ext>
            </a:extLst>
          </p:cNvPr>
          <p:cNvSpPr txBox="1"/>
          <p:nvPr/>
        </p:nvSpPr>
        <p:spPr>
          <a:xfrm>
            <a:off x="347472" y="1484667"/>
            <a:ext cx="11457432" cy="1384995"/>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Cohesion</a:t>
            </a:r>
            <a:r>
              <a:rPr lang="en-US" sz="2800" dirty="0">
                <a:latin typeface="Times New Roman" panose="02020603050405020304" pitchFamily="18" charset="0"/>
                <a:cs typeface="Times New Roman" panose="02020603050405020304" pitchFamily="18" charset="0"/>
              </a:rPr>
              <a:t> is a measure of the </a:t>
            </a:r>
            <a:r>
              <a:rPr lang="en-US" sz="2800" b="1" dirty="0">
                <a:latin typeface="Times New Roman" panose="02020603050405020304" pitchFamily="18" charset="0"/>
                <a:cs typeface="Times New Roman" panose="02020603050405020304" pitchFamily="18" charset="0"/>
              </a:rPr>
              <a:t>functional strength of a module</a:t>
            </a:r>
            <a:r>
              <a:rPr lang="en-US" sz="2800" dirty="0">
                <a:latin typeface="Times New Roman" panose="02020603050405020304" pitchFamily="18" charset="0"/>
                <a:cs typeface="Times New Roman" panose="02020603050405020304" pitchFamily="18" charset="0"/>
              </a:rPr>
              <a:t>, whereas the </a:t>
            </a:r>
            <a:r>
              <a:rPr lang="en-US" sz="2800" b="1" dirty="0">
                <a:latin typeface="Times New Roman" panose="02020603050405020304" pitchFamily="18" charset="0"/>
                <a:cs typeface="Times New Roman" panose="02020603050405020304" pitchFamily="18" charset="0"/>
              </a:rPr>
              <a:t>coupling</a:t>
            </a:r>
            <a:r>
              <a:rPr lang="en-US" sz="2800" dirty="0">
                <a:latin typeface="Times New Roman" panose="02020603050405020304" pitchFamily="18" charset="0"/>
                <a:cs typeface="Times New Roman" panose="02020603050405020304" pitchFamily="18" charset="0"/>
              </a:rPr>
              <a:t> between two modules is a measure of the </a:t>
            </a:r>
            <a:r>
              <a:rPr lang="en-US" sz="2800" b="1" dirty="0">
                <a:latin typeface="Times New Roman" panose="02020603050405020304" pitchFamily="18" charset="0"/>
                <a:cs typeface="Times New Roman" panose="02020603050405020304" pitchFamily="18" charset="0"/>
              </a:rPr>
              <a:t>degree of interaction </a:t>
            </a:r>
            <a:r>
              <a:rPr lang="en-US" sz="2800" dirty="0">
                <a:latin typeface="Times New Roman" panose="02020603050405020304" pitchFamily="18" charset="0"/>
                <a:cs typeface="Times New Roman" panose="02020603050405020304" pitchFamily="18" charset="0"/>
              </a:rPr>
              <a:t>(or interdependence) between the two modules.</a:t>
            </a:r>
            <a:endParaRPr lang="en-IN" sz="2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BE1B715-A90C-2475-BD8D-D5B3721856B9}"/>
              </a:ext>
            </a:extLst>
          </p:cNvPr>
          <p:cNvPicPr>
            <a:picLocks noChangeAspect="1"/>
          </p:cNvPicPr>
          <p:nvPr/>
        </p:nvPicPr>
        <p:blipFill>
          <a:blip r:embed="rId3"/>
          <a:stretch>
            <a:fillRect/>
          </a:stretch>
        </p:blipFill>
        <p:spPr>
          <a:xfrm>
            <a:off x="216817" y="2961093"/>
            <a:ext cx="11758365" cy="1066943"/>
          </a:xfrm>
          <a:prstGeom prst="rect">
            <a:avLst/>
          </a:prstGeom>
        </p:spPr>
      </p:pic>
    </p:spTree>
    <p:extLst>
      <p:ext uri="{BB962C8B-B14F-4D97-AF65-F5344CB8AC3E}">
        <p14:creationId xmlns:p14="http://schemas.microsoft.com/office/powerpoint/2010/main" val="3113502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E149C-8E9D-DE21-5308-D10B7ADC5B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10AEC-B9F3-46C1-1282-ECF7170BAD4B}"/>
              </a:ext>
            </a:extLst>
          </p:cNvPr>
          <p:cNvSpPr>
            <a:spLocks noGrp="1"/>
          </p:cNvSpPr>
          <p:nvPr>
            <p:ph type="ctrTitle"/>
          </p:nvPr>
        </p:nvSpPr>
        <p:spPr>
          <a:xfrm>
            <a:off x="1322832" y="33832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COHESION AND COUPLING</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174065A-0516-F084-AF1B-DE26C5BF758B}"/>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ADD7EB1C-F491-0E00-2737-11E56C399A4E}"/>
              </a:ext>
            </a:extLst>
          </p:cNvPr>
          <p:cNvSpPr txBox="1"/>
          <p:nvPr/>
        </p:nvSpPr>
        <p:spPr>
          <a:xfrm>
            <a:off x="347472" y="1484667"/>
            <a:ext cx="11457432" cy="1815882"/>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Classification of Cohesiveness</a:t>
            </a:r>
          </a:p>
          <a:p>
            <a:pPr algn="just"/>
            <a:r>
              <a:rPr lang="en-US" sz="2800" dirty="0">
                <a:latin typeface="Times New Roman" panose="02020603050405020304" pitchFamily="18" charset="0"/>
                <a:cs typeface="Times New Roman" panose="02020603050405020304" pitchFamily="18" charset="0"/>
              </a:rPr>
              <a:t>Cohesiveness of a module is the degree to which the different functions of the module co-operate to work towards a single objective. The different modules of a design can possess different degrees of freedom</a:t>
            </a:r>
            <a:endParaRPr lang="en-IN" sz="2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0B8E412-358B-CAC1-47CE-2FCDECA5FFC2}"/>
              </a:ext>
            </a:extLst>
          </p:cNvPr>
          <p:cNvPicPr>
            <a:picLocks noChangeAspect="1"/>
          </p:cNvPicPr>
          <p:nvPr/>
        </p:nvPicPr>
        <p:blipFill>
          <a:blip r:embed="rId3"/>
          <a:stretch>
            <a:fillRect/>
          </a:stretch>
        </p:blipFill>
        <p:spPr>
          <a:xfrm>
            <a:off x="188688" y="3557452"/>
            <a:ext cx="11673257" cy="2239844"/>
          </a:xfrm>
          <a:prstGeom prst="rect">
            <a:avLst/>
          </a:prstGeom>
        </p:spPr>
      </p:pic>
    </p:spTree>
    <p:extLst>
      <p:ext uri="{BB962C8B-B14F-4D97-AF65-F5344CB8AC3E}">
        <p14:creationId xmlns:p14="http://schemas.microsoft.com/office/powerpoint/2010/main" val="1384338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7AFFE-CDAC-C9CA-A149-384E17708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5463A-2292-0CB3-D2E7-CED659236BAC}"/>
              </a:ext>
            </a:extLst>
          </p:cNvPr>
          <p:cNvSpPr>
            <a:spLocks noGrp="1"/>
          </p:cNvSpPr>
          <p:nvPr>
            <p:ph type="ctrTitle"/>
          </p:nvPr>
        </p:nvSpPr>
        <p:spPr>
          <a:xfrm>
            <a:off x="1322832" y="33832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COHESION AND COUPLING</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8ED5119-10A7-83D8-9F95-4D8F040563B0}"/>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2085ED91-5947-A164-87A8-21189AB0E7CB}"/>
              </a:ext>
            </a:extLst>
          </p:cNvPr>
          <p:cNvSpPr txBox="1"/>
          <p:nvPr/>
        </p:nvSpPr>
        <p:spPr>
          <a:xfrm>
            <a:off x="367284" y="1164134"/>
            <a:ext cx="11457432" cy="5262979"/>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Coincidental cohesion</a:t>
            </a:r>
            <a:r>
              <a:rPr lang="en-US" sz="2800" dirty="0">
                <a:latin typeface="Times New Roman" panose="02020603050405020304" pitchFamily="18" charset="0"/>
                <a:cs typeface="Times New Roman" panose="02020603050405020304" pitchFamily="18" charset="0"/>
              </a:rPr>
              <a:t>: A module is said to have coincidental cohesion, if it performs a set of tasks that relate to each other very loosely, if at all. </a:t>
            </a:r>
          </a:p>
          <a:p>
            <a:pPr algn="just"/>
            <a:r>
              <a:rPr lang="en-US" sz="2800" b="1" dirty="0">
                <a:latin typeface="Times New Roman" panose="02020603050405020304" pitchFamily="18" charset="0"/>
                <a:cs typeface="Times New Roman" panose="02020603050405020304" pitchFamily="18" charset="0"/>
              </a:rPr>
              <a:t>Logical cohesion</a:t>
            </a:r>
            <a:r>
              <a:rPr lang="en-US" sz="2800" dirty="0">
                <a:latin typeface="Times New Roman" panose="02020603050405020304" pitchFamily="18" charset="0"/>
                <a:cs typeface="Times New Roman" panose="02020603050405020304" pitchFamily="18" charset="0"/>
              </a:rPr>
              <a:t>: A module is said to be logically cohesive, if all elements of the module perform similar operations, such as data input, data output.</a:t>
            </a:r>
          </a:p>
          <a:p>
            <a:pPr algn="just"/>
            <a:r>
              <a:rPr lang="en-US" sz="2800" b="1" dirty="0">
                <a:latin typeface="Times New Roman" panose="02020603050405020304" pitchFamily="18" charset="0"/>
                <a:cs typeface="Times New Roman" panose="02020603050405020304" pitchFamily="18" charset="0"/>
              </a:rPr>
              <a:t>Temporal cohesion</a:t>
            </a:r>
            <a:r>
              <a:rPr lang="en-US" sz="2800" dirty="0">
                <a:latin typeface="Times New Roman" panose="02020603050405020304" pitchFamily="18" charset="0"/>
                <a:cs typeface="Times New Roman" panose="02020603050405020304" pitchFamily="18" charset="0"/>
              </a:rPr>
              <a:t>: When a module contains functions that are related by the fact that these functions are executed in the same time span, then the module is said to possess temporal cohesion. </a:t>
            </a:r>
          </a:p>
          <a:p>
            <a:pPr algn="just"/>
            <a:r>
              <a:rPr lang="en-US" sz="2800" b="1" dirty="0">
                <a:latin typeface="Times New Roman" panose="02020603050405020304" pitchFamily="18" charset="0"/>
                <a:cs typeface="Times New Roman" panose="02020603050405020304" pitchFamily="18" charset="0"/>
              </a:rPr>
              <a:t>Procedural cohesion</a:t>
            </a:r>
            <a:r>
              <a:rPr lang="en-US" sz="2800" dirty="0">
                <a:latin typeface="Times New Roman" panose="02020603050405020304" pitchFamily="18" charset="0"/>
                <a:cs typeface="Times New Roman" panose="02020603050405020304" pitchFamily="18" charset="0"/>
              </a:rPr>
              <a:t>: A module is said to possess procedural cohesion, if the set of functions of the module are executed one after the other</a:t>
            </a:r>
          </a:p>
          <a:p>
            <a:pPr algn="just"/>
            <a:r>
              <a:rPr lang="en-US" sz="2800" b="1" dirty="0">
                <a:latin typeface="Times New Roman" panose="02020603050405020304" pitchFamily="18" charset="0"/>
                <a:cs typeface="Times New Roman" panose="02020603050405020304" pitchFamily="18" charset="0"/>
              </a:rPr>
              <a:t>Communicational cohesion</a:t>
            </a:r>
            <a:r>
              <a:rPr lang="en-US" sz="2800" dirty="0">
                <a:latin typeface="Times New Roman" panose="02020603050405020304" pitchFamily="18" charset="0"/>
                <a:cs typeface="Times New Roman" panose="02020603050405020304" pitchFamily="18" charset="0"/>
              </a:rPr>
              <a:t>: A module is said to have communicational cohesion, if all functions of the module refer to or update the same data structure.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8577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F0C30-D15E-2AC6-D98A-1E694DF6F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1EABAA-0E5C-F98C-F51B-C5E0E0FA2147}"/>
              </a:ext>
            </a:extLst>
          </p:cNvPr>
          <p:cNvSpPr>
            <a:spLocks noGrp="1"/>
          </p:cNvSpPr>
          <p:nvPr>
            <p:ph type="ctrTitle"/>
          </p:nvPr>
        </p:nvSpPr>
        <p:spPr>
          <a:xfrm>
            <a:off x="1322832" y="33832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COHESION AND COUPLING</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1B9F1DB-8299-C49E-0556-9624EE613A61}"/>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CE8EED03-C5BC-3374-85F1-46676A0E8AF8}"/>
              </a:ext>
            </a:extLst>
          </p:cNvPr>
          <p:cNvSpPr txBox="1"/>
          <p:nvPr/>
        </p:nvSpPr>
        <p:spPr>
          <a:xfrm>
            <a:off x="367284" y="1164134"/>
            <a:ext cx="11457432" cy="2246769"/>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Sequential cohesion</a:t>
            </a:r>
            <a:r>
              <a:rPr lang="en-US" sz="2800" dirty="0">
                <a:latin typeface="Times New Roman" panose="02020603050405020304" pitchFamily="18" charset="0"/>
                <a:cs typeface="Times New Roman" panose="02020603050405020304" pitchFamily="18" charset="0"/>
              </a:rPr>
              <a:t>: A module is said to possess sequential cohesion, if the different functions of the module execute in a sequence, and the output from one function is input to the next in the sequence.</a:t>
            </a:r>
          </a:p>
          <a:p>
            <a:pPr algn="just"/>
            <a:r>
              <a:rPr lang="en-US" sz="2800" b="1" dirty="0">
                <a:latin typeface="Times New Roman" panose="02020603050405020304" pitchFamily="18" charset="0"/>
                <a:cs typeface="Times New Roman" panose="02020603050405020304" pitchFamily="18" charset="0"/>
              </a:rPr>
              <a:t>Functional cohesion</a:t>
            </a:r>
            <a:r>
              <a:rPr lang="en-US" sz="2800" dirty="0">
                <a:latin typeface="Times New Roman" panose="02020603050405020304" pitchFamily="18" charset="0"/>
                <a:cs typeface="Times New Roman" panose="02020603050405020304" pitchFamily="18" charset="0"/>
              </a:rPr>
              <a:t>: A module is said to possess functional cohesion, if different functions of the module co-operate to complete a single task.</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9702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B915E-8E5D-FA8A-5CED-0014BD9B9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59C6A1-B3A7-CF8A-3AE7-2EAD818FAF1B}"/>
              </a:ext>
            </a:extLst>
          </p:cNvPr>
          <p:cNvSpPr>
            <a:spLocks noGrp="1"/>
          </p:cNvSpPr>
          <p:nvPr>
            <p:ph type="ctrTitle"/>
          </p:nvPr>
        </p:nvSpPr>
        <p:spPr>
          <a:xfrm>
            <a:off x="1322832" y="33832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COHESION AND COUPLING</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AA64A85-E1FF-2A37-003D-ABF0814BF112}"/>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0FC5E322-E94F-1FCC-5ABB-DD44AD7D4D83}"/>
              </a:ext>
            </a:extLst>
          </p:cNvPr>
          <p:cNvSpPr txBox="1"/>
          <p:nvPr/>
        </p:nvSpPr>
        <p:spPr>
          <a:xfrm>
            <a:off x="367284" y="1164134"/>
            <a:ext cx="11457432" cy="1384995"/>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Classification of Coupling</a:t>
            </a:r>
          </a:p>
          <a:p>
            <a:pPr algn="just"/>
            <a:r>
              <a:rPr lang="en-US" sz="2800" dirty="0">
                <a:latin typeface="Times New Roman" panose="02020603050405020304" pitchFamily="18" charset="0"/>
                <a:cs typeface="Times New Roman" panose="02020603050405020304" pitchFamily="18" charset="0"/>
              </a:rPr>
              <a:t>The coupling between two modules indicates the degree of interdependence between them</a:t>
            </a:r>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95BC306-EB50-5903-B0BC-E7D37F3C48E8}"/>
              </a:ext>
            </a:extLst>
          </p:cNvPr>
          <p:cNvPicPr>
            <a:picLocks noChangeAspect="1"/>
          </p:cNvPicPr>
          <p:nvPr/>
        </p:nvPicPr>
        <p:blipFill>
          <a:blip r:embed="rId3"/>
          <a:stretch>
            <a:fillRect/>
          </a:stretch>
        </p:blipFill>
        <p:spPr>
          <a:xfrm>
            <a:off x="1696339" y="3192461"/>
            <a:ext cx="8473828" cy="2232821"/>
          </a:xfrm>
          <a:prstGeom prst="rect">
            <a:avLst/>
          </a:prstGeom>
        </p:spPr>
      </p:pic>
    </p:spTree>
    <p:extLst>
      <p:ext uri="{BB962C8B-B14F-4D97-AF65-F5344CB8AC3E}">
        <p14:creationId xmlns:p14="http://schemas.microsoft.com/office/powerpoint/2010/main" val="1188079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A9E80-8089-F6B2-889D-82B7458F01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09937-2A90-6205-AF87-55DCCED28394}"/>
              </a:ext>
            </a:extLst>
          </p:cNvPr>
          <p:cNvSpPr>
            <a:spLocks noGrp="1"/>
          </p:cNvSpPr>
          <p:nvPr>
            <p:ph type="ctrTitle"/>
          </p:nvPr>
        </p:nvSpPr>
        <p:spPr>
          <a:xfrm>
            <a:off x="1322832" y="33832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COHESION AND COUPLING</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B1C2684-D05F-AF21-1FA4-B9D01C1A37F2}"/>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AABD453A-781B-DE62-3BC7-FE240DB8A3C2}"/>
              </a:ext>
            </a:extLst>
          </p:cNvPr>
          <p:cNvSpPr txBox="1"/>
          <p:nvPr/>
        </p:nvSpPr>
        <p:spPr>
          <a:xfrm>
            <a:off x="367284" y="1164134"/>
            <a:ext cx="11457432" cy="4832092"/>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Data coupling</a:t>
            </a:r>
            <a:r>
              <a:rPr lang="en-US" sz="2800" dirty="0">
                <a:latin typeface="Times New Roman" panose="02020603050405020304" pitchFamily="18" charset="0"/>
                <a:cs typeface="Times New Roman" panose="02020603050405020304" pitchFamily="18" charset="0"/>
              </a:rPr>
              <a:t>: Two modules are data coupled, if they communicate using an elementary data item that is passed as a parameter e.g. an integer, a float, a character, etc. </a:t>
            </a:r>
          </a:p>
          <a:p>
            <a:pPr algn="just"/>
            <a:r>
              <a:rPr lang="en-US" sz="2800" b="1" dirty="0">
                <a:latin typeface="Times New Roman" panose="02020603050405020304" pitchFamily="18" charset="0"/>
                <a:cs typeface="Times New Roman" panose="02020603050405020304" pitchFamily="18" charset="0"/>
              </a:rPr>
              <a:t>Stamp coupling</a:t>
            </a:r>
            <a:r>
              <a:rPr lang="en-US" sz="2800" dirty="0">
                <a:latin typeface="Times New Roman" panose="02020603050405020304" pitchFamily="18" charset="0"/>
                <a:cs typeface="Times New Roman" panose="02020603050405020304" pitchFamily="18" charset="0"/>
              </a:rPr>
              <a:t>: Two modules are stamp coupled, if they communicate using a composite data item such as a record in PASCAL or a structure in C</a:t>
            </a:r>
          </a:p>
          <a:p>
            <a:pPr algn="just"/>
            <a:r>
              <a:rPr lang="en-US" sz="2800" b="1" dirty="0">
                <a:latin typeface="Times New Roman" panose="02020603050405020304" pitchFamily="18" charset="0"/>
                <a:cs typeface="Times New Roman" panose="02020603050405020304" pitchFamily="18" charset="0"/>
              </a:rPr>
              <a:t>Control coupling</a:t>
            </a:r>
            <a:r>
              <a:rPr lang="en-US" sz="2800" dirty="0">
                <a:latin typeface="Times New Roman" panose="02020603050405020304" pitchFamily="18" charset="0"/>
                <a:cs typeface="Times New Roman" panose="02020603050405020304" pitchFamily="18" charset="0"/>
              </a:rPr>
              <a:t>: Control coupling exists between two modules, if data from one module is used to direct the order of instruction execution in another. </a:t>
            </a:r>
          </a:p>
          <a:p>
            <a:pPr algn="just"/>
            <a:r>
              <a:rPr lang="en-US" sz="2800" b="1" dirty="0">
                <a:latin typeface="Times New Roman" panose="02020603050405020304" pitchFamily="18" charset="0"/>
                <a:cs typeface="Times New Roman" panose="02020603050405020304" pitchFamily="18" charset="0"/>
              </a:rPr>
              <a:t>Common coupling</a:t>
            </a:r>
            <a:r>
              <a:rPr lang="en-US" sz="2800" dirty="0">
                <a:latin typeface="Times New Roman" panose="02020603050405020304" pitchFamily="18" charset="0"/>
                <a:cs typeface="Times New Roman" panose="02020603050405020304" pitchFamily="18" charset="0"/>
              </a:rPr>
              <a:t>: Two modules are common coupled, if they share some global data items.</a:t>
            </a:r>
          </a:p>
          <a:p>
            <a:pPr algn="just"/>
            <a:r>
              <a:rPr lang="en-US" sz="2800" b="1" dirty="0">
                <a:latin typeface="Times New Roman" panose="02020603050405020304" pitchFamily="18" charset="0"/>
                <a:cs typeface="Times New Roman" panose="02020603050405020304" pitchFamily="18" charset="0"/>
              </a:rPr>
              <a:t>Content coupling</a:t>
            </a:r>
            <a:r>
              <a:rPr lang="en-US" sz="2800" dirty="0">
                <a:latin typeface="Times New Roman" panose="02020603050405020304" pitchFamily="18" charset="0"/>
                <a:cs typeface="Times New Roman" panose="02020603050405020304" pitchFamily="18" charset="0"/>
              </a:rPr>
              <a:t>: Content coupling exists between two modules, if they share code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1636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EB8E3-96CE-65CE-3F2F-58B8570A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153D59-E436-A6D8-B66B-D595B55CB7EE}"/>
              </a:ext>
            </a:extLst>
          </p:cNvPr>
          <p:cNvSpPr>
            <a:spLocks noGrp="1"/>
          </p:cNvSpPr>
          <p:nvPr>
            <p:ph type="ctrTitle"/>
          </p:nvPr>
        </p:nvSpPr>
        <p:spPr>
          <a:xfrm>
            <a:off x="1322832" y="33832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LAYERED ARRANGEMENT OF MODULES</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0EF6B66-9D5B-F913-225B-E8CF4471F696}"/>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1BFABB1A-91E2-2A9B-5F52-B681308A19F5}"/>
              </a:ext>
            </a:extLst>
          </p:cNvPr>
          <p:cNvSpPr txBox="1"/>
          <p:nvPr/>
        </p:nvSpPr>
        <p:spPr>
          <a:xfrm>
            <a:off x="367284" y="1164134"/>
            <a:ext cx="11457432" cy="2246769"/>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control hierarchy represents the organization of program components in terms of their call relationships.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Thus, we can say that the control hierarchy of a design is determined by the order in which different modules call each other.</a:t>
            </a:r>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F4C5683-E414-20E5-BF88-1C0DA06C94A3}"/>
              </a:ext>
            </a:extLst>
          </p:cNvPr>
          <p:cNvPicPr>
            <a:picLocks noChangeAspect="1"/>
          </p:cNvPicPr>
          <p:nvPr/>
        </p:nvPicPr>
        <p:blipFill>
          <a:blip r:embed="rId3"/>
          <a:stretch>
            <a:fillRect/>
          </a:stretch>
        </p:blipFill>
        <p:spPr>
          <a:xfrm>
            <a:off x="2461741" y="3328416"/>
            <a:ext cx="8469560" cy="3337560"/>
          </a:xfrm>
          <a:prstGeom prst="rect">
            <a:avLst/>
          </a:prstGeom>
        </p:spPr>
      </p:pic>
    </p:spTree>
    <p:extLst>
      <p:ext uri="{BB962C8B-B14F-4D97-AF65-F5344CB8AC3E}">
        <p14:creationId xmlns:p14="http://schemas.microsoft.com/office/powerpoint/2010/main" val="2019739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5DDD0-A514-D617-9D49-2A7A45DBD4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369C0-AC81-57B6-6155-EB4B0850C5E2}"/>
              </a:ext>
            </a:extLst>
          </p:cNvPr>
          <p:cNvSpPr>
            <a:spLocks noGrp="1"/>
          </p:cNvSpPr>
          <p:nvPr>
            <p:ph type="ctrTitle"/>
          </p:nvPr>
        </p:nvSpPr>
        <p:spPr>
          <a:xfrm>
            <a:off x="1322832" y="33832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LAYERED ARRANGEMENT OF MODULES</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CADF5FA-6907-FBF7-EFC5-737FB6E034FD}"/>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0EB76EDE-4B51-E4A3-AD20-2F70A4E45515}"/>
              </a:ext>
            </a:extLst>
          </p:cNvPr>
          <p:cNvSpPr txBox="1"/>
          <p:nvPr/>
        </p:nvSpPr>
        <p:spPr>
          <a:xfrm>
            <a:off x="367284" y="1164134"/>
            <a:ext cx="11457432" cy="2677656"/>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Superordinate and subordinate modules</a:t>
            </a:r>
            <a:r>
              <a:rPr lang="en-US" sz="2800" dirty="0">
                <a:latin typeface="Times New Roman" panose="02020603050405020304" pitchFamily="18" charset="0"/>
                <a:cs typeface="Times New Roman" panose="02020603050405020304" pitchFamily="18" charset="0"/>
              </a:rPr>
              <a:t>: In a control hierarchy, a module that controls another module is said to be superordinate to it. Conversely, a module controlled by another module is said to be subordinate to the controller</a:t>
            </a:r>
          </a:p>
          <a:p>
            <a:pPr algn="just"/>
            <a:r>
              <a:rPr lang="en-US" sz="2800" b="1" dirty="0">
                <a:latin typeface="Times New Roman" panose="02020603050405020304" pitchFamily="18" charset="0"/>
                <a:cs typeface="Times New Roman" panose="02020603050405020304" pitchFamily="18" charset="0"/>
              </a:rPr>
              <a:t>Visibility</a:t>
            </a:r>
            <a:r>
              <a:rPr lang="en-US" sz="2800" dirty="0">
                <a:latin typeface="Times New Roman" panose="02020603050405020304" pitchFamily="18" charset="0"/>
                <a:cs typeface="Times New Roman" panose="02020603050405020304" pitchFamily="18" charset="0"/>
              </a:rPr>
              <a:t>: A module B is said to be visible to another module A, if A directly calls B. Thus, only the immediately lower layer modules are said to be visible to a module.</a:t>
            </a:r>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FEDEA04-50B5-6320-79CC-62C4D70A83E8}"/>
              </a:ext>
            </a:extLst>
          </p:cNvPr>
          <p:cNvPicPr>
            <a:picLocks noChangeAspect="1"/>
          </p:cNvPicPr>
          <p:nvPr/>
        </p:nvPicPr>
        <p:blipFill>
          <a:blip r:embed="rId3"/>
          <a:stretch>
            <a:fillRect/>
          </a:stretch>
        </p:blipFill>
        <p:spPr>
          <a:xfrm>
            <a:off x="4974335" y="3429000"/>
            <a:ext cx="6850381" cy="3236976"/>
          </a:xfrm>
          <a:prstGeom prst="rect">
            <a:avLst/>
          </a:prstGeom>
        </p:spPr>
      </p:pic>
    </p:spTree>
    <p:extLst>
      <p:ext uri="{BB962C8B-B14F-4D97-AF65-F5344CB8AC3E}">
        <p14:creationId xmlns:p14="http://schemas.microsoft.com/office/powerpoint/2010/main" val="1394435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7E848-BA45-717D-CA0A-C94FF0A91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7FE85-D67C-201D-2F49-DCDA15263BC2}"/>
              </a:ext>
            </a:extLst>
          </p:cNvPr>
          <p:cNvSpPr>
            <a:spLocks noGrp="1"/>
          </p:cNvSpPr>
          <p:nvPr>
            <p:ph type="ctrTitle"/>
          </p:nvPr>
        </p:nvSpPr>
        <p:spPr>
          <a:xfrm>
            <a:off x="1322832" y="33832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LAYERED ARRANGEMENT OF MODULES</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B77A7BB-4614-607C-348E-6A14337B5EF0}"/>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D10BB0C9-8C96-8087-82DA-78B7B8FFD9D8}"/>
              </a:ext>
            </a:extLst>
          </p:cNvPr>
          <p:cNvSpPr txBox="1"/>
          <p:nvPr/>
        </p:nvSpPr>
        <p:spPr>
          <a:xfrm>
            <a:off x="367284" y="1164134"/>
            <a:ext cx="11457432" cy="4832092"/>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Depth and width</a:t>
            </a:r>
            <a:r>
              <a:rPr lang="en-US" sz="2800" dirty="0">
                <a:latin typeface="Times New Roman" panose="02020603050405020304" pitchFamily="18" charset="0"/>
                <a:cs typeface="Times New Roman" panose="02020603050405020304" pitchFamily="18" charset="0"/>
              </a:rPr>
              <a:t>: Depth and width of a control hierarchy provide an indication of the number of layers and the overall span of control respectively. For the design of Figure 5.6(a), the depth is 3 and width is also 3</a:t>
            </a:r>
          </a:p>
          <a:p>
            <a:pPr algn="just"/>
            <a:r>
              <a:rPr lang="en-US" sz="2800" b="1" dirty="0">
                <a:latin typeface="Times New Roman" panose="02020603050405020304" pitchFamily="18" charset="0"/>
                <a:cs typeface="Times New Roman" panose="02020603050405020304" pitchFamily="18" charset="0"/>
              </a:rPr>
              <a:t>Fan-out</a:t>
            </a:r>
            <a:r>
              <a:rPr lang="en-US" sz="2800" dirty="0">
                <a:latin typeface="Times New Roman" panose="02020603050405020304" pitchFamily="18" charset="0"/>
                <a:cs typeface="Times New Roman" panose="02020603050405020304" pitchFamily="18" charset="0"/>
              </a:rPr>
              <a:t>: Fan-out is a measure of the number of modules that are directly controlled by a given module. In Figure 5.6(a), the fan-out of the module M1 is 3. </a:t>
            </a:r>
          </a:p>
          <a:p>
            <a:pPr algn="just"/>
            <a:r>
              <a:rPr lang="en-IN" sz="2800" b="1" dirty="0">
                <a:latin typeface="Times New Roman" panose="02020603050405020304" pitchFamily="18" charset="0"/>
                <a:cs typeface="Times New Roman" panose="02020603050405020304" pitchFamily="18" charset="0"/>
              </a:rPr>
              <a:t>Fan-in:</a:t>
            </a:r>
            <a:r>
              <a:rPr lang="en-US" sz="2800" dirty="0">
                <a:latin typeface="Times New Roman" panose="02020603050405020304" pitchFamily="18" charset="0"/>
                <a:cs typeface="Times New Roman" panose="02020603050405020304" pitchFamily="18" charset="0"/>
              </a:rPr>
              <a:t>High fan-in represents code </a:t>
            </a:r>
          </a:p>
          <a:p>
            <a:pPr algn="just"/>
            <a:r>
              <a:rPr lang="en-US" sz="2800" dirty="0">
                <a:latin typeface="Times New Roman" panose="02020603050405020304" pitchFamily="18" charset="0"/>
                <a:cs typeface="Times New Roman" panose="02020603050405020304" pitchFamily="18" charset="0"/>
              </a:rPr>
              <a:t>reuse and is in general, desirable </a:t>
            </a:r>
          </a:p>
          <a:p>
            <a:pPr algn="just"/>
            <a:r>
              <a:rPr lang="en-US" sz="2800" dirty="0">
                <a:latin typeface="Times New Roman" panose="02020603050405020304" pitchFamily="18" charset="0"/>
                <a:cs typeface="Times New Roman" panose="02020603050405020304" pitchFamily="18" charset="0"/>
              </a:rPr>
              <a:t>in a good design. In Figure 5.6(a), </a:t>
            </a:r>
          </a:p>
          <a:p>
            <a:pPr algn="just"/>
            <a:r>
              <a:rPr lang="en-US" sz="2800" dirty="0">
                <a:latin typeface="Times New Roman" panose="02020603050405020304" pitchFamily="18" charset="0"/>
                <a:cs typeface="Times New Roman" panose="02020603050405020304" pitchFamily="18" charset="0"/>
              </a:rPr>
              <a:t>the fan-in of the module M1 is 0, </a:t>
            </a:r>
          </a:p>
          <a:p>
            <a:pPr algn="just"/>
            <a:r>
              <a:rPr lang="en-US" sz="2800" dirty="0">
                <a:latin typeface="Times New Roman" panose="02020603050405020304" pitchFamily="18" charset="0"/>
                <a:cs typeface="Times New Roman" panose="02020603050405020304" pitchFamily="18" charset="0"/>
              </a:rPr>
              <a:t>that of M2 is 1, and that of M5 is 2</a:t>
            </a:r>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1AFCBC2-5C57-BF57-9054-7A7F2166DAA4}"/>
              </a:ext>
            </a:extLst>
          </p:cNvPr>
          <p:cNvPicPr>
            <a:picLocks noChangeAspect="1"/>
          </p:cNvPicPr>
          <p:nvPr/>
        </p:nvPicPr>
        <p:blipFill>
          <a:blip r:embed="rId3"/>
          <a:stretch>
            <a:fillRect/>
          </a:stretch>
        </p:blipFill>
        <p:spPr>
          <a:xfrm>
            <a:off x="5507736" y="3429000"/>
            <a:ext cx="6684264" cy="3236976"/>
          </a:xfrm>
          <a:prstGeom prst="rect">
            <a:avLst/>
          </a:prstGeom>
        </p:spPr>
      </p:pic>
    </p:spTree>
    <p:extLst>
      <p:ext uri="{BB962C8B-B14F-4D97-AF65-F5344CB8AC3E}">
        <p14:creationId xmlns:p14="http://schemas.microsoft.com/office/powerpoint/2010/main" val="3746392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3CC98-CA42-3F2D-C22C-3C0E252BA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026AB-86A2-818E-9A15-0C27E08464A7}"/>
              </a:ext>
            </a:extLst>
          </p:cNvPr>
          <p:cNvSpPr>
            <a:spLocks noGrp="1"/>
          </p:cNvSpPr>
          <p:nvPr>
            <p:ph type="ctrTitle"/>
          </p:nvPr>
        </p:nvSpPr>
        <p:spPr>
          <a:xfrm>
            <a:off x="1322832" y="33832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APPROACHES TO SOFTWARE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97CF86E-E555-40E5-2822-55D64AE817B2}"/>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E1F39B9C-2E2B-A4D7-E796-E80B73574834}"/>
              </a:ext>
            </a:extLst>
          </p:cNvPr>
          <p:cNvSpPr txBox="1"/>
          <p:nvPr/>
        </p:nvSpPr>
        <p:spPr>
          <a:xfrm>
            <a:off x="367284" y="1164134"/>
            <a:ext cx="11457432" cy="5262979"/>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There are two fundamentally different approaches to software design that are in use today— function-oriented design, and object-oriented design.</a:t>
            </a:r>
          </a:p>
          <a:p>
            <a:pPr algn="just"/>
            <a:endParaRPr lang="en-US"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Function-oriented Design</a:t>
            </a:r>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following are the salient features of the function-oriented design approach:</a:t>
            </a:r>
          </a:p>
          <a:p>
            <a:pPr algn="just"/>
            <a:r>
              <a:rPr lang="en-IN" sz="2800" b="1" dirty="0">
                <a:latin typeface="Times New Roman" panose="02020603050405020304" pitchFamily="18" charset="0"/>
                <a:cs typeface="Times New Roman" panose="02020603050405020304" pitchFamily="18" charset="0"/>
              </a:rPr>
              <a:t>Top-down decomposition</a:t>
            </a:r>
            <a:r>
              <a:rPr lang="en-IN" sz="28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In top-down decomposition, starting at a high-level view of the system, each high-level function is successively refined into more detailed functions.</a:t>
            </a:r>
          </a:p>
          <a:p>
            <a:pPr algn="just"/>
            <a:r>
              <a:rPr lang="en-US" sz="2800" b="1" dirty="0" err="1">
                <a:latin typeface="Times New Roman" panose="02020603050405020304" pitchFamily="18" charset="0"/>
                <a:cs typeface="Times New Roman" panose="02020603050405020304" pitchFamily="18" charset="0"/>
              </a:rPr>
              <a:t>Centralised</a:t>
            </a:r>
            <a:r>
              <a:rPr lang="en-US" sz="2800" b="1" dirty="0">
                <a:latin typeface="Times New Roman" panose="02020603050405020304" pitchFamily="18" charset="0"/>
                <a:cs typeface="Times New Roman" panose="02020603050405020304" pitchFamily="18" charset="0"/>
              </a:rPr>
              <a:t> system state</a:t>
            </a:r>
            <a:r>
              <a:rPr lang="en-US" sz="2800" dirty="0">
                <a:latin typeface="Times New Roman" panose="02020603050405020304" pitchFamily="18" charset="0"/>
                <a:cs typeface="Times New Roman" panose="02020603050405020304" pitchFamily="18" charset="0"/>
              </a:rPr>
              <a:t>: The system state can be defined as the values of certain data items that determine the response of the system to a user action or external event.</a:t>
            </a:r>
          </a:p>
          <a:p>
            <a:pPr algn="just"/>
            <a:endParaRPr lang="en-IN"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7B4C497-A17D-10AA-9296-78EF3607946C}"/>
              </a:ext>
            </a:extLst>
          </p:cNvPr>
          <p:cNvPicPr>
            <a:picLocks noChangeAspect="1"/>
          </p:cNvPicPr>
          <p:nvPr/>
        </p:nvPicPr>
        <p:blipFill>
          <a:blip r:embed="rId3"/>
          <a:stretch>
            <a:fillRect/>
          </a:stretch>
        </p:blipFill>
        <p:spPr>
          <a:xfrm>
            <a:off x="3018773" y="5693866"/>
            <a:ext cx="7939879" cy="633742"/>
          </a:xfrm>
          <a:prstGeom prst="rect">
            <a:avLst/>
          </a:prstGeom>
        </p:spPr>
      </p:pic>
    </p:spTree>
    <p:extLst>
      <p:ext uri="{BB962C8B-B14F-4D97-AF65-F5344CB8AC3E}">
        <p14:creationId xmlns:p14="http://schemas.microsoft.com/office/powerpoint/2010/main" val="729480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FF1C4-A41B-B044-2E52-F4CD41F77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BE531D-30AB-CA8E-1F00-958E80939131}"/>
              </a:ext>
            </a:extLst>
          </p:cNvPr>
          <p:cNvSpPr>
            <a:spLocks noGrp="1"/>
          </p:cNvSpPr>
          <p:nvPr>
            <p:ph type="ctrTitle"/>
          </p:nvPr>
        </p:nvSpPr>
        <p:spPr>
          <a:xfrm>
            <a:off x="1322832" y="33832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APPROACHES TO SOFTWARE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0865FFC-E474-997F-7BFB-A8F674A3209D}"/>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BE6A0917-0CF5-D888-6F00-DABECA5ABE8B}"/>
              </a:ext>
            </a:extLst>
          </p:cNvPr>
          <p:cNvSpPr txBox="1"/>
          <p:nvPr/>
        </p:nvSpPr>
        <p:spPr>
          <a:xfrm>
            <a:off x="367284" y="1164134"/>
            <a:ext cx="11457432" cy="4832092"/>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Object-oriented Design</a:t>
            </a:r>
          </a:p>
          <a:p>
            <a:pPr algn="just"/>
            <a:r>
              <a:rPr lang="en-US" sz="2800" dirty="0">
                <a:latin typeface="Times New Roman" panose="02020603050405020304" pitchFamily="18" charset="0"/>
                <a:cs typeface="Times New Roman" panose="02020603050405020304" pitchFamily="18" charset="0"/>
              </a:rPr>
              <a:t>In the object-oriented design (OOD) approach, a system is viewed as being made up of a collection of objects (i.e. entities). Each object is associated with a set of functions that are called its methods.</a:t>
            </a:r>
          </a:p>
          <a:p>
            <a:pPr algn="just"/>
            <a:endParaRPr lang="en-IN"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Data abstraction: </a:t>
            </a:r>
            <a:r>
              <a:rPr lang="en-US" sz="2800" dirty="0">
                <a:latin typeface="Times New Roman" panose="02020603050405020304" pitchFamily="18" charset="0"/>
                <a:cs typeface="Times New Roman" panose="02020603050405020304" pitchFamily="18" charset="0"/>
              </a:rPr>
              <a:t>The principle of data abstraction implies that how data is exactly stored is abstracted away. </a:t>
            </a:r>
          </a:p>
          <a:p>
            <a:pPr algn="just"/>
            <a:r>
              <a:rPr lang="en-US" sz="2800" b="1" dirty="0">
                <a:latin typeface="Times New Roman" panose="02020603050405020304" pitchFamily="18" charset="0"/>
                <a:cs typeface="Times New Roman" panose="02020603050405020304" pitchFamily="18" charset="0"/>
              </a:rPr>
              <a:t>Data structure: </a:t>
            </a:r>
            <a:r>
              <a:rPr lang="en-US" sz="2800" dirty="0">
                <a:latin typeface="Times New Roman" panose="02020603050405020304" pitchFamily="18" charset="0"/>
                <a:cs typeface="Times New Roman" panose="02020603050405020304" pitchFamily="18" charset="0"/>
              </a:rPr>
              <a:t>A data structure is constructed from a collection of primitive data items</a:t>
            </a:r>
          </a:p>
          <a:p>
            <a:pPr algn="just"/>
            <a:r>
              <a:rPr lang="en-US" sz="2800" b="1" dirty="0">
                <a:latin typeface="Times New Roman" panose="02020603050405020304" pitchFamily="18" charset="0"/>
                <a:cs typeface="Times New Roman" panose="02020603050405020304" pitchFamily="18" charset="0"/>
              </a:rPr>
              <a:t>Data type: </a:t>
            </a:r>
            <a:r>
              <a:rPr lang="en-US" sz="2800" dirty="0">
                <a:latin typeface="Times New Roman" panose="02020603050405020304" pitchFamily="18" charset="0"/>
                <a:cs typeface="Times New Roman" panose="02020603050405020304" pitchFamily="18" charset="0"/>
              </a:rPr>
              <a:t>A type is a programming language terminology that refers to anything that can be instantiated.</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5109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68A83-12D3-8BF2-BA4C-9E61417A93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9F209-9076-042A-1AAB-39BEEED0725E}"/>
              </a:ext>
            </a:extLst>
          </p:cNvPr>
          <p:cNvSpPr>
            <a:spLocks noGrp="1"/>
          </p:cNvSpPr>
          <p:nvPr>
            <p:ph type="ctrTitle"/>
          </p:nvPr>
        </p:nvSpPr>
        <p:spPr>
          <a:xfrm>
            <a:off x="1322832" y="33832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Automated fire-alarm system—customer requirements</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4B5BFF0-39CD-0A2D-20D1-4A3B69692BB2}"/>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81A5B87F-395C-1843-76DA-1915A81003E2}"/>
              </a:ext>
            </a:extLst>
          </p:cNvPr>
          <p:cNvSpPr txBox="1"/>
          <p:nvPr/>
        </p:nvSpPr>
        <p:spPr>
          <a:xfrm>
            <a:off x="367284" y="1164134"/>
            <a:ext cx="11457432" cy="1384995"/>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Function-oriented approach</a:t>
            </a:r>
          </a:p>
          <a:p>
            <a:pPr algn="just"/>
            <a:r>
              <a:rPr lang="en-US" sz="2800" dirty="0">
                <a:latin typeface="Times New Roman" panose="02020603050405020304" pitchFamily="18" charset="0"/>
                <a:cs typeface="Times New Roman" panose="02020603050405020304" pitchFamily="18" charset="0"/>
              </a:rPr>
              <a:t>The functions which operate on the system state are:</a:t>
            </a:r>
            <a:endParaRPr lang="en-IN" sz="2800" dirty="0">
              <a:latin typeface="Times New Roman" panose="02020603050405020304" pitchFamily="18" charset="0"/>
              <a:cs typeface="Times New Roman" panose="02020603050405020304" pitchFamily="18" charset="0"/>
            </a:endParaRPr>
          </a:p>
          <a:p>
            <a:pPr algn="just"/>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B5A297B-6B57-D145-C0B8-A382D7F2ECDF}"/>
              </a:ext>
            </a:extLst>
          </p:cNvPr>
          <p:cNvPicPr>
            <a:picLocks noChangeAspect="1"/>
          </p:cNvPicPr>
          <p:nvPr/>
        </p:nvPicPr>
        <p:blipFill>
          <a:blip r:embed="rId3"/>
          <a:stretch>
            <a:fillRect/>
          </a:stretch>
        </p:blipFill>
        <p:spPr>
          <a:xfrm>
            <a:off x="2202334" y="2410535"/>
            <a:ext cx="5938729" cy="3066721"/>
          </a:xfrm>
          <a:prstGeom prst="rect">
            <a:avLst/>
          </a:prstGeom>
        </p:spPr>
      </p:pic>
    </p:spTree>
    <p:extLst>
      <p:ext uri="{BB962C8B-B14F-4D97-AF65-F5344CB8AC3E}">
        <p14:creationId xmlns:p14="http://schemas.microsoft.com/office/powerpoint/2010/main" val="728888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725F8-D5E4-98C1-8900-41B15A4B9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68840E-5D90-7C16-700E-563F1C9EC289}"/>
              </a:ext>
            </a:extLst>
          </p:cNvPr>
          <p:cNvSpPr>
            <a:spLocks noGrp="1"/>
          </p:cNvSpPr>
          <p:nvPr>
            <p:ph type="ctrTitle"/>
          </p:nvPr>
        </p:nvSpPr>
        <p:spPr>
          <a:xfrm>
            <a:off x="1322832" y="33832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Automated fire-alarm system—customer requirements</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E559EA9-B5D5-42B3-6177-04C1A313A96C}"/>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3CFB6680-D8B1-1CEC-533A-7F75AE64CBA8}"/>
              </a:ext>
            </a:extLst>
          </p:cNvPr>
          <p:cNvSpPr txBox="1"/>
          <p:nvPr/>
        </p:nvSpPr>
        <p:spPr>
          <a:xfrm>
            <a:off x="367284" y="1164134"/>
            <a:ext cx="11457432" cy="1815882"/>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Object-oriented approach: </a:t>
            </a:r>
            <a:r>
              <a:rPr lang="en-US" sz="2800" dirty="0">
                <a:latin typeface="Times New Roman" panose="02020603050405020304" pitchFamily="18" charset="0"/>
                <a:cs typeface="Times New Roman" panose="02020603050405020304" pitchFamily="18" charset="0"/>
              </a:rPr>
              <a:t>In the object-oriented approach, the different classes of objects are identified. Subsequently, the methods and data for each object are identified. Finally, an appropriate number of instances of each class is created. </a:t>
            </a:r>
            <a:endParaRPr lang="en-IN"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5D25DB6-A4A0-08EA-D11F-CF6A7B9DD505}"/>
              </a:ext>
            </a:extLst>
          </p:cNvPr>
          <p:cNvPicPr>
            <a:picLocks noChangeAspect="1"/>
          </p:cNvPicPr>
          <p:nvPr/>
        </p:nvPicPr>
        <p:blipFill>
          <a:blip r:embed="rId3"/>
          <a:stretch>
            <a:fillRect/>
          </a:stretch>
        </p:blipFill>
        <p:spPr>
          <a:xfrm>
            <a:off x="2684618" y="2439357"/>
            <a:ext cx="8013861" cy="2855141"/>
          </a:xfrm>
          <a:prstGeom prst="rect">
            <a:avLst/>
          </a:prstGeom>
        </p:spPr>
      </p:pic>
      <p:pic>
        <p:nvPicPr>
          <p:cNvPr id="9" name="Picture 8">
            <a:extLst>
              <a:ext uri="{FF2B5EF4-FFF2-40B4-BE49-F238E27FC236}">
                <a16:creationId xmlns:a16="http://schemas.microsoft.com/office/drawing/2014/main" id="{8FACA633-B659-CCD7-F41C-54B5116D5A1E}"/>
              </a:ext>
            </a:extLst>
          </p:cNvPr>
          <p:cNvPicPr>
            <a:picLocks noChangeAspect="1"/>
          </p:cNvPicPr>
          <p:nvPr/>
        </p:nvPicPr>
        <p:blipFill>
          <a:blip r:embed="rId4"/>
          <a:stretch>
            <a:fillRect/>
          </a:stretch>
        </p:blipFill>
        <p:spPr>
          <a:xfrm>
            <a:off x="2605498" y="5376672"/>
            <a:ext cx="8733062" cy="937898"/>
          </a:xfrm>
          <a:prstGeom prst="rect">
            <a:avLst/>
          </a:prstGeom>
        </p:spPr>
      </p:pic>
    </p:spTree>
    <p:extLst>
      <p:ext uri="{BB962C8B-B14F-4D97-AF65-F5344CB8AC3E}">
        <p14:creationId xmlns:p14="http://schemas.microsoft.com/office/powerpoint/2010/main" val="17888549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C5593-65EA-7E90-DB68-29D8A68616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658EC-F3F0-4A36-D924-C946EF9F0219}"/>
              </a:ext>
            </a:extLst>
          </p:cNvPr>
          <p:cNvSpPr>
            <a:spLocks noGrp="1"/>
          </p:cNvSpPr>
          <p:nvPr>
            <p:ph type="ctrTitle"/>
          </p:nvPr>
        </p:nvSpPr>
        <p:spPr>
          <a:xfrm>
            <a:off x="1322832" y="33832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Agility and the Cost of Change</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DF72574-E6D2-E2F1-D30A-068D3E14CC71}"/>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8E5B8071-B577-B4C7-AED4-DC1F93581FFE}"/>
              </a:ext>
            </a:extLst>
          </p:cNvPr>
          <p:cNvSpPr txBox="1"/>
          <p:nvPr/>
        </p:nvSpPr>
        <p:spPr>
          <a:xfrm>
            <a:off x="449469" y="1164134"/>
            <a:ext cx="11457432" cy="523220"/>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Agility </a:t>
            </a:r>
            <a:r>
              <a:rPr lang="en-US" sz="2800" dirty="0">
                <a:latin typeface="Times New Roman" panose="02020603050405020304" pitchFamily="18" charset="0"/>
                <a:cs typeface="Times New Roman" panose="02020603050405020304" pitchFamily="18" charset="0"/>
              </a:rPr>
              <a:t>– Todays buzz word – means Quick respond to changes</a:t>
            </a:r>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3E1B004-0FDB-BBB8-AC2D-A686D3B3506A}"/>
              </a:ext>
            </a:extLst>
          </p:cNvPr>
          <p:cNvPicPr>
            <a:picLocks noChangeAspect="1"/>
          </p:cNvPicPr>
          <p:nvPr/>
        </p:nvPicPr>
        <p:blipFill>
          <a:blip r:embed="rId3"/>
          <a:stretch>
            <a:fillRect/>
          </a:stretch>
        </p:blipFill>
        <p:spPr>
          <a:xfrm>
            <a:off x="2188242" y="1687354"/>
            <a:ext cx="7979886" cy="4992616"/>
          </a:xfrm>
          <a:prstGeom prst="rect">
            <a:avLst/>
          </a:prstGeom>
        </p:spPr>
      </p:pic>
    </p:spTree>
    <p:extLst>
      <p:ext uri="{BB962C8B-B14F-4D97-AF65-F5344CB8AC3E}">
        <p14:creationId xmlns:p14="http://schemas.microsoft.com/office/powerpoint/2010/main" val="2059569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AF2E0-1DAB-D0F5-67DF-F49A341E7D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7F840-731F-D2C2-7D27-29A428937BA4}"/>
              </a:ext>
            </a:extLst>
          </p:cNvPr>
          <p:cNvSpPr>
            <a:spLocks noGrp="1"/>
          </p:cNvSpPr>
          <p:nvPr>
            <p:ph type="ctrTitle"/>
          </p:nvPr>
        </p:nvSpPr>
        <p:spPr>
          <a:xfrm>
            <a:off x="1322832" y="33832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Agility Process</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528F43D-38CF-C331-E1FD-21017BB73AB3}"/>
              </a:ext>
            </a:extLst>
          </p:cNvPr>
          <p:cNvPicPr>
            <a:picLocks noChangeAspect="1"/>
          </p:cNvPicPr>
          <p:nvPr/>
        </p:nvPicPr>
        <p:blipFill>
          <a:blip r:embed="rId2"/>
          <a:stretch>
            <a:fillRect/>
          </a:stretch>
        </p:blipFill>
        <p:spPr>
          <a:xfrm>
            <a:off x="92946" y="97522"/>
            <a:ext cx="990334" cy="614374"/>
          </a:xfrm>
          <a:prstGeom prst="rect">
            <a:avLst/>
          </a:prstGeom>
        </p:spPr>
      </p:pic>
      <p:sp>
        <p:nvSpPr>
          <p:cNvPr id="5" name="TextBox 4">
            <a:extLst>
              <a:ext uri="{FF2B5EF4-FFF2-40B4-BE49-F238E27FC236}">
                <a16:creationId xmlns:a16="http://schemas.microsoft.com/office/drawing/2014/main" id="{E353004D-2A05-9FED-4CDB-24B961D33070}"/>
              </a:ext>
            </a:extLst>
          </p:cNvPr>
          <p:cNvSpPr txBox="1"/>
          <p:nvPr/>
        </p:nvSpPr>
        <p:spPr>
          <a:xfrm>
            <a:off x="367284" y="1164134"/>
            <a:ext cx="11457432" cy="954107"/>
          </a:xfrm>
          <a:prstGeom prst="rect">
            <a:avLst/>
          </a:prstGeom>
          <a:noFill/>
        </p:spPr>
        <p:txBody>
          <a:bodyPr wrap="square">
            <a:spAutoFit/>
          </a:bodyPr>
          <a:lstStyle/>
          <a:p>
            <a:pPr marL="457200" indent="-457200" algn="just">
              <a:buFont typeface="Wingdings" panose="05000000000000000000" pitchFamily="2" charset="2"/>
              <a:buChar char="v"/>
            </a:pPr>
            <a:r>
              <a:rPr lang="en-IN" sz="2800" dirty="0">
                <a:latin typeface="Times New Roman" panose="02020603050405020304" pitchFamily="18" charset="0"/>
                <a:cs typeface="Times New Roman" panose="02020603050405020304" pitchFamily="18" charset="0"/>
              </a:rPr>
              <a:t>Agility Principles</a:t>
            </a:r>
          </a:p>
          <a:p>
            <a:pPr marL="457200" indent="-457200" algn="just">
              <a:buFont typeface="Wingdings" panose="05000000000000000000" pitchFamily="2" charset="2"/>
              <a:buChar char="v"/>
            </a:pPr>
            <a:r>
              <a:rPr lang="en-IN" sz="2800" dirty="0">
                <a:latin typeface="Times New Roman" panose="02020603050405020304" pitchFamily="18" charset="0"/>
                <a:cs typeface="Times New Roman" panose="02020603050405020304" pitchFamily="18" charset="0"/>
              </a:rPr>
              <a:t>Human Factors</a:t>
            </a:r>
          </a:p>
        </p:txBody>
      </p:sp>
      <p:sp>
        <p:nvSpPr>
          <p:cNvPr id="7" name="TextBox 6">
            <a:extLst>
              <a:ext uri="{FF2B5EF4-FFF2-40B4-BE49-F238E27FC236}">
                <a16:creationId xmlns:a16="http://schemas.microsoft.com/office/drawing/2014/main" id="{FF6C60B3-32A1-D78F-92D9-EDF7C650B9AE}"/>
              </a:ext>
            </a:extLst>
          </p:cNvPr>
          <p:cNvSpPr txBox="1"/>
          <p:nvPr/>
        </p:nvSpPr>
        <p:spPr>
          <a:xfrm>
            <a:off x="432054" y="2118241"/>
            <a:ext cx="11457432" cy="3970318"/>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Agility Principles</a:t>
            </a:r>
          </a:p>
          <a:p>
            <a:pPr algn="just"/>
            <a:r>
              <a:rPr lang="en-US" sz="2800" dirty="0">
                <a:latin typeface="Times New Roman" panose="02020603050405020304" pitchFamily="18" charset="0"/>
                <a:cs typeface="Times New Roman" panose="02020603050405020304" pitchFamily="18" charset="0"/>
              </a:rPr>
              <a:t>The Agile Alliance defines 12 agility principles for those who want to achieve agility</a:t>
            </a:r>
          </a:p>
          <a:p>
            <a:pPr marL="514350" indent="-514350" algn="just">
              <a:buAutoNum type="arabicPeriod"/>
            </a:pPr>
            <a:r>
              <a:rPr lang="en-US" sz="2800" dirty="0">
                <a:latin typeface="Times New Roman" panose="02020603050405020304" pitchFamily="18" charset="0"/>
                <a:cs typeface="Times New Roman" panose="02020603050405020304" pitchFamily="18" charset="0"/>
              </a:rPr>
              <a:t>Our highest priority is to satisfy the customer through early and continuous delivery of valuable software. </a:t>
            </a:r>
          </a:p>
          <a:p>
            <a:pPr marL="514350" indent="-514350" algn="just">
              <a:buAutoNum type="arabicPeriod"/>
            </a:pPr>
            <a:r>
              <a:rPr lang="en-US" sz="2800" dirty="0">
                <a:latin typeface="Times New Roman" panose="02020603050405020304" pitchFamily="18" charset="0"/>
                <a:cs typeface="Times New Roman" panose="02020603050405020304" pitchFamily="18" charset="0"/>
              </a:rPr>
              <a:t>Welcome changing requirements, even late in development. Agile processes harness change for the customer’s competitive advantage. </a:t>
            </a:r>
          </a:p>
          <a:p>
            <a:pPr marL="514350" indent="-514350" algn="just">
              <a:buAutoNum type="arabicPeriod"/>
            </a:pPr>
            <a:r>
              <a:rPr lang="en-US" sz="2800" dirty="0">
                <a:latin typeface="Times New Roman" panose="02020603050405020304" pitchFamily="18" charset="0"/>
                <a:cs typeface="Times New Roman" panose="02020603050405020304" pitchFamily="18" charset="0"/>
              </a:rPr>
              <a:t>Deliver working software frequently, from a couple of weeks to a couple of months, with a preference to the shorter timescale.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4404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B9C07-CD06-DDB0-FFC5-7F7F414B5F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26F0D7-C918-F9C4-600A-5A8EA5701BB4}"/>
              </a:ext>
            </a:extLst>
          </p:cNvPr>
          <p:cNvSpPr>
            <a:spLocks noGrp="1"/>
          </p:cNvSpPr>
          <p:nvPr>
            <p:ph type="ctrTitle"/>
          </p:nvPr>
        </p:nvSpPr>
        <p:spPr>
          <a:xfrm>
            <a:off x="1194816" y="5723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Agility Process</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3E2CA1E-390E-5C9B-D138-0A59561D088C}"/>
              </a:ext>
            </a:extLst>
          </p:cNvPr>
          <p:cNvPicPr>
            <a:picLocks noChangeAspect="1"/>
          </p:cNvPicPr>
          <p:nvPr/>
        </p:nvPicPr>
        <p:blipFill>
          <a:blip r:embed="rId2"/>
          <a:stretch>
            <a:fillRect/>
          </a:stretch>
        </p:blipFill>
        <p:spPr>
          <a:xfrm>
            <a:off x="92946" y="97522"/>
            <a:ext cx="990334" cy="614374"/>
          </a:xfrm>
          <a:prstGeom prst="rect">
            <a:avLst/>
          </a:prstGeom>
        </p:spPr>
      </p:pic>
      <p:sp>
        <p:nvSpPr>
          <p:cNvPr id="7" name="TextBox 6">
            <a:extLst>
              <a:ext uri="{FF2B5EF4-FFF2-40B4-BE49-F238E27FC236}">
                <a16:creationId xmlns:a16="http://schemas.microsoft.com/office/drawing/2014/main" id="{F77E3FDB-1D61-FB0D-EF46-11DEED19C39C}"/>
              </a:ext>
            </a:extLst>
          </p:cNvPr>
          <p:cNvSpPr txBox="1"/>
          <p:nvPr/>
        </p:nvSpPr>
        <p:spPr>
          <a:xfrm>
            <a:off x="414528" y="906296"/>
            <a:ext cx="11052048" cy="4401205"/>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1. Agility Principles</a:t>
            </a:r>
          </a:p>
          <a:p>
            <a:pPr algn="just"/>
            <a:r>
              <a:rPr lang="en-US" sz="2800" dirty="0">
                <a:latin typeface="Times New Roman" panose="02020603050405020304" pitchFamily="18" charset="0"/>
                <a:cs typeface="Times New Roman" panose="02020603050405020304" pitchFamily="18" charset="0"/>
              </a:rPr>
              <a:t>4. Business people and developers must work together daily throughout the project.</a:t>
            </a:r>
          </a:p>
          <a:p>
            <a:pPr algn="just"/>
            <a:r>
              <a:rPr lang="en-US" sz="2800" dirty="0">
                <a:latin typeface="Times New Roman" panose="02020603050405020304" pitchFamily="18" charset="0"/>
                <a:cs typeface="Times New Roman" panose="02020603050405020304" pitchFamily="18" charset="0"/>
              </a:rPr>
              <a:t>5. Build projects around motivated individuals. Give them the environment and support they need, and trust them to get the job done.</a:t>
            </a:r>
          </a:p>
          <a:p>
            <a:pPr algn="just"/>
            <a:r>
              <a:rPr lang="en-US" sz="2800" dirty="0">
                <a:latin typeface="Times New Roman" panose="02020603050405020304" pitchFamily="18" charset="0"/>
                <a:cs typeface="Times New Roman" panose="02020603050405020304" pitchFamily="18" charset="0"/>
              </a:rPr>
              <a:t>6. The most efficient and effective method of conveying information to and within a development team is face-to-face conversation. </a:t>
            </a:r>
          </a:p>
          <a:p>
            <a:pPr algn="just"/>
            <a:r>
              <a:rPr lang="en-US" sz="2800" dirty="0">
                <a:latin typeface="Times New Roman" panose="02020603050405020304" pitchFamily="18" charset="0"/>
                <a:cs typeface="Times New Roman" panose="02020603050405020304" pitchFamily="18" charset="0"/>
              </a:rPr>
              <a:t>7. Working software is the primary measure of progress.</a:t>
            </a:r>
          </a:p>
          <a:p>
            <a:pPr algn="just"/>
            <a:r>
              <a:rPr lang="en-US" sz="2800" dirty="0">
                <a:latin typeface="Times New Roman" panose="02020603050405020304" pitchFamily="18" charset="0"/>
                <a:cs typeface="Times New Roman" panose="02020603050405020304" pitchFamily="18" charset="0"/>
              </a:rPr>
              <a:t>8. Agile processes promote sustainable development. The sponsors, developers, and users should be able to maintain a constant pace indefinitely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7435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05A22-F24F-30C1-742D-3FED1D4C5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23D39C-6AB6-A69A-B8FE-2655F6290A04}"/>
              </a:ext>
            </a:extLst>
          </p:cNvPr>
          <p:cNvSpPr>
            <a:spLocks noGrp="1"/>
          </p:cNvSpPr>
          <p:nvPr>
            <p:ph type="ctrTitle"/>
          </p:nvPr>
        </p:nvSpPr>
        <p:spPr>
          <a:xfrm>
            <a:off x="1194816" y="5723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Agility Process</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D000DDE-147A-4A32-B35C-FCAECCC2CEC6}"/>
              </a:ext>
            </a:extLst>
          </p:cNvPr>
          <p:cNvPicPr>
            <a:picLocks noChangeAspect="1"/>
          </p:cNvPicPr>
          <p:nvPr/>
        </p:nvPicPr>
        <p:blipFill>
          <a:blip r:embed="rId2"/>
          <a:stretch>
            <a:fillRect/>
          </a:stretch>
        </p:blipFill>
        <p:spPr>
          <a:xfrm>
            <a:off x="92946" y="97522"/>
            <a:ext cx="990334" cy="614374"/>
          </a:xfrm>
          <a:prstGeom prst="rect">
            <a:avLst/>
          </a:prstGeom>
        </p:spPr>
      </p:pic>
      <p:sp>
        <p:nvSpPr>
          <p:cNvPr id="7" name="TextBox 6">
            <a:extLst>
              <a:ext uri="{FF2B5EF4-FFF2-40B4-BE49-F238E27FC236}">
                <a16:creationId xmlns:a16="http://schemas.microsoft.com/office/drawing/2014/main" id="{505C8628-F68A-9FA6-29F1-B3CBBEEBD4A3}"/>
              </a:ext>
            </a:extLst>
          </p:cNvPr>
          <p:cNvSpPr txBox="1"/>
          <p:nvPr/>
        </p:nvSpPr>
        <p:spPr>
          <a:xfrm>
            <a:off x="414528" y="906296"/>
            <a:ext cx="11052048" cy="3970318"/>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1. Agility Principles</a:t>
            </a:r>
          </a:p>
          <a:p>
            <a:pPr algn="just"/>
            <a:r>
              <a:rPr lang="en-US" sz="2800" dirty="0">
                <a:latin typeface="Times New Roman" panose="02020603050405020304" pitchFamily="18" charset="0"/>
                <a:cs typeface="Times New Roman" panose="02020603050405020304" pitchFamily="18" charset="0"/>
              </a:rPr>
              <a:t>9. Continuous attention to technical excellence and good design enhances agility. </a:t>
            </a:r>
          </a:p>
          <a:p>
            <a:pPr algn="just"/>
            <a:r>
              <a:rPr lang="en-US" sz="2800" dirty="0">
                <a:latin typeface="Times New Roman" panose="02020603050405020304" pitchFamily="18" charset="0"/>
                <a:cs typeface="Times New Roman" panose="02020603050405020304" pitchFamily="18" charset="0"/>
              </a:rPr>
              <a:t>10. Simplicity—the art of maximizing the amount of work not done—is essential. </a:t>
            </a:r>
          </a:p>
          <a:p>
            <a:pPr algn="just"/>
            <a:r>
              <a:rPr lang="en-US" sz="2800" dirty="0">
                <a:latin typeface="Times New Roman" panose="02020603050405020304" pitchFamily="18" charset="0"/>
                <a:cs typeface="Times New Roman" panose="02020603050405020304" pitchFamily="18" charset="0"/>
              </a:rPr>
              <a:t>11. The best architectures, requirements, and designs emerge from self– organizing teams. </a:t>
            </a:r>
          </a:p>
          <a:p>
            <a:pPr algn="just"/>
            <a:r>
              <a:rPr lang="en-US" sz="2800" dirty="0">
                <a:latin typeface="Times New Roman" panose="02020603050405020304" pitchFamily="18" charset="0"/>
                <a:cs typeface="Times New Roman" panose="02020603050405020304" pitchFamily="18" charset="0"/>
              </a:rPr>
              <a:t>12. At regular intervals, the team reflects on how to become more effective, then tunes and adjusts its behavior accordingly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72661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B57E8-FE96-CC95-725F-FF1636EF71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C9ECDD-B68B-3636-7604-93990EE9560B}"/>
              </a:ext>
            </a:extLst>
          </p:cNvPr>
          <p:cNvSpPr>
            <a:spLocks noGrp="1"/>
          </p:cNvSpPr>
          <p:nvPr>
            <p:ph type="ctrTitle"/>
          </p:nvPr>
        </p:nvSpPr>
        <p:spPr>
          <a:xfrm>
            <a:off x="1194816" y="5723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Agility Process</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CE76337-5502-90B3-8BA6-D3F7D8598940}"/>
              </a:ext>
            </a:extLst>
          </p:cNvPr>
          <p:cNvPicPr>
            <a:picLocks noChangeAspect="1"/>
          </p:cNvPicPr>
          <p:nvPr/>
        </p:nvPicPr>
        <p:blipFill>
          <a:blip r:embed="rId2"/>
          <a:stretch>
            <a:fillRect/>
          </a:stretch>
        </p:blipFill>
        <p:spPr>
          <a:xfrm>
            <a:off x="92946" y="97522"/>
            <a:ext cx="990334" cy="614374"/>
          </a:xfrm>
          <a:prstGeom prst="rect">
            <a:avLst/>
          </a:prstGeom>
        </p:spPr>
      </p:pic>
      <p:sp>
        <p:nvSpPr>
          <p:cNvPr id="7" name="TextBox 6">
            <a:extLst>
              <a:ext uri="{FF2B5EF4-FFF2-40B4-BE49-F238E27FC236}">
                <a16:creationId xmlns:a16="http://schemas.microsoft.com/office/drawing/2014/main" id="{F4FC63E9-42E5-7FD6-F16D-4700A4426BAE}"/>
              </a:ext>
            </a:extLst>
          </p:cNvPr>
          <p:cNvSpPr txBox="1"/>
          <p:nvPr/>
        </p:nvSpPr>
        <p:spPr>
          <a:xfrm>
            <a:off x="414528" y="750848"/>
            <a:ext cx="11481816" cy="6124754"/>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2. Human Factors</a:t>
            </a:r>
          </a:p>
          <a:p>
            <a:pPr algn="just"/>
            <a:r>
              <a:rPr lang="en-US" sz="2800" dirty="0">
                <a:latin typeface="Times New Roman" panose="02020603050405020304" pitchFamily="18" charset="0"/>
                <a:cs typeface="Times New Roman" panose="02020603050405020304" pitchFamily="18" charset="0"/>
              </a:rPr>
              <a:t>Proponents of agile software development take great pains to emphasize the importance of “people factors.”</a:t>
            </a:r>
          </a:p>
          <a:p>
            <a:pPr algn="just"/>
            <a:r>
              <a:rPr lang="en-US" sz="2800" dirty="0">
                <a:latin typeface="Times New Roman" panose="02020603050405020304" pitchFamily="18" charset="0"/>
                <a:cs typeface="Times New Roman" panose="02020603050405020304" pitchFamily="18" charset="0"/>
              </a:rPr>
              <a:t>If members of the software team are to drive the characteristics of the process that is applied to build software, a number of key traits must exist among the people on an agile team and the team itself.</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Competence</a:t>
            </a:r>
            <a:r>
              <a:rPr lang="en-US" sz="2800" dirty="0">
                <a:latin typeface="Times New Roman" panose="02020603050405020304" pitchFamily="18" charset="0"/>
                <a:cs typeface="Times New Roman" panose="02020603050405020304" pitchFamily="18" charset="0"/>
              </a:rPr>
              <a:t>. In an agile development (as well as software engineering) context, “competence” encompasses innate talent, specific software-related skills, and overall knowledge of the process that the team has chosen to apply.</a:t>
            </a:r>
          </a:p>
          <a:p>
            <a:pPr algn="just"/>
            <a:r>
              <a:rPr lang="en-US" sz="2800" b="1" dirty="0">
                <a:latin typeface="Times New Roman" panose="02020603050405020304" pitchFamily="18" charset="0"/>
                <a:cs typeface="Times New Roman" panose="02020603050405020304" pitchFamily="18" charset="0"/>
              </a:rPr>
              <a:t>Common focus. </a:t>
            </a:r>
            <a:r>
              <a:rPr lang="en-US" sz="2800" dirty="0">
                <a:latin typeface="Times New Roman" panose="02020603050405020304" pitchFamily="18" charset="0"/>
                <a:cs typeface="Times New Roman" panose="02020603050405020304" pitchFamily="18" charset="0"/>
              </a:rPr>
              <a:t>Although members of the agile team may perform different tasks and bring different skills to the project, all should be focused on one goal—to deliver a working software increment to the customer within the time promised.</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05757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6DBC8-1B55-9D1D-8943-6F58CD59A8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EF4AF2-EB58-20D6-BC5D-B70767DD4BDA}"/>
              </a:ext>
            </a:extLst>
          </p:cNvPr>
          <p:cNvSpPr>
            <a:spLocks noGrp="1"/>
          </p:cNvSpPr>
          <p:nvPr>
            <p:ph type="ctrTitle"/>
          </p:nvPr>
        </p:nvSpPr>
        <p:spPr>
          <a:xfrm>
            <a:off x="1194816" y="5723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Agility Process</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AC37E94-FC55-EE1A-C629-C9201E9401BE}"/>
              </a:ext>
            </a:extLst>
          </p:cNvPr>
          <p:cNvPicPr>
            <a:picLocks noChangeAspect="1"/>
          </p:cNvPicPr>
          <p:nvPr/>
        </p:nvPicPr>
        <p:blipFill>
          <a:blip r:embed="rId2"/>
          <a:stretch>
            <a:fillRect/>
          </a:stretch>
        </p:blipFill>
        <p:spPr>
          <a:xfrm>
            <a:off x="92946" y="97522"/>
            <a:ext cx="990334" cy="614374"/>
          </a:xfrm>
          <a:prstGeom prst="rect">
            <a:avLst/>
          </a:prstGeom>
        </p:spPr>
      </p:pic>
      <p:sp>
        <p:nvSpPr>
          <p:cNvPr id="7" name="TextBox 6">
            <a:extLst>
              <a:ext uri="{FF2B5EF4-FFF2-40B4-BE49-F238E27FC236}">
                <a16:creationId xmlns:a16="http://schemas.microsoft.com/office/drawing/2014/main" id="{393EB104-1D84-B3C4-DC81-DA3D967CDC0D}"/>
              </a:ext>
            </a:extLst>
          </p:cNvPr>
          <p:cNvSpPr txBox="1"/>
          <p:nvPr/>
        </p:nvSpPr>
        <p:spPr>
          <a:xfrm>
            <a:off x="414528" y="567968"/>
            <a:ext cx="11481816" cy="6124754"/>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Collaboration</a:t>
            </a:r>
            <a:r>
              <a:rPr lang="en-US" sz="2800" dirty="0">
                <a:latin typeface="Times New Roman" panose="02020603050405020304" pitchFamily="18" charset="0"/>
                <a:cs typeface="Times New Roman" panose="02020603050405020304" pitchFamily="18" charset="0"/>
              </a:rPr>
              <a:t>. Software engineering (regardless of process) is about assessing, analyzing, and using information that is communicated to the software team.</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Decision-making ability</a:t>
            </a:r>
            <a:r>
              <a:rPr lang="en-US" sz="2800" dirty="0">
                <a:latin typeface="Times New Roman" panose="02020603050405020304" pitchFamily="18" charset="0"/>
                <a:cs typeface="Times New Roman" panose="02020603050405020304" pitchFamily="18" charset="0"/>
              </a:rPr>
              <a:t>. Any good software team (including agile teams) must be allowed the freedom to control its own destiny.</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Fuzzy problem-solving ability</a:t>
            </a:r>
            <a:r>
              <a:rPr lang="en-US" sz="2800" dirty="0">
                <a:latin typeface="Times New Roman" panose="02020603050405020304" pitchFamily="18" charset="0"/>
                <a:cs typeface="Times New Roman" panose="02020603050405020304" pitchFamily="18" charset="0"/>
              </a:rPr>
              <a:t>. Software managers must recognize that the agile team will continually have to deal with ambiguity and will continually be buffeted by change.</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Mutual trust and respect</a:t>
            </a:r>
            <a:r>
              <a:rPr lang="en-US" sz="2800" dirty="0">
                <a:latin typeface="Times New Roman" panose="02020603050405020304" pitchFamily="18" charset="0"/>
                <a:cs typeface="Times New Roman" panose="02020603050405020304" pitchFamily="18" charset="0"/>
              </a:rPr>
              <a:t>. The agile team must become a “jelled” team. A jelled team exhibits the trust and respect that are necessary to make them </a:t>
            </a:r>
            <a:r>
              <a:rPr lang="en-US" sz="2800" dirty="0">
                <a:solidFill>
                  <a:srgbClr val="FF0000"/>
                </a:solidFill>
                <a:latin typeface="Times New Roman" panose="02020603050405020304" pitchFamily="18" charset="0"/>
                <a:cs typeface="Times New Roman" panose="02020603050405020304" pitchFamily="18" charset="0"/>
              </a:rPr>
              <a:t>“so strongly knit that the whole is greater than the sum of the parts”</a:t>
            </a:r>
            <a:endParaRPr lang="en-IN"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0316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4EA9C-418E-5165-0E6D-DBE2B6937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5A8A62-B1DD-D169-D58E-A055C4D77DA8}"/>
              </a:ext>
            </a:extLst>
          </p:cNvPr>
          <p:cNvSpPr>
            <a:spLocks noGrp="1"/>
          </p:cNvSpPr>
          <p:nvPr>
            <p:ph type="ctrTitle"/>
          </p:nvPr>
        </p:nvSpPr>
        <p:spPr>
          <a:xfrm>
            <a:off x="1194816" y="5723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Extreme Programming (XP)</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18ABFB2-A9F9-0DB0-9FB2-22A9676F7EC8}"/>
              </a:ext>
            </a:extLst>
          </p:cNvPr>
          <p:cNvPicPr>
            <a:picLocks noChangeAspect="1"/>
          </p:cNvPicPr>
          <p:nvPr/>
        </p:nvPicPr>
        <p:blipFill>
          <a:blip r:embed="rId2"/>
          <a:stretch>
            <a:fillRect/>
          </a:stretch>
        </p:blipFill>
        <p:spPr>
          <a:xfrm>
            <a:off x="92946" y="97522"/>
            <a:ext cx="990334" cy="614374"/>
          </a:xfrm>
          <a:prstGeom prst="rect">
            <a:avLst/>
          </a:prstGeom>
        </p:spPr>
      </p:pic>
      <p:pic>
        <p:nvPicPr>
          <p:cNvPr id="5" name="Picture 4">
            <a:extLst>
              <a:ext uri="{FF2B5EF4-FFF2-40B4-BE49-F238E27FC236}">
                <a16:creationId xmlns:a16="http://schemas.microsoft.com/office/drawing/2014/main" id="{39FC3FB3-7C18-9D36-1642-8DEAE514AE5D}"/>
              </a:ext>
            </a:extLst>
          </p:cNvPr>
          <p:cNvPicPr>
            <a:picLocks noChangeAspect="1"/>
          </p:cNvPicPr>
          <p:nvPr/>
        </p:nvPicPr>
        <p:blipFill>
          <a:blip r:embed="rId3"/>
          <a:stretch>
            <a:fillRect/>
          </a:stretch>
        </p:blipFill>
        <p:spPr>
          <a:xfrm>
            <a:off x="1280650" y="1032310"/>
            <a:ext cx="9024637" cy="4793380"/>
          </a:xfrm>
          <a:prstGeom prst="rect">
            <a:avLst/>
          </a:prstGeom>
        </p:spPr>
      </p:pic>
    </p:spTree>
    <p:extLst>
      <p:ext uri="{BB962C8B-B14F-4D97-AF65-F5344CB8AC3E}">
        <p14:creationId xmlns:p14="http://schemas.microsoft.com/office/powerpoint/2010/main" val="22227517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6C233-6AEE-55A5-CB7C-A97261793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A2F1E-0321-2500-1D44-19D612704238}"/>
              </a:ext>
            </a:extLst>
          </p:cNvPr>
          <p:cNvSpPr>
            <a:spLocks noGrp="1"/>
          </p:cNvSpPr>
          <p:nvPr>
            <p:ph type="ctrTitle"/>
          </p:nvPr>
        </p:nvSpPr>
        <p:spPr>
          <a:xfrm>
            <a:off x="1194816" y="5723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OTHER AGILE PROCESS MODELS</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1EA1B86-8D3C-231A-872F-DA310423D68F}"/>
              </a:ext>
            </a:extLst>
          </p:cNvPr>
          <p:cNvPicPr>
            <a:picLocks noChangeAspect="1"/>
          </p:cNvPicPr>
          <p:nvPr/>
        </p:nvPicPr>
        <p:blipFill>
          <a:blip r:embed="rId2"/>
          <a:stretch>
            <a:fillRect/>
          </a:stretch>
        </p:blipFill>
        <p:spPr>
          <a:xfrm>
            <a:off x="92946" y="97522"/>
            <a:ext cx="990334" cy="614374"/>
          </a:xfrm>
          <a:prstGeom prst="rect">
            <a:avLst/>
          </a:prstGeom>
        </p:spPr>
      </p:pic>
      <p:sp>
        <p:nvSpPr>
          <p:cNvPr id="6" name="TextBox 5">
            <a:extLst>
              <a:ext uri="{FF2B5EF4-FFF2-40B4-BE49-F238E27FC236}">
                <a16:creationId xmlns:a16="http://schemas.microsoft.com/office/drawing/2014/main" id="{1CBEC298-85EA-4105-04A6-B1EA7FD178DB}"/>
              </a:ext>
            </a:extLst>
          </p:cNvPr>
          <p:cNvSpPr txBox="1"/>
          <p:nvPr/>
        </p:nvSpPr>
        <p:spPr>
          <a:xfrm>
            <a:off x="1083280" y="1194739"/>
            <a:ext cx="9386600" cy="353943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 Adaptive Software Development (ASD) </a:t>
            </a:r>
          </a:p>
          <a:p>
            <a:r>
              <a:rPr lang="en-US" sz="2800" dirty="0">
                <a:latin typeface="Times New Roman" panose="02020603050405020304" pitchFamily="18" charset="0"/>
                <a:cs typeface="Times New Roman" panose="02020603050405020304" pitchFamily="18" charset="0"/>
              </a:rPr>
              <a:t>• Scrum </a:t>
            </a:r>
          </a:p>
          <a:p>
            <a:r>
              <a:rPr lang="en-US" sz="2800" dirty="0">
                <a:latin typeface="Times New Roman" panose="02020603050405020304" pitchFamily="18" charset="0"/>
                <a:cs typeface="Times New Roman" panose="02020603050405020304" pitchFamily="18" charset="0"/>
              </a:rPr>
              <a:t>• Dynamic Systems Development Method (DSDM) </a:t>
            </a:r>
          </a:p>
          <a:p>
            <a:r>
              <a:rPr lang="en-US" sz="2800" dirty="0">
                <a:latin typeface="Times New Roman" panose="02020603050405020304" pitchFamily="18" charset="0"/>
                <a:cs typeface="Times New Roman" panose="02020603050405020304" pitchFamily="18" charset="0"/>
              </a:rPr>
              <a:t>• Crystal </a:t>
            </a:r>
          </a:p>
          <a:p>
            <a:r>
              <a:rPr lang="en-US" sz="2800" dirty="0">
                <a:latin typeface="Times New Roman" panose="02020603050405020304" pitchFamily="18" charset="0"/>
                <a:cs typeface="Times New Roman" panose="02020603050405020304" pitchFamily="18" charset="0"/>
              </a:rPr>
              <a:t>• Feature Drive Development (FDD) </a:t>
            </a:r>
          </a:p>
          <a:p>
            <a:r>
              <a:rPr lang="en-US" sz="2800" dirty="0">
                <a:latin typeface="Times New Roman" panose="02020603050405020304" pitchFamily="18" charset="0"/>
                <a:cs typeface="Times New Roman" panose="02020603050405020304" pitchFamily="18" charset="0"/>
              </a:rPr>
              <a:t>• Lean Software Development (LSD) </a:t>
            </a:r>
          </a:p>
          <a:p>
            <a:r>
              <a:rPr lang="en-US" sz="2800" dirty="0">
                <a:latin typeface="Times New Roman" panose="02020603050405020304" pitchFamily="18" charset="0"/>
                <a:cs typeface="Times New Roman" panose="02020603050405020304" pitchFamily="18" charset="0"/>
              </a:rPr>
              <a:t>• Agile Modeling (AM) </a:t>
            </a:r>
          </a:p>
          <a:p>
            <a:r>
              <a:rPr lang="en-US" sz="2800" dirty="0">
                <a:latin typeface="Times New Roman" panose="02020603050405020304" pitchFamily="18" charset="0"/>
                <a:cs typeface="Times New Roman" panose="02020603050405020304" pitchFamily="18" charset="0"/>
              </a:rPr>
              <a:t>• Agile Unified Process (AUP)</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75112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4B1D4-5D0D-C979-163D-151E2685D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01FF47-14FB-DB76-CC04-28107C0C08CE}"/>
              </a:ext>
            </a:extLst>
          </p:cNvPr>
          <p:cNvSpPr>
            <a:spLocks noGrp="1"/>
          </p:cNvSpPr>
          <p:nvPr>
            <p:ph type="ctrTitle"/>
          </p:nvPr>
        </p:nvSpPr>
        <p:spPr>
          <a:xfrm>
            <a:off x="1194816" y="5723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SCRUM</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46A6A14-4894-D2E8-893E-C7BA9852E4A6}"/>
              </a:ext>
            </a:extLst>
          </p:cNvPr>
          <p:cNvPicPr>
            <a:picLocks noChangeAspect="1"/>
          </p:cNvPicPr>
          <p:nvPr/>
        </p:nvPicPr>
        <p:blipFill>
          <a:blip r:embed="rId2"/>
          <a:stretch>
            <a:fillRect/>
          </a:stretch>
        </p:blipFill>
        <p:spPr>
          <a:xfrm>
            <a:off x="92946" y="97522"/>
            <a:ext cx="990334" cy="614374"/>
          </a:xfrm>
          <a:prstGeom prst="rect">
            <a:avLst/>
          </a:prstGeom>
        </p:spPr>
      </p:pic>
      <p:pic>
        <p:nvPicPr>
          <p:cNvPr id="5" name="Picture 4">
            <a:extLst>
              <a:ext uri="{FF2B5EF4-FFF2-40B4-BE49-F238E27FC236}">
                <a16:creationId xmlns:a16="http://schemas.microsoft.com/office/drawing/2014/main" id="{8D659AF2-FC63-753E-E8F0-B6702514A339}"/>
              </a:ext>
            </a:extLst>
          </p:cNvPr>
          <p:cNvPicPr>
            <a:picLocks noChangeAspect="1"/>
          </p:cNvPicPr>
          <p:nvPr/>
        </p:nvPicPr>
        <p:blipFill>
          <a:blip r:embed="rId3"/>
          <a:stretch>
            <a:fillRect/>
          </a:stretch>
        </p:blipFill>
        <p:spPr>
          <a:xfrm>
            <a:off x="1083280" y="847627"/>
            <a:ext cx="10410728" cy="5586288"/>
          </a:xfrm>
          <a:prstGeom prst="rect">
            <a:avLst/>
          </a:prstGeom>
        </p:spPr>
      </p:pic>
    </p:spTree>
    <p:extLst>
      <p:ext uri="{BB962C8B-B14F-4D97-AF65-F5344CB8AC3E}">
        <p14:creationId xmlns:p14="http://schemas.microsoft.com/office/powerpoint/2010/main" val="18886934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2E734-8D08-E5F8-ECC8-D2C42D1559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CE1A4D-DC2C-28A1-F0EF-7F949D6FF9C5}"/>
              </a:ext>
            </a:extLst>
          </p:cNvPr>
          <p:cNvSpPr>
            <a:spLocks noGrp="1"/>
          </p:cNvSpPr>
          <p:nvPr>
            <p:ph type="ctrTitle"/>
          </p:nvPr>
        </p:nvSpPr>
        <p:spPr>
          <a:xfrm>
            <a:off x="1194816" y="57237"/>
            <a:ext cx="10701528" cy="693611"/>
          </a:xfrm>
        </p:spPr>
        <p:txBody>
          <a:bodyPr>
            <a:normAutofit/>
          </a:bodyPr>
          <a:lstStyle/>
          <a:p>
            <a:r>
              <a:rPr lang="en-US" sz="3200" b="1" dirty="0">
                <a:latin typeface="Times New Roman" panose="02020603050405020304" pitchFamily="18" charset="0"/>
                <a:cs typeface="Times New Roman" panose="02020603050405020304" pitchFamily="18" charset="0"/>
              </a:rPr>
              <a:t> A TOOL SET FOR THE AGILE PROCESS</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785A78F-E207-C8E8-4CE2-FB515B7C1FDE}"/>
              </a:ext>
            </a:extLst>
          </p:cNvPr>
          <p:cNvPicPr>
            <a:picLocks noChangeAspect="1"/>
          </p:cNvPicPr>
          <p:nvPr/>
        </p:nvPicPr>
        <p:blipFill>
          <a:blip r:embed="rId2"/>
          <a:stretch>
            <a:fillRect/>
          </a:stretch>
        </p:blipFill>
        <p:spPr>
          <a:xfrm>
            <a:off x="92946" y="97522"/>
            <a:ext cx="990334" cy="614374"/>
          </a:xfrm>
          <a:prstGeom prst="rect">
            <a:avLst/>
          </a:prstGeom>
        </p:spPr>
      </p:pic>
      <p:sp>
        <p:nvSpPr>
          <p:cNvPr id="6" name="TextBox 5">
            <a:extLst>
              <a:ext uri="{FF2B5EF4-FFF2-40B4-BE49-F238E27FC236}">
                <a16:creationId xmlns:a16="http://schemas.microsoft.com/office/drawing/2014/main" id="{88C1DB90-0135-8A33-741F-7C0D2C47B661}"/>
              </a:ext>
            </a:extLst>
          </p:cNvPr>
          <p:cNvSpPr txBox="1"/>
          <p:nvPr/>
        </p:nvSpPr>
        <p:spPr>
          <a:xfrm>
            <a:off x="588112" y="1158163"/>
            <a:ext cx="11143639" cy="3970318"/>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Agile alliance suggests </a:t>
            </a:r>
            <a:r>
              <a:rPr lang="en-US" sz="2800" b="1" dirty="0">
                <a:latin typeface="Times New Roman" panose="02020603050405020304" pitchFamily="18" charset="0"/>
                <a:cs typeface="Times New Roman" panose="02020603050405020304" pitchFamily="18" charset="0"/>
              </a:rPr>
              <a:t>some tools </a:t>
            </a:r>
            <a:r>
              <a:rPr lang="en-US" sz="2800" dirty="0">
                <a:latin typeface="Times New Roman" panose="02020603050405020304" pitchFamily="18" charset="0"/>
                <a:cs typeface="Times New Roman" panose="02020603050405020304" pitchFamily="18" charset="0"/>
              </a:rPr>
              <a:t>can have a benefit and that “agile teams stress using tools that permit the rapid flow of understanding</a:t>
            </a:r>
          </a:p>
          <a:p>
            <a:endParaRPr lang="en-US" sz="2800" dirty="0">
              <a:latin typeface="Times New Roman" panose="02020603050405020304" pitchFamily="18" charset="0"/>
              <a:cs typeface="Times New Roman" panose="02020603050405020304" pitchFamily="18" charset="0"/>
            </a:endParaRPr>
          </a:p>
          <a:p>
            <a:pPr marL="514350" indent="-514350">
              <a:buAutoNum type="arabicPeriod"/>
            </a:pPr>
            <a:r>
              <a:rPr lang="en-US" sz="2800" b="1" dirty="0">
                <a:latin typeface="Times New Roman" panose="02020603050405020304" pitchFamily="18" charset="0"/>
                <a:cs typeface="Times New Roman" panose="02020603050405020304" pitchFamily="18" charset="0"/>
              </a:rPr>
              <a:t>Hiring tools </a:t>
            </a:r>
            <a:r>
              <a:rPr lang="en-US" sz="2800" dirty="0">
                <a:latin typeface="Times New Roman" panose="02020603050405020304" pitchFamily="18" charset="0"/>
                <a:cs typeface="Times New Roman" panose="02020603050405020304" pitchFamily="18" charset="0"/>
              </a:rPr>
              <a:t>- right people (hiring), team collaboration, stakeholder communication</a:t>
            </a:r>
          </a:p>
          <a:p>
            <a:pPr marL="514350" indent="-514350">
              <a:buAutoNum type="arabicPeriod"/>
            </a:pPr>
            <a:r>
              <a:rPr lang="en-IN" sz="2800" b="1" dirty="0">
                <a:latin typeface="Times New Roman" panose="02020603050405020304" pitchFamily="18" charset="0"/>
                <a:cs typeface="Times New Roman" panose="02020603050405020304" pitchFamily="18" charset="0"/>
              </a:rPr>
              <a:t>Collaborative and communication tools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Active communication, Pair Programming</a:t>
            </a:r>
          </a:p>
          <a:p>
            <a:pPr marL="514350" indent="-514350">
              <a:buAutoNum type="arabicPeriod"/>
            </a:pPr>
            <a:r>
              <a:rPr lang="en-IN" sz="2800" b="1" dirty="0">
                <a:latin typeface="Times New Roman" panose="02020603050405020304" pitchFamily="18" charset="0"/>
                <a:cs typeface="Times New Roman" panose="02020603050405020304" pitchFamily="18" charset="0"/>
              </a:rPr>
              <a:t>Project management tools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nurturing social interactions, </a:t>
            </a:r>
            <a:r>
              <a:rPr lang="en-US" sz="2800" dirty="0">
                <a:latin typeface="Times New Roman" panose="02020603050405020304" pitchFamily="18" charset="0"/>
                <a:cs typeface="Times New Roman" panose="02020603050405020304" pitchFamily="18" charset="0"/>
              </a:rPr>
              <a:t>graphs of tests created versus passed</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70947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2075-5C0B-0C5B-E854-F15B3AFB8F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228EB-A8D0-49A7-A6B5-328833672B12}"/>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8C3F35A-31B6-E0DE-2E87-713866C725C7}"/>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70EA3507-9C7F-8C49-4885-A80BE6DE3E79}"/>
              </a:ext>
            </a:extLst>
          </p:cNvPr>
          <p:cNvSpPr txBox="1"/>
          <p:nvPr/>
        </p:nvSpPr>
        <p:spPr>
          <a:xfrm>
            <a:off x="365760" y="1153590"/>
            <a:ext cx="11640312" cy="5262979"/>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SA/SD technique can be used to perform the high-level design of a software.</a:t>
            </a:r>
          </a:p>
          <a:p>
            <a:pPr algn="just"/>
            <a:r>
              <a:rPr lang="en-US" sz="2800" b="1" dirty="0">
                <a:latin typeface="Times New Roman" panose="02020603050405020304" pitchFamily="18" charset="0"/>
                <a:cs typeface="Times New Roman" panose="02020603050405020304" pitchFamily="18" charset="0"/>
              </a:rPr>
              <a:t>OVERVIEW OF SA/SD METHODOLOGY </a:t>
            </a:r>
          </a:p>
          <a:p>
            <a:pPr algn="just"/>
            <a:r>
              <a:rPr lang="en-US" sz="2800" dirty="0">
                <a:latin typeface="Times New Roman" panose="02020603050405020304" pitchFamily="18" charset="0"/>
                <a:cs typeface="Times New Roman" panose="02020603050405020304" pitchFamily="18" charset="0"/>
              </a:rPr>
              <a:t>As the name itself implies, SA/SD methodology involves carrying out two distinct activities: </a:t>
            </a:r>
          </a:p>
          <a:p>
            <a:pPr algn="just"/>
            <a:r>
              <a:rPr lang="en-US" sz="2800" dirty="0">
                <a:latin typeface="Times New Roman" panose="02020603050405020304" pitchFamily="18" charset="0"/>
                <a:cs typeface="Times New Roman" panose="02020603050405020304" pitchFamily="18" charset="0"/>
              </a:rPr>
              <a:t>Structured analysis (SA) </a:t>
            </a:r>
          </a:p>
          <a:p>
            <a:pPr algn="just"/>
            <a:r>
              <a:rPr lang="en-US" sz="2800" dirty="0">
                <a:latin typeface="Times New Roman" panose="02020603050405020304" pitchFamily="18" charset="0"/>
                <a:cs typeface="Times New Roman" panose="02020603050405020304" pitchFamily="18" charset="0"/>
              </a:rPr>
              <a:t>Structured design (SD)</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During structured analysis, the SRS document is transformed into a data flow diagram (DFD) model.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During structured design, the DFD model is transformed into a structure chart.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37679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ECBE4-F5D1-6F6D-5D7E-C01F8D0D5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7E0FE-7D76-8D9B-CD1B-F3ABF64097EB}"/>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CF7588A-1481-B9F0-D63E-570E8E98A437}"/>
              </a:ext>
            </a:extLst>
          </p:cNvPr>
          <p:cNvPicPr>
            <a:picLocks noChangeAspect="1"/>
          </p:cNvPicPr>
          <p:nvPr/>
        </p:nvPicPr>
        <p:blipFill>
          <a:blip r:embed="rId2"/>
          <a:stretch>
            <a:fillRect/>
          </a:stretch>
        </p:blipFill>
        <p:spPr>
          <a:xfrm>
            <a:off x="92946" y="97522"/>
            <a:ext cx="990334" cy="614374"/>
          </a:xfrm>
          <a:prstGeom prst="rect">
            <a:avLst/>
          </a:prstGeom>
        </p:spPr>
      </p:pic>
      <p:pic>
        <p:nvPicPr>
          <p:cNvPr id="5" name="Picture 4">
            <a:extLst>
              <a:ext uri="{FF2B5EF4-FFF2-40B4-BE49-F238E27FC236}">
                <a16:creationId xmlns:a16="http://schemas.microsoft.com/office/drawing/2014/main" id="{2CC05584-3814-5B33-A7EC-7D1F9EED7F1D}"/>
              </a:ext>
            </a:extLst>
          </p:cNvPr>
          <p:cNvPicPr>
            <a:picLocks noChangeAspect="1"/>
          </p:cNvPicPr>
          <p:nvPr/>
        </p:nvPicPr>
        <p:blipFill>
          <a:blip r:embed="rId3"/>
          <a:stretch>
            <a:fillRect/>
          </a:stretch>
        </p:blipFill>
        <p:spPr>
          <a:xfrm>
            <a:off x="198569" y="1427230"/>
            <a:ext cx="11794861" cy="4003540"/>
          </a:xfrm>
          <a:prstGeom prst="rect">
            <a:avLst/>
          </a:prstGeom>
        </p:spPr>
      </p:pic>
    </p:spTree>
    <p:extLst>
      <p:ext uri="{BB962C8B-B14F-4D97-AF65-F5344CB8AC3E}">
        <p14:creationId xmlns:p14="http://schemas.microsoft.com/office/powerpoint/2010/main" val="42681837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B7D68-0C5A-0182-1937-553EAE16F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804FE6-A3E1-47F8-35C3-5DDDAB875A76}"/>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6DD7055-CBEF-FD36-DDAA-3671A40CA873}"/>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131192E2-0548-F460-9059-00D41468F5B7}"/>
              </a:ext>
            </a:extLst>
          </p:cNvPr>
          <p:cNvSpPr txBox="1"/>
          <p:nvPr/>
        </p:nvSpPr>
        <p:spPr>
          <a:xfrm>
            <a:off x="365760" y="1153590"/>
            <a:ext cx="11640312" cy="3539430"/>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STRUCTURED ANALYSIS</a:t>
            </a:r>
          </a:p>
          <a:p>
            <a:pPr algn="just"/>
            <a:r>
              <a:rPr lang="en-US" sz="2800" dirty="0">
                <a:latin typeface="Times New Roman" panose="02020603050405020304" pitchFamily="18" charset="0"/>
                <a:cs typeface="Times New Roman" panose="02020603050405020304" pitchFamily="18" charset="0"/>
              </a:rPr>
              <a:t>The structured analysis technique is based on the following underlying principles: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Top-down decomposition approach.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Application of divide and conquer principle. Through this each high-level function is independently decomposed into detailed functions.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Graphical representation of the analysis results using data flow</a:t>
            </a:r>
            <a:r>
              <a:rPr lang="en-IN" sz="2800" dirty="0">
                <a:latin typeface="Times New Roman" panose="02020603050405020304" pitchFamily="18" charset="0"/>
                <a:cs typeface="Times New Roman" panose="02020603050405020304" pitchFamily="18" charset="0"/>
              </a:rPr>
              <a:t> diagrams (DFDs).</a:t>
            </a:r>
          </a:p>
        </p:txBody>
      </p:sp>
      <p:pic>
        <p:nvPicPr>
          <p:cNvPr id="5" name="Picture 4">
            <a:extLst>
              <a:ext uri="{FF2B5EF4-FFF2-40B4-BE49-F238E27FC236}">
                <a16:creationId xmlns:a16="http://schemas.microsoft.com/office/drawing/2014/main" id="{121D5577-6D39-F7C3-53B0-6E92056F1E0F}"/>
              </a:ext>
            </a:extLst>
          </p:cNvPr>
          <p:cNvPicPr>
            <a:picLocks noChangeAspect="1"/>
          </p:cNvPicPr>
          <p:nvPr/>
        </p:nvPicPr>
        <p:blipFill>
          <a:blip r:embed="rId3"/>
          <a:stretch>
            <a:fillRect/>
          </a:stretch>
        </p:blipFill>
        <p:spPr>
          <a:xfrm>
            <a:off x="973152" y="5115372"/>
            <a:ext cx="10712879" cy="1319123"/>
          </a:xfrm>
          <a:prstGeom prst="rect">
            <a:avLst/>
          </a:prstGeom>
        </p:spPr>
      </p:pic>
    </p:spTree>
    <p:extLst>
      <p:ext uri="{BB962C8B-B14F-4D97-AF65-F5344CB8AC3E}">
        <p14:creationId xmlns:p14="http://schemas.microsoft.com/office/powerpoint/2010/main" val="3067559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189B4-157B-3664-E92A-A9832E738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C115B-583A-5A67-8183-C70FC73BD599}"/>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FAB20C5-739D-D18B-70D0-BEFCEB503581}"/>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6C2DF78E-94F4-BEE6-331F-A7EBF496AB25}"/>
              </a:ext>
            </a:extLst>
          </p:cNvPr>
          <p:cNvSpPr txBox="1"/>
          <p:nvPr/>
        </p:nvSpPr>
        <p:spPr>
          <a:xfrm>
            <a:off x="365760" y="1153590"/>
            <a:ext cx="11640312" cy="2246769"/>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Primitive symbols used for constructing DFDs</a:t>
            </a:r>
          </a:p>
          <a:p>
            <a:pPr algn="just"/>
            <a:r>
              <a:rPr lang="en-US" sz="2800" dirty="0">
                <a:latin typeface="Times New Roman" panose="02020603050405020304" pitchFamily="18" charset="0"/>
                <a:cs typeface="Times New Roman" panose="02020603050405020304" pitchFamily="18" charset="0"/>
              </a:rPr>
              <a:t>There are essentially five different types of symbols used for constructing DFDs. These primitive symbols are depicted in Figure 6.2. The meaning of these symbols are explained as follows:</a:t>
            </a:r>
          </a:p>
          <a:p>
            <a:pPr algn="just"/>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CAB4675-C36C-D0AE-693B-6FBC59DB1F0C}"/>
              </a:ext>
            </a:extLst>
          </p:cNvPr>
          <p:cNvPicPr>
            <a:picLocks noChangeAspect="1"/>
          </p:cNvPicPr>
          <p:nvPr/>
        </p:nvPicPr>
        <p:blipFill>
          <a:blip r:embed="rId3"/>
          <a:stretch>
            <a:fillRect/>
          </a:stretch>
        </p:blipFill>
        <p:spPr>
          <a:xfrm>
            <a:off x="1998090" y="2872426"/>
            <a:ext cx="8521061" cy="3625284"/>
          </a:xfrm>
          <a:prstGeom prst="rect">
            <a:avLst/>
          </a:prstGeom>
        </p:spPr>
      </p:pic>
    </p:spTree>
    <p:extLst>
      <p:ext uri="{BB962C8B-B14F-4D97-AF65-F5344CB8AC3E}">
        <p14:creationId xmlns:p14="http://schemas.microsoft.com/office/powerpoint/2010/main" val="2296634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6DD30-F284-9C45-325F-594BF5240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BB6FC2-AE30-A551-498B-BDA3CC294C13}"/>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C750BB1-78D8-7029-4376-2A714839FA13}"/>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52D3EABB-C0EA-3445-F9C5-389A78F74F1D}"/>
              </a:ext>
            </a:extLst>
          </p:cNvPr>
          <p:cNvSpPr txBox="1"/>
          <p:nvPr/>
        </p:nvSpPr>
        <p:spPr>
          <a:xfrm>
            <a:off x="365760" y="1153590"/>
            <a:ext cx="11640312" cy="523220"/>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Synchronous and asynchronous operations</a:t>
            </a:r>
          </a:p>
        </p:txBody>
      </p:sp>
      <p:pic>
        <p:nvPicPr>
          <p:cNvPr id="5" name="Picture 4">
            <a:extLst>
              <a:ext uri="{FF2B5EF4-FFF2-40B4-BE49-F238E27FC236}">
                <a16:creationId xmlns:a16="http://schemas.microsoft.com/office/drawing/2014/main" id="{7CC40567-2716-5576-9B4E-D603DE1EB482}"/>
              </a:ext>
            </a:extLst>
          </p:cNvPr>
          <p:cNvPicPr>
            <a:picLocks noChangeAspect="1"/>
          </p:cNvPicPr>
          <p:nvPr/>
        </p:nvPicPr>
        <p:blipFill>
          <a:blip r:embed="rId3"/>
          <a:stretch>
            <a:fillRect/>
          </a:stretch>
        </p:blipFill>
        <p:spPr>
          <a:xfrm>
            <a:off x="365760" y="2054496"/>
            <a:ext cx="11793154" cy="3788520"/>
          </a:xfrm>
          <a:prstGeom prst="rect">
            <a:avLst/>
          </a:prstGeom>
        </p:spPr>
      </p:pic>
    </p:spTree>
    <p:extLst>
      <p:ext uri="{BB962C8B-B14F-4D97-AF65-F5344CB8AC3E}">
        <p14:creationId xmlns:p14="http://schemas.microsoft.com/office/powerpoint/2010/main" val="8808825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74888-35C8-06BE-43CF-B1D58B2D0A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3E2C7C-D2B1-39C2-BB9C-9B484AC78618}"/>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A7BC1E0-E651-643B-5525-37DD26184BB5}"/>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2F84B708-3D8F-07C6-CC75-22919361ABD8}"/>
              </a:ext>
            </a:extLst>
          </p:cNvPr>
          <p:cNvSpPr txBox="1"/>
          <p:nvPr/>
        </p:nvSpPr>
        <p:spPr>
          <a:xfrm>
            <a:off x="365760" y="1153590"/>
            <a:ext cx="11640312" cy="523220"/>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Synchronous and asynchronous operations</a:t>
            </a:r>
          </a:p>
        </p:txBody>
      </p:sp>
      <p:pic>
        <p:nvPicPr>
          <p:cNvPr id="5" name="Picture 4">
            <a:extLst>
              <a:ext uri="{FF2B5EF4-FFF2-40B4-BE49-F238E27FC236}">
                <a16:creationId xmlns:a16="http://schemas.microsoft.com/office/drawing/2014/main" id="{AA3B8982-950F-96A4-98A4-E2A128FDC5B8}"/>
              </a:ext>
            </a:extLst>
          </p:cNvPr>
          <p:cNvPicPr>
            <a:picLocks noChangeAspect="1"/>
          </p:cNvPicPr>
          <p:nvPr/>
        </p:nvPicPr>
        <p:blipFill>
          <a:blip r:embed="rId3"/>
          <a:stretch>
            <a:fillRect/>
          </a:stretch>
        </p:blipFill>
        <p:spPr>
          <a:xfrm>
            <a:off x="365760" y="2054496"/>
            <a:ext cx="11793154" cy="3788520"/>
          </a:xfrm>
          <a:prstGeom prst="rect">
            <a:avLst/>
          </a:prstGeom>
        </p:spPr>
      </p:pic>
    </p:spTree>
    <p:extLst>
      <p:ext uri="{BB962C8B-B14F-4D97-AF65-F5344CB8AC3E}">
        <p14:creationId xmlns:p14="http://schemas.microsoft.com/office/powerpoint/2010/main" val="20265908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DC59E-3B96-84AB-FA4D-FDDB36F5F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67AAD-3DFA-5B51-5764-F40F87FADE3E}"/>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2D84F06-D882-0AF6-152C-27A38D4BAC62}"/>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757552A0-43F8-4251-A9D8-A2A60EB5D449}"/>
              </a:ext>
            </a:extLst>
          </p:cNvPr>
          <p:cNvSpPr txBox="1"/>
          <p:nvPr/>
        </p:nvSpPr>
        <p:spPr>
          <a:xfrm>
            <a:off x="365760" y="1153590"/>
            <a:ext cx="11640312" cy="1384995"/>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Data dictionary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Every DFD model of a system must be accompanied by a data dictionary.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data dictionary lists all data items that appear in a DFD model. </a:t>
            </a:r>
            <a:endParaRPr lang="en-IN" sz="28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FD098A2-5042-3C14-63DE-D81B1AE10386}"/>
              </a:ext>
            </a:extLst>
          </p:cNvPr>
          <p:cNvPicPr>
            <a:picLocks noChangeAspect="1"/>
          </p:cNvPicPr>
          <p:nvPr/>
        </p:nvPicPr>
        <p:blipFill>
          <a:blip r:embed="rId3"/>
          <a:stretch>
            <a:fillRect/>
          </a:stretch>
        </p:blipFill>
        <p:spPr>
          <a:xfrm>
            <a:off x="339852" y="2888839"/>
            <a:ext cx="11512296" cy="775726"/>
          </a:xfrm>
          <a:prstGeom prst="rect">
            <a:avLst/>
          </a:prstGeom>
        </p:spPr>
      </p:pic>
    </p:spTree>
    <p:extLst>
      <p:ext uri="{BB962C8B-B14F-4D97-AF65-F5344CB8AC3E}">
        <p14:creationId xmlns:p14="http://schemas.microsoft.com/office/powerpoint/2010/main" val="37488790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1F63C-37BF-CD60-3598-2A08C9253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8B8EA9-8037-D74F-4371-C1B50919B69B}"/>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A2775B2-779F-CB05-4FA2-4BCEEC55E2B6}"/>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57044939-A4B7-317C-A27F-C0CDE1E5442D}"/>
              </a:ext>
            </a:extLst>
          </p:cNvPr>
          <p:cNvSpPr txBox="1"/>
          <p:nvPr/>
        </p:nvSpPr>
        <p:spPr>
          <a:xfrm>
            <a:off x="365760" y="1153590"/>
            <a:ext cx="11640312" cy="2246769"/>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Context Diagram </a:t>
            </a:r>
          </a:p>
          <a:p>
            <a:pPr algn="just"/>
            <a:r>
              <a:rPr lang="en-US" sz="2800" dirty="0">
                <a:latin typeface="Times New Roman" panose="02020603050405020304" pitchFamily="18" charset="0"/>
                <a:cs typeface="Times New Roman" panose="02020603050405020304" pitchFamily="18" charset="0"/>
              </a:rPr>
              <a:t>The context diagram is the most abstract (highest level) data flow representation of a system. It represents the entire system as a single bubble.</a:t>
            </a:r>
          </a:p>
          <a:p>
            <a:pPr algn="just"/>
            <a:r>
              <a:rPr lang="en-US" sz="2800" dirty="0">
                <a:latin typeface="Times New Roman" panose="02020603050405020304" pitchFamily="18" charset="0"/>
                <a:cs typeface="Times New Roman" panose="02020603050405020304" pitchFamily="18" charset="0"/>
              </a:rPr>
              <a:t> </a:t>
            </a:r>
          </a:p>
          <a:p>
            <a:pPr algn="just"/>
            <a:endParaRPr lang="en-IN" sz="2800" b="1" dirty="0">
              <a:latin typeface="Times New Roman" panose="02020603050405020304" pitchFamily="18" charset="0"/>
              <a:cs typeface="Times New Roman" panose="02020603050405020304" pitchFamily="18" charset="0"/>
            </a:endParaRPr>
          </a:p>
        </p:txBody>
      </p:sp>
      <p:pic>
        <p:nvPicPr>
          <p:cNvPr id="9" name="Picture 2">
            <a:extLst>
              <a:ext uri="{FF2B5EF4-FFF2-40B4-BE49-F238E27FC236}">
                <a16:creationId xmlns:a16="http://schemas.microsoft.com/office/drawing/2014/main" id="{C6B5C958-E301-181B-B426-F80D8AAD6D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5872" y="2724912"/>
            <a:ext cx="5809488" cy="3732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72787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3DD57-D42D-AE97-BABD-F3E470A17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CB1960-BD10-C3C9-BE11-CC4AC2D5F409}"/>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955D0A2-C167-F063-C892-98AE188BB2B6}"/>
              </a:ext>
            </a:extLst>
          </p:cNvPr>
          <p:cNvPicPr>
            <a:picLocks noChangeAspect="1"/>
          </p:cNvPicPr>
          <p:nvPr/>
        </p:nvPicPr>
        <p:blipFill>
          <a:blip r:embed="rId2"/>
          <a:stretch>
            <a:fillRect/>
          </a:stretch>
        </p:blipFill>
        <p:spPr>
          <a:xfrm>
            <a:off x="92946" y="97522"/>
            <a:ext cx="990334" cy="614374"/>
          </a:xfrm>
          <a:prstGeom prst="rect">
            <a:avLst/>
          </a:prstGeom>
        </p:spPr>
      </p:pic>
      <p:pic>
        <p:nvPicPr>
          <p:cNvPr id="5" name="Picture 4">
            <a:extLst>
              <a:ext uri="{FF2B5EF4-FFF2-40B4-BE49-F238E27FC236}">
                <a16:creationId xmlns:a16="http://schemas.microsoft.com/office/drawing/2014/main" id="{F535F75E-BE4E-98DD-59F4-FAE080C5306A}"/>
              </a:ext>
            </a:extLst>
          </p:cNvPr>
          <p:cNvPicPr>
            <a:picLocks noChangeAspect="1"/>
          </p:cNvPicPr>
          <p:nvPr/>
        </p:nvPicPr>
        <p:blipFill>
          <a:blip r:embed="rId3"/>
          <a:stretch>
            <a:fillRect/>
          </a:stretch>
        </p:blipFill>
        <p:spPr>
          <a:xfrm>
            <a:off x="1266161" y="868821"/>
            <a:ext cx="10090688" cy="5584236"/>
          </a:xfrm>
          <a:prstGeom prst="rect">
            <a:avLst/>
          </a:prstGeom>
        </p:spPr>
      </p:pic>
    </p:spTree>
    <p:extLst>
      <p:ext uri="{BB962C8B-B14F-4D97-AF65-F5344CB8AC3E}">
        <p14:creationId xmlns:p14="http://schemas.microsoft.com/office/powerpoint/2010/main" val="12519920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481AD-CEE9-834C-7DCC-B28EF964AD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27E87-6619-9E81-8AB6-CCD8125AA6FF}"/>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1B881A8-E60D-9BA8-7C93-6D9D87B829CD}"/>
              </a:ext>
            </a:extLst>
          </p:cNvPr>
          <p:cNvPicPr>
            <a:picLocks noChangeAspect="1"/>
          </p:cNvPicPr>
          <p:nvPr/>
        </p:nvPicPr>
        <p:blipFill>
          <a:blip r:embed="rId2"/>
          <a:stretch>
            <a:fillRect/>
          </a:stretch>
        </p:blipFill>
        <p:spPr>
          <a:xfrm>
            <a:off x="92946" y="97522"/>
            <a:ext cx="990334" cy="614374"/>
          </a:xfrm>
          <a:prstGeom prst="rect">
            <a:avLst/>
          </a:prstGeom>
        </p:spPr>
      </p:pic>
      <p:pic>
        <p:nvPicPr>
          <p:cNvPr id="3" name="Picture 2">
            <a:extLst>
              <a:ext uri="{FF2B5EF4-FFF2-40B4-BE49-F238E27FC236}">
                <a16:creationId xmlns:a16="http://schemas.microsoft.com/office/drawing/2014/main" id="{B3FA76E9-C5CB-7CD3-71A5-AC916E8AEF2C}"/>
              </a:ext>
            </a:extLst>
          </p:cNvPr>
          <p:cNvPicPr>
            <a:picLocks noChangeAspect="1"/>
          </p:cNvPicPr>
          <p:nvPr/>
        </p:nvPicPr>
        <p:blipFill>
          <a:blip r:embed="rId3"/>
          <a:stretch>
            <a:fillRect/>
          </a:stretch>
        </p:blipFill>
        <p:spPr>
          <a:xfrm>
            <a:off x="1719539" y="1380744"/>
            <a:ext cx="8954584" cy="4690872"/>
          </a:xfrm>
          <a:prstGeom prst="rect">
            <a:avLst/>
          </a:prstGeom>
        </p:spPr>
      </p:pic>
    </p:spTree>
    <p:extLst>
      <p:ext uri="{BB962C8B-B14F-4D97-AF65-F5344CB8AC3E}">
        <p14:creationId xmlns:p14="http://schemas.microsoft.com/office/powerpoint/2010/main" val="16097409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57CB4-82FE-7706-5F7F-8CACCEB40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D98601-E6AD-FCE6-7E17-45CCEBFD214A}"/>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4BBB749-7F9B-584C-5E69-F095554F04E2}"/>
              </a:ext>
            </a:extLst>
          </p:cNvPr>
          <p:cNvPicPr>
            <a:picLocks noChangeAspect="1"/>
          </p:cNvPicPr>
          <p:nvPr/>
        </p:nvPicPr>
        <p:blipFill>
          <a:blip r:embed="rId2"/>
          <a:stretch>
            <a:fillRect/>
          </a:stretch>
        </p:blipFill>
        <p:spPr>
          <a:xfrm>
            <a:off x="92946" y="97522"/>
            <a:ext cx="990334" cy="614374"/>
          </a:xfrm>
          <a:prstGeom prst="rect">
            <a:avLst/>
          </a:prstGeom>
        </p:spPr>
      </p:pic>
      <p:pic>
        <p:nvPicPr>
          <p:cNvPr id="3" name="Picture 2">
            <a:extLst>
              <a:ext uri="{FF2B5EF4-FFF2-40B4-BE49-F238E27FC236}">
                <a16:creationId xmlns:a16="http://schemas.microsoft.com/office/drawing/2014/main" id="{CED4F25E-60AE-5833-146D-3A756F409428}"/>
              </a:ext>
            </a:extLst>
          </p:cNvPr>
          <p:cNvPicPr>
            <a:picLocks noChangeAspect="1"/>
          </p:cNvPicPr>
          <p:nvPr/>
        </p:nvPicPr>
        <p:blipFill>
          <a:blip r:embed="rId3"/>
          <a:stretch>
            <a:fillRect/>
          </a:stretch>
        </p:blipFill>
        <p:spPr>
          <a:xfrm>
            <a:off x="5495544" y="1083564"/>
            <a:ext cx="6434328" cy="4690872"/>
          </a:xfrm>
          <a:prstGeom prst="rect">
            <a:avLst/>
          </a:prstGeom>
        </p:spPr>
      </p:pic>
      <p:pic>
        <p:nvPicPr>
          <p:cNvPr id="5" name="Picture 2">
            <a:extLst>
              <a:ext uri="{FF2B5EF4-FFF2-40B4-BE49-F238E27FC236}">
                <a16:creationId xmlns:a16="http://schemas.microsoft.com/office/drawing/2014/main" id="{D4ECC5C9-F80C-3C3E-03B4-841B0DEF3F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128" y="1562798"/>
            <a:ext cx="5437632" cy="405161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106144F-DDC2-DBF2-3CF5-EE4A4A7F428C}"/>
              </a:ext>
            </a:extLst>
          </p:cNvPr>
          <p:cNvSpPr txBox="1"/>
          <p:nvPr/>
        </p:nvSpPr>
        <p:spPr>
          <a:xfrm>
            <a:off x="4494439" y="5922971"/>
            <a:ext cx="3203121" cy="584775"/>
          </a:xfrm>
          <a:prstGeom prst="rect">
            <a:avLst/>
          </a:prstGeom>
          <a:noFill/>
        </p:spPr>
        <p:txBody>
          <a:bodyPr wrap="none" rtlCol="0">
            <a:spAutoFit/>
          </a:bodyPr>
          <a:lstStyle/>
          <a:p>
            <a:r>
              <a:rPr lang="en-US" sz="3200" b="1" dirty="0">
                <a:solidFill>
                  <a:srgbClr val="FF0000"/>
                </a:solidFill>
                <a:latin typeface="Times New Roman" panose="02020603050405020304" pitchFamily="18" charset="0"/>
                <a:cs typeface="Times New Roman" panose="02020603050405020304" pitchFamily="18" charset="0"/>
              </a:rPr>
              <a:t>Follow any one !!</a:t>
            </a:r>
            <a:endParaRPr lang="en-IN" sz="32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24771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27B07-B2A6-DAA1-975F-F1D865EA4A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701DFD-3203-902A-BCCD-A045A2A0EED5}"/>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F33CEAE-7721-0603-0CA6-8C9D31F29EFB}"/>
              </a:ext>
            </a:extLst>
          </p:cNvPr>
          <p:cNvPicPr>
            <a:picLocks noChangeAspect="1"/>
          </p:cNvPicPr>
          <p:nvPr/>
        </p:nvPicPr>
        <p:blipFill>
          <a:blip r:embed="rId2"/>
          <a:stretch>
            <a:fillRect/>
          </a:stretch>
        </p:blipFill>
        <p:spPr>
          <a:xfrm>
            <a:off x="92946" y="97522"/>
            <a:ext cx="990334" cy="614374"/>
          </a:xfrm>
          <a:prstGeom prst="rect">
            <a:avLst/>
          </a:prstGeom>
        </p:spPr>
      </p:pic>
      <p:pic>
        <p:nvPicPr>
          <p:cNvPr id="6" name="Picture 5">
            <a:extLst>
              <a:ext uri="{FF2B5EF4-FFF2-40B4-BE49-F238E27FC236}">
                <a16:creationId xmlns:a16="http://schemas.microsoft.com/office/drawing/2014/main" id="{A4DAFA18-02D0-2FF7-E9C0-47D1E7B8F2CD}"/>
              </a:ext>
            </a:extLst>
          </p:cNvPr>
          <p:cNvPicPr>
            <a:picLocks noChangeAspect="1"/>
          </p:cNvPicPr>
          <p:nvPr/>
        </p:nvPicPr>
        <p:blipFill>
          <a:blip r:embed="rId3"/>
          <a:stretch>
            <a:fillRect/>
          </a:stretch>
        </p:blipFill>
        <p:spPr>
          <a:xfrm>
            <a:off x="1645921" y="935029"/>
            <a:ext cx="10030968" cy="5778408"/>
          </a:xfrm>
          <a:prstGeom prst="rect">
            <a:avLst/>
          </a:prstGeom>
        </p:spPr>
      </p:pic>
      <p:pic>
        <p:nvPicPr>
          <p:cNvPr id="8" name="Picture 7">
            <a:extLst>
              <a:ext uri="{FF2B5EF4-FFF2-40B4-BE49-F238E27FC236}">
                <a16:creationId xmlns:a16="http://schemas.microsoft.com/office/drawing/2014/main" id="{754F7DC9-449A-6054-5512-89A6742B65A2}"/>
              </a:ext>
            </a:extLst>
          </p:cNvPr>
          <p:cNvPicPr>
            <a:picLocks noChangeAspect="1"/>
          </p:cNvPicPr>
          <p:nvPr/>
        </p:nvPicPr>
        <p:blipFill>
          <a:blip r:embed="rId4"/>
          <a:stretch>
            <a:fillRect/>
          </a:stretch>
        </p:blipFill>
        <p:spPr>
          <a:xfrm>
            <a:off x="201168" y="935030"/>
            <a:ext cx="3785616" cy="245364"/>
          </a:xfrm>
          <a:prstGeom prst="rect">
            <a:avLst/>
          </a:prstGeom>
        </p:spPr>
      </p:pic>
    </p:spTree>
    <p:extLst>
      <p:ext uri="{BB962C8B-B14F-4D97-AF65-F5344CB8AC3E}">
        <p14:creationId xmlns:p14="http://schemas.microsoft.com/office/powerpoint/2010/main" val="4328635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BEF1A-A7BD-4F26-E070-DD36461C7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59340-E0C6-2249-1D75-2D3FB1F9ADF6}"/>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7CA96EE-0F6D-8DF3-D965-88555370A358}"/>
              </a:ext>
            </a:extLst>
          </p:cNvPr>
          <p:cNvPicPr>
            <a:picLocks noChangeAspect="1"/>
          </p:cNvPicPr>
          <p:nvPr/>
        </p:nvPicPr>
        <p:blipFill>
          <a:blip r:embed="rId2"/>
          <a:stretch>
            <a:fillRect/>
          </a:stretch>
        </p:blipFill>
        <p:spPr>
          <a:xfrm>
            <a:off x="92946" y="97522"/>
            <a:ext cx="990334" cy="614374"/>
          </a:xfrm>
          <a:prstGeom prst="rect">
            <a:avLst/>
          </a:prstGeom>
        </p:spPr>
      </p:pic>
      <p:pic>
        <p:nvPicPr>
          <p:cNvPr id="5" name="Picture 4">
            <a:extLst>
              <a:ext uri="{FF2B5EF4-FFF2-40B4-BE49-F238E27FC236}">
                <a16:creationId xmlns:a16="http://schemas.microsoft.com/office/drawing/2014/main" id="{E1C19114-972B-739B-D666-84DCA2E9CF5A}"/>
              </a:ext>
            </a:extLst>
          </p:cNvPr>
          <p:cNvPicPr>
            <a:picLocks noChangeAspect="1"/>
          </p:cNvPicPr>
          <p:nvPr/>
        </p:nvPicPr>
        <p:blipFill>
          <a:blip r:embed="rId3"/>
          <a:stretch>
            <a:fillRect/>
          </a:stretch>
        </p:blipFill>
        <p:spPr>
          <a:xfrm>
            <a:off x="1984249" y="935030"/>
            <a:ext cx="9189720" cy="5895738"/>
          </a:xfrm>
          <a:prstGeom prst="rect">
            <a:avLst/>
          </a:prstGeom>
        </p:spPr>
      </p:pic>
      <p:pic>
        <p:nvPicPr>
          <p:cNvPr id="9" name="Picture 8">
            <a:extLst>
              <a:ext uri="{FF2B5EF4-FFF2-40B4-BE49-F238E27FC236}">
                <a16:creationId xmlns:a16="http://schemas.microsoft.com/office/drawing/2014/main" id="{85663F9D-FF65-3E41-4532-E45CEB9C64E5}"/>
              </a:ext>
            </a:extLst>
          </p:cNvPr>
          <p:cNvPicPr>
            <a:picLocks noChangeAspect="1"/>
          </p:cNvPicPr>
          <p:nvPr/>
        </p:nvPicPr>
        <p:blipFill>
          <a:blip r:embed="rId4"/>
          <a:stretch>
            <a:fillRect/>
          </a:stretch>
        </p:blipFill>
        <p:spPr>
          <a:xfrm>
            <a:off x="0" y="4290908"/>
            <a:ext cx="5366959" cy="427395"/>
          </a:xfrm>
          <a:prstGeom prst="rect">
            <a:avLst/>
          </a:prstGeom>
        </p:spPr>
      </p:pic>
    </p:spTree>
    <p:extLst>
      <p:ext uri="{BB962C8B-B14F-4D97-AF65-F5344CB8AC3E}">
        <p14:creationId xmlns:p14="http://schemas.microsoft.com/office/powerpoint/2010/main" val="33487556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D74EC-B6A5-DA08-A025-93D13B8C6C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21C70-9A57-F5BE-2C31-5CAA64501211}"/>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08561C6-EB94-B89E-0176-32F443A32BE8}"/>
              </a:ext>
            </a:extLst>
          </p:cNvPr>
          <p:cNvPicPr>
            <a:picLocks noChangeAspect="1"/>
          </p:cNvPicPr>
          <p:nvPr/>
        </p:nvPicPr>
        <p:blipFill>
          <a:blip r:embed="rId2"/>
          <a:stretch>
            <a:fillRect/>
          </a:stretch>
        </p:blipFill>
        <p:spPr>
          <a:xfrm>
            <a:off x="92946" y="97522"/>
            <a:ext cx="990334" cy="614374"/>
          </a:xfrm>
          <a:prstGeom prst="rect">
            <a:avLst/>
          </a:prstGeom>
        </p:spPr>
      </p:pic>
      <p:sp>
        <p:nvSpPr>
          <p:cNvPr id="6" name="TextBox 5">
            <a:extLst>
              <a:ext uri="{FF2B5EF4-FFF2-40B4-BE49-F238E27FC236}">
                <a16:creationId xmlns:a16="http://schemas.microsoft.com/office/drawing/2014/main" id="{CB2A7D1A-427B-49D5-FA32-38920F3D2E39}"/>
              </a:ext>
            </a:extLst>
          </p:cNvPr>
          <p:cNvSpPr txBox="1"/>
          <p:nvPr/>
        </p:nvSpPr>
        <p:spPr>
          <a:xfrm>
            <a:off x="455295" y="834890"/>
            <a:ext cx="11281410" cy="6124754"/>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STRUCTURED DESIGN</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aim of structured design is to transform the results of the structured analysis (that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s, the DFD model) into a structure chart.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structure chart represents the software architecture.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various modules making up the system, the module dependency (i.e. which module calls which other modules), and the parameters that are passed among the different modules. </a:t>
            </a:r>
            <a:endParaRPr lang="en-IN"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basic building blocks using which structure charts are designed are as following: </a:t>
            </a:r>
          </a:p>
          <a:p>
            <a:pPr algn="just"/>
            <a:r>
              <a:rPr lang="en-US" sz="2800" b="1" dirty="0">
                <a:latin typeface="Times New Roman" panose="02020603050405020304" pitchFamily="18" charset="0"/>
                <a:cs typeface="Times New Roman" panose="02020603050405020304" pitchFamily="18" charset="0"/>
              </a:rPr>
              <a:t>Rectangular boxes: </a:t>
            </a:r>
            <a:r>
              <a:rPr lang="en-US" sz="2800" dirty="0">
                <a:latin typeface="Times New Roman" panose="02020603050405020304" pitchFamily="18" charset="0"/>
                <a:cs typeface="Times New Roman" panose="02020603050405020304" pitchFamily="18" charset="0"/>
              </a:rPr>
              <a:t>A rectangular box represents a module. Usually, every rectangular box is annotated with the name of the module it represents. </a:t>
            </a:r>
            <a:r>
              <a:rPr lang="en-US" sz="2800" b="1" dirty="0">
                <a:latin typeface="Times New Roman" panose="02020603050405020304" pitchFamily="18" charset="0"/>
                <a:cs typeface="Times New Roman" panose="02020603050405020304" pitchFamily="18" charset="0"/>
              </a:rPr>
              <a:t>Module invocation arrows: </a:t>
            </a:r>
            <a:r>
              <a:rPr lang="en-US" sz="2800" dirty="0">
                <a:latin typeface="Times New Roman" panose="02020603050405020304" pitchFamily="18" charset="0"/>
                <a:cs typeface="Times New Roman" panose="02020603050405020304" pitchFamily="18" charset="0"/>
              </a:rPr>
              <a:t>An arrow connecting two modules implies that during program execution control is passed from one module to the other in the direction of the connecting arrow.</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66576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F3840-6968-5CC6-9F94-64A87D55E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3F356-86C6-645F-6518-7FC9FC74D929}"/>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1D1C513-4228-2601-835A-14F18E02AFEC}"/>
              </a:ext>
            </a:extLst>
          </p:cNvPr>
          <p:cNvPicPr>
            <a:picLocks noChangeAspect="1"/>
          </p:cNvPicPr>
          <p:nvPr/>
        </p:nvPicPr>
        <p:blipFill>
          <a:blip r:embed="rId2"/>
          <a:stretch>
            <a:fillRect/>
          </a:stretch>
        </p:blipFill>
        <p:spPr>
          <a:xfrm>
            <a:off x="92946" y="97522"/>
            <a:ext cx="990334" cy="614374"/>
          </a:xfrm>
          <a:prstGeom prst="rect">
            <a:avLst/>
          </a:prstGeom>
        </p:spPr>
      </p:pic>
      <p:sp>
        <p:nvSpPr>
          <p:cNvPr id="6" name="TextBox 5">
            <a:extLst>
              <a:ext uri="{FF2B5EF4-FFF2-40B4-BE49-F238E27FC236}">
                <a16:creationId xmlns:a16="http://schemas.microsoft.com/office/drawing/2014/main" id="{7BDC55DA-BC57-E808-86C2-F38019EA4D48}"/>
              </a:ext>
            </a:extLst>
          </p:cNvPr>
          <p:cNvSpPr txBox="1"/>
          <p:nvPr/>
        </p:nvSpPr>
        <p:spPr>
          <a:xfrm>
            <a:off x="455295" y="834890"/>
            <a:ext cx="11281410" cy="3108543"/>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Data flow arrows: </a:t>
            </a:r>
            <a:r>
              <a:rPr lang="en-US" sz="2800" dirty="0">
                <a:latin typeface="Times New Roman" panose="02020603050405020304" pitchFamily="18" charset="0"/>
                <a:cs typeface="Times New Roman" panose="02020603050405020304" pitchFamily="18" charset="0"/>
              </a:rPr>
              <a:t>The data flow arrows are annotated with the corresponding data name.</a:t>
            </a:r>
          </a:p>
          <a:p>
            <a:pPr algn="just"/>
            <a:r>
              <a:rPr lang="en-US" sz="2800" b="1" dirty="0">
                <a:latin typeface="Times New Roman" panose="02020603050405020304" pitchFamily="18" charset="0"/>
                <a:cs typeface="Times New Roman" panose="02020603050405020304" pitchFamily="18" charset="0"/>
              </a:rPr>
              <a:t>Library modules: </a:t>
            </a:r>
            <a:r>
              <a:rPr lang="en-US" sz="2800" dirty="0">
                <a:latin typeface="Times New Roman" panose="02020603050405020304" pitchFamily="18" charset="0"/>
                <a:cs typeface="Times New Roman" panose="02020603050405020304" pitchFamily="18" charset="0"/>
              </a:rPr>
              <a:t>A library module is usually represented by a rectangle with double edges.</a:t>
            </a:r>
          </a:p>
          <a:p>
            <a:pPr algn="just"/>
            <a:r>
              <a:rPr lang="en-US" sz="2800" b="1" dirty="0">
                <a:latin typeface="Times New Roman" panose="02020603050405020304" pitchFamily="18" charset="0"/>
                <a:cs typeface="Times New Roman" panose="02020603050405020304" pitchFamily="18" charset="0"/>
              </a:rPr>
              <a:t>Selection: </a:t>
            </a:r>
            <a:r>
              <a:rPr lang="en-US" sz="2800" dirty="0">
                <a:latin typeface="Times New Roman" panose="02020603050405020304" pitchFamily="18" charset="0"/>
                <a:cs typeface="Times New Roman" panose="02020603050405020304" pitchFamily="18" charset="0"/>
              </a:rPr>
              <a:t>The diamond symbol represents the fact that one module of several modules connected with the diamond symbol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s invoked</a:t>
            </a:r>
          </a:p>
          <a:p>
            <a:pPr algn="just"/>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C67F3E1-4E2C-A7BB-5598-64D74B2B32F7}"/>
              </a:ext>
            </a:extLst>
          </p:cNvPr>
          <p:cNvPicPr>
            <a:picLocks noChangeAspect="1"/>
          </p:cNvPicPr>
          <p:nvPr/>
        </p:nvPicPr>
        <p:blipFill>
          <a:blip r:embed="rId3"/>
          <a:stretch>
            <a:fillRect/>
          </a:stretch>
        </p:blipFill>
        <p:spPr>
          <a:xfrm>
            <a:off x="2762097" y="3501953"/>
            <a:ext cx="7105803" cy="3332743"/>
          </a:xfrm>
          <a:prstGeom prst="rect">
            <a:avLst/>
          </a:prstGeom>
        </p:spPr>
      </p:pic>
    </p:spTree>
    <p:extLst>
      <p:ext uri="{BB962C8B-B14F-4D97-AF65-F5344CB8AC3E}">
        <p14:creationId xmlns:p14="http://schemas.microsoft.com/office/powerpoint/2010/main" val="28450141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7A9B6-1B9C-FB47-0832-17E3618FF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23AE0-06B3-497E-938A-417529F5B7FB}"/>
              </a:ext>
            </a:extLst>
          </p:cNvPr>
          <p:cNvSpPr>
            <a:spLocks noGrp="1"/>
          </p:cNvSpPr>
          <p:nvPr>
            <p:ph type="ctrTitle"/>
          </p:nvPr>
        </p:nvSpPr>
        <p:spPr>
          <a:xfrm>
            <a:off x="1176528" y="241418"/>
            <a:ext cx="1070152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15C678F-2824-C162-D835-313947FE3F34}"/>
              </a:ext>
            </a:extLst>
          </p:cNvPr>
          <p:cNvPicPr>
            <a:picLocks noChangeAspect="1"/>
          </p:cNvPicPr>
          <p:nvPr/>
        </p:nvPicPr>
        <p:blipFill>
          <a:blip r:embed="rId2"/>
          <a:stretch>
            <a:fillRect/>
          </a:stretch>
        </p:blipFill>
        <p:spPr>
          <a:xfrm>
            <a:off x="92946" y="97522"/>
            <a:ext cx="990334" cy="614374"/>
          </a:xfrm>
          <a:prstGeom prst="rect">
            <a:avLst/>
          </a:prstGeom>
        </p:spPr>
      </p:pic>
      <p:pic>
        <p:nvPicPr>
          <p:cNvPr id="7" name="Picture 6">
            <a:extLst>
              <a:ext uri="{FF2B5EF4-FFF2-40B4-BE49-F238E27FC236}">
                <a16:creationId xmlns:a16="http://schemas.microsoft.com/office/drawing/2014/main" id="{AFE443CD-C6B7-8FF9-D221-3EA574169AD4}"/>
              </a:ext>
            </a:extLst>
          </p:cNvPr>
          <p:cNvPicPr>
            <a:picLocks noChangeAspect="1"/>
          </p:cNvPicPr>
          <p:nvPr/>
        </p:nvPicPr>
        <p:blipFill>
          <a:blip r:embed="rId3"/>
          <a:stretch>
            <a:fillRect/>
          </a:stretch>
        </p:blipFill>
        <p:spPr>
          <a:xfrm>
            <a:off x="2590800" y="0"/>
            <a:ext cx="8058149" cy="6891677"/>
          </a:xfrm>
          <a:prstGeom prst="rect">
            <a:avLst/>
          </a:prstGeom>
        </p:spPr>
      </p:pic>
      <p:sp>
        <p:nvSpPr>
          <p:cNvPr id="8" name="TextBox 7">
            <a:extLst>
              <a:ext uri="{FF2B5EF4-FFF2-40B4-BE49-F238E27FC236}">
                <a16:creationId xmlns:a16="http://schemas.microsoft.com/office/drawing/2014/main" id="{7DDD9E78-A56D-8331-65F7-0290B3A63C15}"/>
              </a:ext>
            </a:extLst>
          </p:cNvPr>
          <p:cNvSpPr txBox="1"/>
          <p:nvPr/>
        </p:nvSpPr>
        <p:spPr>
          <a:xfrm>
            <a:off x="1" y="2176272"/>
            <a:ext cx="2816352" cy="830997"/>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DFD for Tic-Tac-Toe </a:t>
            </a:r>
          </a:p>
          <a:p>
            <a:pPr algn="ctr"/>
            <a:r>
              <a:rPr lang="en-US" sz="2400" dirty="0">
                <a:latin typeface="Times New Roman" panose="02020603050405020304" pitchFamily="18" charset="0"/>
                <a:cs typeface="Times New Roman" panose="02020603050405020304" pitchFamily="18" charset="0"/>
              </a:rPr>
              <a:t>software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87045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20183-4A3F-FE62-1E3E-0CF98A030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6EA2E-4829-0EF2-3294-CA0F4798BC4E}"/>
              </a:ext>
            </a:extLst>
          </p:cNvPr>
          <p:cNvSpPr>
            <a:spLocks noGrp="1"/>
          </p:cNvSpPr>
          <p:nvPr>
            <p:ph type="ctrTitle"/>
          </p:nvPr>
        </p:nvSpPr>
        <p:spPr>
          <a:xfrm>
            <a:off x="2276475" y="0"/>
            <a:ext cx="806119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C90D5E3-3200-36A1-0BE4-389A81802F1E}"/>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45CCD5AA-E906-10A1-4E8A-4182819A9094}"/>
              </a:ext>
            </a:extLst>
          </p:cNvPr>
          <p:cNvSpPr txBox="1"/>
          <p:nvPr/>
        </p:nvSpPr>
        <p:spPr>
          <a:xfrm>
            <a:off x="534011" y="844034"/>
            <a:ext cx="10782300" cy="52322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Draw the structure chart for the tic-tac-toe software</a:t>
            </a:r>
            <a:endParaRPr lang="en-IN" sz="28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4983B02-28E2-D571-6544-5BAB13C12D8C}"/>
              </a:ext>
            </a:extLst>
          </p:cNvPr>
          <p:cNvPicPr>
            <a:picLocks noChangeAspect="1"/>
          </p:cNvPicPr>
          <p:nvPr/>
        </p:nvPicPr>
        <p:blipFill>
          <a:blip r:embed="rId3"/>
          <a:stretch>
            <a:fillRect/>
          </a:stretch>
        </p:blipFill>
        <p:spPr>
          <a:xfrm>
            <a:off x="1501773" y="1326529"/>
            <a:ext cx="9188454" cy="5531471"/>
          </a:xfrm>
          <a:prstGeom prst="rect">
            <a:avLst/>
          </a:prstGeom>
        </p:spPr>
      </p:pic>
    </p:spTree>
    <p:extLst>
      <p:ext uri="{BB962C8B-B14F-4D97-AF65-F5344CB8AC3E}">
        <p14:creationId xmlns:p14="http://schemas.microsoft.com/office/powerpoint/2010/main" val="26390393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B56D4-2919-BB83-FDD5-C22689ACA8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5A0E07-4FC3-BC9B-88DF-E2A45478BDA7}"/>
              </a:ext>
            </a:extLst>
          </p:cNvPr>
          <p:cNvSpPr>
            <a:spLocks noGrp="1"/>
          </p:cNvSpPr>
          <p:nvPr>
            <p:ph type="ctrTitle"/>
          </p:nvPr>
        </p:nvSpPr>
        <p:spPr>
          <a:xfrm>
            <a:off x="2276475" y="0"/>
            <a:ext cx="806119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B5FE1D9-955F-2B3F-91D7-4BB4A4836B63}"/>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A2A384D7-3871-4575-493F-1D6CF83A2555}"/>
              </a:ext>
            </a:extLst>
          </p:cNvPr>
          <p:cNvSpPr txBox="1"/>
          <p:nvPr/>
        </p:nvSpPr>
        <p:spPr>
          <a:xfrm>
            <a:off x="534011" y="844034"/>
            <a:ext cx="10782300" cy="52322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Draw the structure chart for the personal library software</a:t>
            </a: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11DB249-E427-518D-03FF-FC91E1F3E6F4}"/>
              </a:ext>
            </a:extLst>
          </p:cNvPr>
          <p:cNvPicPr>
            <a:picLocks noChangeAspect="1"/>
          </p:cNvPicPr>
          <p:nvPr/>
        </p:nvPicPr>
        <p:blipFill>
          <a:blip r:embed="rId3"/>
          <a:stretch>
            <a:fillRect/>
          </a:stretch>
        </p:blipFill>
        <p:spPr>
          <a:xfrm>
            <a:off x="1778634" y="1517677"/>
            <a:ext cx="8106029" cy="5074082"/>
          </a:xfrm>
          <a:prstGeom prst="rect">
            <a:avLst/>
          </a:prstGeom>
        </p:spPr>
      </p:pic>
    </p:spTree>
    <p:extLst>
      <p:ext uri="{BB962C8B-B14F-4D97-AF65-F5344CB8AC3E}">
        <p14:creationId xmlns:p14="http://schemas.microsoft.com/office/powerpoint/2010/main" val="31546234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21D73-2732-FFDB-1E8D-42D06FCD5A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3149E-C299-DF32-9471-12F1835ADCB4}"/>
              </a:ext>
            </a:extLst>
          </p:cNvPr>
          <p:cNvSpPr>
            <a:spLocks noGrp="1"/>
          </p:cNvSpPr>
          <p:nvPr>
            <p:ph type="ctrTitle"/>
          </p:nvPr>
        </p:nvSpPr>
        <p:spPr>
          <a:xfrm>
            <a:off x="2276475" y="0"/>
            <a:ext cx="806119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ACD5625-A9CE-121C-5E8C-3CB4E252E2AF}"/>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8084CDEC-06E4-2027-FE56-17828DCA99C8}"/>
              </a:ext>
            </a:extLst>
          </p:cNvPr>
          <p:cNvSpPr txBox="1"/>
          <p:nvPr/>
        </p:nvSpPr>
        <p:spPr>
          <a:xfrm>
            <a:off x="534011" y="844034"/>
            <a:ext cx="10782300" cy="4832092"/>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DETAILED DESIGN</a:t>
            </a:r>
          </a:p>
          <a:p>
            <a:pPr algn="just"/>
            <a:r>
              <a:rPr lang="en-US" sz="2800" dirty="0">
                <a:latin typeface="Times New Roman" panose="02020603050405020304" pitchFamily="18" charset="0"/>
                <a:cs typeface="Times New Roman" panose="02020603050405020304" pitchFamily="18" charset="0"/>
              </a:rPr>
              <a:t>During detailed design the pseudo code description of the processing and the different data structures are designed for the different modules of the structure chart</a:t>
            </a:r>
            <a:r>
              <a:rPr lang="en-IN" sz="2800" dirty="0">
                <a:latin typeface="Times New Roman" panose="02020603050405020304" pitchFamily="18" charset="0"/>
                <a:cs typeface="Times New Roman" panose="02020603050405020304" pitchFamily="18" charset="0"/>
              </a:rPr>
              <a:t>.</a:t>
            </a:r>
          </a:p>
          <a:p>
            <a:pPr algn="just"/>
            <a:endParaRPr lang="en-IN"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Detailed Design are usually described in the form of </a:t>
            </a:r>
            <a:r>
              <a:rPr lang="en-US" sz="2800" b="1" dirty="0">
                <a:latin typeface="Times New Roman" panose="02020603050405020304" pitchFamily="18" charset="0"/>
                <a:cs typeface="Times New Roman" panose="02020603050405020304" pitchFamily="18" charset="0"/>
              </a:rPr>
              <a:t>module specifications (MSPEC)</a:t>
            </a:r>
            <a:r>
              <a:rPr lang="en-US" sz="2800" dirty="0">
                <a:latin typeface="Times New Roman" panose="02020603050405020304" pitchFamily="18" charset="0"/>
                <a:cs typeface="Times New Roman" panose="02020603050405020304" pitchFamily="18" charset="0"/>
              </a:rPr>
              <a:t>. MSPEC is usually written using structured English. </a:t>
            </a:r>
          </a:p>
          <a:p>
            <a:pPr algn="just"/>
            <a:endParaRPr lang="en-IN"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To develop the MSPEC of a module, refer the DFD model and the SRS document to determine the functionality of the module.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27453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44312-5187-0F13-47E5-D7D18B45C6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60FBF-044A-757F-CF0F-9CCED770941B}"/>
              </a:ext>
            </a:extLst>
          </p:cNvPr>
          <p:cNvSpPr>
            <a:spLocks noGrp="1"/>
          </p:cNvSpPr>
          <p:nvPr>
            <p:ph type="ctrTitle"/>
          </p:nvPr>
        </p:nvSpPr>
        <p:spPr>
          <a:xfrm>
            <a:off x="2276475" y="0"/>
            <a:ext cx="8061198" cy="693611"/>
          </a:xfrm>
        </p:spPr>
        <p:txBody>
          <a:bodyPr>
            <a:normAutofit fontScale="90000"/>
          </a:bodyPr>
          <a:lstStyle/>
          <a:p>
            <a:r>
              <a:rPr lang="en-US" sz="3200" b="1" dirty="0">
                <a:latin typeface="Times New Roman" panose="02020603050405020304" pitchFamily="18" charset="0"/>
                <a:cs typeface="Times New Roman" panose="02020603050405020304" pitchFamily="18" charset="0"/>
              </a:rPr>
              <a:t>FUNCTION-ORIENTED SOFTWARE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3A2E4AC-2233-176E-54BD-9CA4D20C0AC1}"/>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59A19E4A-8AF3-B2B8-C6D6-0C73C8D19753}"/>
              </a:ext>
            </a:extLst>
          </p:cNvPr>
          <p:cNvSpPr txBox="1"/>
          <p:nvPr/>
        </p:nvSpPr>
        <p:spPr>
          <a:xfrm>
            <a:off x="534011" y="844034"/>
            <a:ext cx="10782300" cy="4401205"/>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DESIGN REVIEW</a:t>
            </a:r>
          </a:p>
          <a:p>
            <a:pPr algn="just"/>
            <a:r>
              <a:rPr lang="en-US" sz="2800" dirty="0">
                <a:latin typeface="Times New Roman" panose="02020603050405020304" pitchFamily="18" charset="0"/>
                <a:cs typeface="Times New Roman" panose="02020603050405020304" pitchFamily="18" charset="0"/>
              </a:rPr>
              <a:t>The review team checks the design documents especially for the following aspects: </a:t>
            </a:r>
          </a:p>
          <a:p>
            <a:pPr algn="just"/>
            <a:r>
              <a:rPr lang="en-US" sz="2800" b="1" dirty="0">
                <a:latin typeface="Times New Roman" panose="02020603050405020304" pitchFamily="18" charset="0"/>
                <a:cs typeface="Times New Roman" panose="02020603050405020304" pitchFamily="18" charset="0"/>
              </a:rPr>
              <a:t>Traceability: </a:t>
            </a:r>
            <a:r>
              <a:rPr lang="en-US" sz="2800" dirty="0">
                <a:latin typeface="Times New Roman" panose="02020603050405020304" pitchFamily="18" charset="0"/>
                <a:cs typeface="Times New Roman" panose="02020603050405020304" pitchFamily="18" charset="0"/>
              </a:rPr>
              <a:t>Whether each bubble of the DFD can be traced to some module in the structure chart and vice versa</a:t>
            </a:r>
            <a:r>
              <a:rPr lang="en-IN" sz="2800" dirty="0">
                <a:latin typeface="Times New Roman" panose="02020603050405020304" pitchFamily="18" charset="0"/>
                <a:cs typeface="Times New Roman" panose="02020603050405020304" pitchFamily="18" charset="0"/>
              </a:rPr>
              <a:t>.</a:t>
            </a:r>
          </a:p>
          <a:p>
            <a:pPr algn="just"/>
            <a:r>
              <a:rPr lang="en-US" sz="2800" b="1" dirty="0">
                <a:latin typeface="Times New Roman" panose="02020603050405020304" pitchFamily="18" charset="0"/>
                <a:cs typeface="Times New Roman" panose="02020603050405020304" pitchFamily="18" charset="0"/>
              </a:rPr>
              <a:t>Correctness: </a:t>
            </a:r>
            <a:r>
              <a:rPr lang="en-US" sz="2800" dirty="0">
                <a:latin typeface="Times New Roman" panose="02020603050405020304" pitchFamily="18" charset="0"/>
                <a:cs typeface="Times New Roman" panose="02020603050405020304" pitchFamily="18" charset="0"/>
              </a:rPr>
              <a:t>Whether all the algorithms and data structures of the detailed design are correct. </a:t>
            </a:r>
          </a:p>
          <a:p>
            <a:pPr algn="just"/>
            <a:r>
              <a:rPr lang="en-US" sz="2800" b="1" dirty="0">
                <a:latin typeface="Times New Roman" panose="02020603050405020304" pitchFamily="18" charset="0"/>
                <a:cs typeface="Times New Roman" panose="02020603050405020304" pitchFamily="18" charset="0"/>
              </a:rPr>
              <a:t>Maintainability: </a:t>
            </a:r>
            <a:r>
              <a:rPr lang="en-US" sz="2800" dirty="0">
                <a:latin typeface="Times New Roman" panose="02020603050405020304" pitchFamily="18" charset="0"/>
                <a:cs typeface="Times New Roman" panose="02020603050405020304" pitchFamily="18" charset="0"/>
              </a:rPr>
              <a:t>Whether the design can be easily maintained in future.</a:t>
            </a:r>
          </a:p>
          <a:p>
            <a:pPr algn="just"/>
            <a:r>
              <a:rPr lang="en-US" sz="2800" b="1" dirty="0">
                <a:latin typeface="Times New Roman" panose="02020603050405020304" pitchFamily="18" charset="0"/>
                <a:cs typeface="Times New Roman" panose="02020603050405020304" pitchFamily="18" charset="0"/>
              </a:rPr>
              <a:t>Implementation: </a:t>
            </a:r>
            <a:r>
              <a:rPr lang="en-US" sz="2800" dirty="0">
                <a:latin typeface="Times New Roman" panose="02020603050405020304" pitchFamily="18" charset="0"/>
                <a:cs typeface="Times New Roman" panose="02020603050405020304" pitchFamily="18" charset="0"/>
              </a:rPr>
              <a:t>Whether the design can be easily and efficiently be implemented.</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77336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092F1-1D19-3062-4F19-5CB742AD7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44F2C1-9360-85E0-B8C7-BE85612B8A87}"/>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3E654D0-7C7E-94FE-DE02-B5E95E92D950}"/>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04655086-8A4E-3829-364D-71EB9B325F55}"/>
              </a:ext>
            </a:extLst>
          </p:cNvPr>
          <p:cNvSpPr txBox="1"/>
          <p:nvPr/>
        </p:nvSpPr>
        <p:spPr>
          <a:xfrm>
            <a:off x="588112" y="302359"/>
            <a:ext cx="11390527" cy="6555641"/>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user interface portion of a software product is responsible for all interactions with the user. </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Almost every software product has a user interface (can you think of a software product that does not have any user interface?).</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user interface part of a software product is responsible for all interactions with the end-user</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Users become particularly irritated when a system behaves in an unexpected ways, i.e., issued commands do not carry out actions according to the intuitive expectations of the user</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For many interactive applications, as much as 50 per cent of the total development effort is spent on developing the user interface part.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9812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44ECE-0144-8B03-971E-E97C2FEB1A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505B8D-8925-B9E5-E795-F27C551E0CD1}"/>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9F20E50-499B-5C70-1D9D-83F93E3F6E5B}"/>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2DD50B82-A562-30A5-543F-E6D175F0A8D4}"/>
              </a:ext>
            </a:extLst>
          </p:cNvPr>
          <p:cNvSpPr txBox="1"/>
          <p:nvPr/>
        </p:nvSpPr>
        <p:spPr>
          <a:xfrm>
            <a:off x="588113" y="631543"/>
            <a:ext cx="11390527" cy="6124754"/>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CHARACTERISTICS OF A GOOD USER INTERFACE</a:t>
            </a:r>
          </a:p>
          <a:p>
            <a:pPr algn="just"/>
            <a:r>
              <a:rPr lang="en-US" sz="2800" b="1" dirty="0">
                <a:latin typeface="Times New Roman" panose="02020603050405020304" pitchFamily="18" charset="0"/>
                <a:cs typeface="Times New Roman" panose="02020603050405020304" pitchFamily="18" charset="0"/>
              </a:rPr>
              <a:t>1. Speed of learning: </a:t>
            </a:r>
            <a:r>
              <a:rPr lang="en-US" sz="2800" dirty="0">
                <a:latin typeface="Times New Roman" panose="02020603050405020304" pitchFamily="18" charset="0"/>
                <a:cs typeface="Times New Roman" panose="02020603050405020304" pitchFamily="18" charset="0"/>
              </a:rPr>
              <a:t>A good user interface should be easy to learn.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Besides, the following three issues are crucial to enhance the speed of learning:</a:t>
            </a:r>
          </a:p>
          <a:p>
            <a:pPr algn="just"/>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Use of metaphors and intuitive command names: </a:t>
            </a:r>
            <a:r>
              <a:rPr lang="en-US" sz="2800" dirty="0">
                <a:latin typeface="Times New Roman" panose="02020603050405020304" pitchFamily="18" charset="0"/>
                <a:cs typeface="Times New Roman" panose="02020603050405020304" pitchFamily="18" charset="0"/>
              </a:rPr>
              <a:t>Speed of learning an interface is greatly facilitated if these are based on some day-to-day real-life examples or some physical objects with which the users are familiar with.</a:t>
            </a:r>
          </a:p>
          <a:p>
            <a:pPr algn="just"/>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Consistency: </a:t>
            </a:r>
            <a:r>
              <a:rPr lang="en-US" sz="2800" dirty="0">
                <a:latin typeface="Times New Roman" panose="02020603050405020304" pitchFamily="18" charset="0"/>
                <a:cs typeface="Times New Roman" panose="02020603050405020304" pitchFamily="18" charset="0"/>
              </a:rPr>
              <a:t>Once, a user learns about a command, he should be able to use the similar commands in different circumstances for carrying out similar actions.</a:t>
            </a:r>
          </a:p>
          <a:p>
            <a:pPr algn="just"/>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Component-based interface: </a:t>
            </a:r>
            <a:r>
              <a:rPr lang="en-US" sz="2800" dirty="0">
                <a:latin typeface="Times New Roman" panose="02020603050405020304" pitchFamily="18" charset="0"/>
                <a:cs typeface="Times New Roman" panose="02020603050405020304" pitchFamily="18" charset="0"/>
              </a:rPr>
              <a:t>Users can learn an interface faster if the interaction style of the interface is very similar to the interface of other applications with which the user is already familiar with.</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96777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64468-A6A3-172B-2A20-D0BC3DFFC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455CF-AEAA-2719-4122-E2CD7C617F64}"/>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49A2B35-FC5A-A6B6-87CD-F48353A038D0}"/>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F67D8F20-B4B0-F60A-B9ED-217FBBCFF38D}"/>
              </a:ext>
            </a:extLst>
          </p:cNvPr>
          <p:cNvSpPr txBox="1"/>
          <p:nvPr/>
        </p:nvSpPr>
        <p:spPr>
          <a:xfrm>
            <a:off x="588113" y="631543"/>
            <a:ext cx="11390527" cy="5693866"/>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CHARACTERISTICS OF A GOOD USER INTERFACE</a:t>
            </a:r>
          </a:p>
          <a:p>
            <a:pPr algn="just"/>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2. Speed of use: </a:t>
            </a:r>
            <a:r>
              <a:rPr lang="en-US" sz="2800" dirty="0">
                <a:latin typeface="Times New Roman" panose="02020603050405020304" pitchFamily="18" charset="0"/>
                <a:cs typeface="Times New Roman" panose="02020603050405020304" pitchFamily="18" charset="0"/>
              </a:rPr>
              <a:t>Speed of use of a user interface is determined by the time and user effort necessary to initiate and execute different commands.</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3</a:t>
            </a:r>
            <a:r>
              <a:rPr lang="en-US" sz="2800" b="1" dirty="0">
                <a:latin typeface="Times New Roman" panose="02020603050405020304" pitchFamily="18" charset="0"/>
                <a:cs typeface="Times New Roman" panose="02020603050405020304" pitchFamily="18" charset="0"/>
              </a:rPr>
              <a:t>. Speed of recall: </a:t>
            </a:r>
            <a:r>
              <a:rPr lang="en-US" sz="2800" dirty="0">
                <a:latin typeface="Times New Roman" panose="02020603050405020304" pitchFamily="18" charset="0"/>
                <a:cs typeface="Times New Roman" panose="02020603050405020304" pitchFamily="18" charset="0"/>
              </a:rPr>
              <a:t>Once users learn how to use an interface, the speed with which they can recall the command issue procedure should be </a:t>
            </a:r>
            <a:r>
              <a:rPr lang="en-US" sz="2800" dirty="0" err="1">
                <a:latin typeface="Times New Roman" panose="02020603050405020304" pitchFamily="18" charset="0"/>
                <a:cs typeface="Times New Roman" panose="02020603050405020304" pitchFamily="18" charset="0"/>
              </a:rPr>
              <a:t>maximised</a:t>
            </a:r>
            <a:r>
              <a:rPr lang="en-US" sz="2800" dirty="0">
                <a:latin typeface="Times New Roman" panose="02020603050405020304" pitchFamily="18" charset="0"/>
                <a:cs typeface="Times New Roman" panose="02020603050405020304" pitchFamily="18" charset="0"/>
              </a:rPr>
              <a:t>.</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4. </a:t>
            </a:r>
            <a:r>
              <a:rPr lang="en-US" sz="2800" b="1" dirty="0">
                <a:latin typeface="Times New Roman" panose="02020603050405020304" pitchFamily="18" charset="0"/>
                <a:cs typeface="Times New Roman" panose="02020603050405020304" pitchFamily="18" charset="0"/>
              </a:rPr>
              <a:t>Error prevention: </a:t>
            </a:r>
            <a:r>
              <a:rPr lang="en-US" sz="2800" dirty="0">
                <a:latin typeface="Times New Roman" panose="02020603050405020304" pitchFamily="18" charset="0"/>
                <a:cs typeface="Times New Roman" panose="02020603050405020304" pitchFamily="18" charset="0"/>
              </a:rPr>
              <a:t>A good user interface should </a:t>
            </a:r>
            <a:r>
              <a:rPr lang="en-US" sz="2800" dirty="0" err="1">
                <a:latin typeface="Times New Roman" panose="02020603050405020304" pitchFamily="18" charset="0"/>
                <a:cs typeface="Times New Roman" panose="02020603050405020304" pitchFamily="18" charset="0"/>
              </a:rPr>
              <a:t>minimise</a:t>
            </a:r>
            <a:r>
              <a:rPr lang="en-US" sz="2800" dirty="0">
                <a:latin typeface="Times New Roman" panose="02020603050405020304" pitchFamily="18" charset="0"/>
                <a:cs typeface="Times New Roman" panose="02020603050405020304" pitchFamily="18" charset="0"/>
              </a:rPr>
              <a:t> the scope of committing errors while initiating different commands.</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5. </a:t>
            </a:r>
            <a:r>
              <a:rPr lang="en-US" sz="2800" b="1" dirty="0">
                <a:latin typeface="Times New Roman" panose="02020603050405020304" pitchFamily="18" charset="0"/>
                <a:cs typeface="Times New Roman" panose="02020603050405020304" pitchFamily="18" charset="0"/>
              </a:rPr>
              <a:t>Aesthetic and attractive:</a:t>
            </a:r>
            <a:r>
              <a:rPr lang="en-US" sz="2800" dirty="0">
                <a:latin typeface="Times New Roman" panose="02020603050405020304" pitchFamily="18" charset="0"/>
                <a:cs typeface="Times New Roman" panose="02020603050405020304" pitchFamily="18" charset="0"/>
              </a:rPr>
              <a:t> A good user interface should be attractive to use. An attractive user interface catches user attention and fancy.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17667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492B7-6B7C-632C-3C6E-054AB22BB6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1E628-F85B-1FBB-7439-CAFFA65105CE}"/>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4BBB27D-BB30-5B21-4CC2-53F5097800B6}"/>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D7EF93F2-4967-4191-E179-1CDD72F2C403}"/>
              </a:ext>
            </a:extLst>
          </p:cNvPr>
          <p:cNvSpPr txBox="1"/>
          <p:nvPr/>
        </p:nvSpPr>
        <p:spPr>
          <a:xfrm>
            <a:off x="588113" y="631543"/>
            <a:ext cx="11390527" cy="5693866"/>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CHARACTERISTICS OF A GOOD USER INTERFACE</a:t>
            </a:r>
          </a:p>
          <a:p>
            <a:pPr algn="just"/>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6. Consistency: </a:t>
            </a:r>
            <a:r>
              <a:rPr lang="en-US" sz="2800" dirty="0">
                <a:latin typeface="Times New Roman" panose="02020603050405020304" pitchFamily="18" charset="0"/>
                <a:cs typeface="Times New Roman" panose="02020603050405020304" pitchFamily="18" charset="0"/>
              </a:rPr>
              <a:t>The commands supported by a user interface should be consistent.(Accurate)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7. </a:t>
            </a:r>
            <a:r>
              <a:rPr lang="en-US" sz="2800" b="1" dirty="0">
                <a:latin typeface="Times New Roman" panose="02020603050405020304" pitchFamily="18" charset="0"/>
                <a:cs typeface="Times New Roman" panose="02020603050405020304" pitchFamily="18" charset="0"/>
              </a:rPr>
              <a:t>Feedback: </a:t>
            </a:r>
            <a:r>
              <a:rPr lang="en-US" sz="2800" dirty="0">
                <a:latin typeface="Times New Roman" panose="02020603050405020304" pitchFamily="18" charset="0"/>
                <a:cs typeface="Times New Roman" panose="02020603050405020304" pitchFamily="18" charset="0"/>
              </a:rPr>
              <a:t>A good user interface must provide feedback to various user actions. Especially, if any user request takes more than few seconds to process, the user should be informed about the state of the processing of his request.</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8. </a:t>
            </a:r>
            <a:r>
              <a:rPr lang="en-US" sz="2800" b="1" dirty="0">
                <a:latin typeface="Times New Roman" panose="02020603050405020304" pitchFamily="18" charset="0"/>
                <a:cs typeface="Times New Roman" panose="02020603050405020304" pitchFamily="18" charset="0"/>
              </a:rPr>
              <a:t>Support for multiple skill levels: </a:t>
            </a:r>
            <a:r>
              <a:rPr lang="en-US" sz="2800" dirty="0">
                <a:latin typeface="Times New Roman" panose="02020603050405020304" pitchFamily="18" charset="0"/>
                <a:cs typeface="Times New Roman" panose="02020603050405020304" pitchFamily="18" charset="0"/>
              </a:rPr>
              <a:t>A good user interface should support multiple levels of sophistication of command issue procedure for different categories of users.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97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96A4A-4EC9-1D73-2A8C-1194D9E199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1644C-CD87-3E20-FA88-59C7A2C3E171}"/>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537EE62-500E-99BD-A5ED-AB671F0739F7}"/>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1B4D49B3-B722-4254-5D03-EAB55C9BC8B0}"/>
              </a:ext>
            </a:extLst>
          </p:cNvPr>
          <p:cNvSpPr txBox="1"/>
          <p:nvPr/>
        </p:nvSpPr>
        <p:spPr>
          <a:xfrm>
            <a:off x="588113" y="631543"/>
            <a:ext cx="11390527" cy="3970318"/>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CHARACTERISTICS OF A GOOD USER INTERFACE</a:t>
            </a:r>
          </a:p>
          <a:p>
            <a:pPr algn="just"/>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9. Error recovery (undo facility): </a:t>
            </a:r>
            <a:r>
              <a:rPr lang="en-US" sz="2800" dirty="0">
                <a:latin typeface="Times New Roman" panose="02020603050405020304" pitchFamily="18" charset="0"/>
                <a:cs typeface="Times New Roman" panose="02020603050405020304" pitchFamily="18" charset="0"/>
              </a:rPr>
              <a:t>While issuing commands, even the expert users can commit errors. Therefore, a good user interface should allow a user to undo a mistake committed by him while using the interface.</a:t>
            </a:r>
            <a:endParaRPr lang="en-US" sz="2800" b="1" dirty="0">
              <a:latin typeface="Times New Roman" panose="02020603050405020304" pitchFamily="18" charset="0"/>
              <a:cs typeface="Times New Roman" panose="02020603050405020304" pitchFamily="18" charset="0"/>
            </a:endParaRPr>
          </a:p>
          <a:p>
            <a:pPr algn="just"/>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10. </a:t>
            </a:r>
            <a:r>
              <a:rPr lang="en-US" sz="2800" b="1" dirty="0">
                <a:latin typeface="Times New Roman" panose="02020603050405020304" pitchFamily="18" charset="0"/>
                <a:cs typeface="Times New Roman" panose="02020603050405020304" pitchFamily="18" charset="0"/>
              </a:rPr>
              <a:t>User guidance and on-line help: </a:t>
            </a:r>
            <a:r>
              <a:rPr lang="en-US" sz="2800" dirty="0">
                <a:latin typeface="Times New Roman" panose="02020603050405020304" pitchFamily="18" charset="0"/>
                <a:cs typeface="Times New Roman" panose="02020603050405020304" pitchFamily="18" charset="0"/>
              </a:rPr>
              <a:t>Users seek guidance and on-line help when they either forget a command or are unaware of some features of the software.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26785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CEC19-3835-AB65-2EEF-9884D3345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56A00A-37BC-346B-59A5-D10097BA7979}"/>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BFDB2FD-F3AA-8C4D-1719-EF7A1DA801A7}"/>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ADE3BE22-D93E-C2C8-AD31-62BB2533F6F4}"/>
              </a:ext>
            </a:extLst>
          </p:cNvPr>
          <p:cNvSpPr txBox="1"/>
          <p:nvPr/>
        </p:nvSpPr>
        <p:spPr>
          <a:xfrm>
            <a:off x="588113" y="631543"/>
            <a:ext cx="11390527" cy="5262979"/>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BASIC CONCEPTS</a:t>
            </a:r>
          </a:p>
          <a:p>
            <a:pPr algn="just"/>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1. </a:t>
            </a:r>
            <a:r>
              <a:rPr lang="en-US" sz="2800" b="1" dirty="0">
                <a:latin typeface="Times New Roman" panose="02020603050405020304" pitchFamily="18" charset="0"/>
                <a:cs typeface="Times New Roman" panose="02020603050405020304" pitchFamily="18" charset="0"/>
              </a:rPr>
              <a:t>User Guidance and On-line Help</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Users may seek help about the operation of the software any time while using the software. </a:t>
            </a:r>
          </a:p>
          <a:p>
            <a:pPr algn="just"/>
            <a:r>
              <a:rPr lang="en-US" sz="2800" dirty="0">
                <a:latin typeface="Times New Roman" panose="02020603050405020304" pitchFamily="18" charset="0"/>
                <a:cs typeface="Times New Roman" panose="02020603050405020304" pitchFamily="18" charset="0"/>
              </a:rPr>
              <a:t>* This is provided by the on-line help system. </a:t>
            </a:r>
          </a:p>
          <a:p>
            <a:pPr algn="just"/>
            <a:r>
              <a:rPr lang="en-US" sz="2800" dirty="0">
                <a:latin typeface="Times New Roman" panose="02020603050405020304" pitchFamily="18" charset="0"/>
                <a:cs typeface="Times New Roman" panose="02020603050405020304" pitchFamily="18" charset="0"/>
              </a:rPr>
              <a:t>* This is different from the guidance and error messages which are flashed automatically without the user asking for them</a:t>
            </a:r>
          </a:p>
          <a:p>
            <a:pPr marL="914400" lvl="1"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On-line help system</a:t>
            </a:r>
            <a:endParaRPr lang="en-US" sz="2800"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Guidance messages</a:t>
            </a:r>
            <a:endParaRPr lang="en-US" sz="2800"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Error messages</a:t>
            </a:r>
          </a:p>
        </p:txBody>
      </p:sp>
    </p:spTree>
    <p:extLst>
      <p:ext uri="{BB962C8B-B14F-4D97-AF65-F5344CB8AC3E}">
        <p14:creationId xmlns:p14="http://schemas.microsoft.com/office/powerpoint/2010/main" val="40424814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CE034-90EC-4CB5-C2C2-E24B5DB755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2F280-2935-068B-38AE-4B67AD33770B}"/>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0EAB60A-0DBF-E4B2-51A5-7478BA83DB6D}"/>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464774BE-BCF5-E04A-1299-1A667AB87455}"/>
              </a:ext>
            </a:extLst>
          </p:cNvPr>
          <p:cNvSpPr txBox="1"/>
          <p:nvPr/>
        </p:nvSpPr>
        <p:spPr>
          <a:xfrm>
            <a:off x="588113" y="631543"/>
            <a:ext cx="11390527" cy="5262979"/>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BASIC CONCEPTS</a:t>
            </a:r>
          </a:p>
          <a:p>
            <a:pPr algn="just"/>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2. </a:t>
            </a:r>
            <a:r>
              <a:rPr lang="en-IN" sz="2800" b="1" dirty="0">
                <a:latin typeface="Times New Roman" panose="02020603050405020304" pitchFamily="18" charset="0"/>
                <a:cs typeface="Times New Roman" panose="02020603050405020304" pitchFamily="18" charset="0"/>
              </a:rPr>
              <a:t>Mode-based versus Modeless Interface</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mode is a state or collection of states in which only a subset of all user interaction tasks can be performed. </a:t>
            </a:r>
          </a:p>
          <a:p>
            <a:pPr algn="just"/>
            <a:r>
              <a:rPr lang="en-US" sz="2800" dirty="0">
                <a:latin typeface="Times New Roman" panose="02020603050405020304" pitchFamily="18" charset="0"/>
                <a:cs typeface="Times New Roman" panose="02020603050405020304" pitchFamily="18" charset="0"/>
              </a:rPr>
              <a:t>	In a mode-based interface, different sets of commands can be invoked depending on the mode in which the system is, i.e., the mode at any instant is determined by the sequence of commands already issued by the user.</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a modeless interface, the same set of </a:t>
            </a:r>
            <a:r>
              <a:rPr lang="en-US" sz="2800" b="1" dirty="0">
                <a:latin typeface="Times New Roman" panose="02020603050405020304" pitchFamily="18" charset="0"/>
                <a:cs typeface="Times New Roman" panose="02020603050405020304" pitchFamily="18" charset="0"/>
              </a:rPr>
              <a:t>commands can be invoked at any time</a:t>
            </a:r>
            <a:r>
              <a:rPr lang="en-US" sz="2800" dirty="0">
                <a:latin typeface="Times New Roman" panose="02020603050405020304" pitchFamily="18" charset="0"/>
                <a:cs typeface="Times New Roman" panose="02020603050405020304" pitchFamily="18" charset="0"/>
              </a:rPr>
              <a:t> during the running of the software. </a:t>
            </a:r>
          </a:p>
          <a:p>
            <a:pPr algn="just"/>
            <a:r>
              <a:rPr lang="en-US" sz="2800" dirty="0">
                <a:latin typeface="Times New Roman" panose="02020603050405020304" pitchFamily="18" charset="0"/>
                <a:cs typeface="Times New Roman" panose="02020603050405020304" pitchFamily="18" charset="0"/>
              </a:rPr>
              <a:t>	Thus, a modeless interface has only a single mode and all the commands are available all the time during the operation of the software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97343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35196-F836-F249-DDA2-C504F11EB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64E36E-F76B-7CE9-D59E-9805E1B9C3B7}"/>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662DEEB-E0F8-3BC9-0255-3BA7C66E9A48}"/>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1723DBDD-7C33-74FB-568F-02A411DC05C9}"/>
              </a:ext>
            </a:extLst>
          </p:cNvPr>
          <p:cNvSpPr txBox="1"/>
          <p:nvPr/>
        </p:nvSpPr>
        <p:spPr>
          <a:xfrm>
            <a:off x="588113" y="631543"/>
            <a:ext cx="11390527" cy="6124754"/>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BASIC CONCEPTS</a:t>
            </a:r>
          </a:p>
          <a:p>
            <a:pPr algn="just"/>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3. </a:t>
            </a:r>
            <a:r>
              <a:rPr lang="en-IN" sz="2800" b="1" dirty="0">
                <a:latin typeface="Times New Roman" panose="02020603050405020304" pitchFamily="18" charset="0"/>
                <a:cs typeface="Times New Roman" panose="02020603050405020304" pitchFamily="18" charset="0"/>
              </a:rPr>
              <a:t>Graphical User Interface (GUI) versus Text-based User Interface</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a GUI multiple windows with different information can simultaneously be displayed on the user screen. This is perhaps one of</a:t>
            </a:r>
            <a:r>
              <a:rPr lang="en-IN"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the biggest advantages of GUI over text- based interfaces </a:t>
            </a:r>
            <a:r>
              <a:rPr lang="en-IN" sz="2800" dirty="0">
                <a:latin typeface="Times New Roman" panose="02020603050405020304" pitchFamily="18" charset="0"/>
                <a:cs typeface="Times New Roman" panose="02020603050405020304" pitchFamily="18" charset="0"/>
              </a:rPr>
              <a:t>.</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Iconic information representation and symbolic information manipulation is possible in a GUI</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GUI usually supports command selection using an attractive and user-friendly menu selection system</a:t>
            </a: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GUI requires special terminals with graphics capabilities for running and also requires special input devices such a mouse. On the other hand, a text-based user interface can be implemented even on a cheap alphanumeric display terminal</a:t>
            </a:r>
            <a:r>
              <a:rPr lang="en-IN"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2878525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9D0FC-4C66-613E-A533-9104C584C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E4562D-7A90-E246-1063-A9BE83EBE08C}"/>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FF8C0AF-1881-F906-34B9-345C37BD7CD6}"/>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6704C6D3-32AF-B591-8F25-09EDD3E9CB39}"/>
              </a:ext>
            </a:extLst>
          </p:cNvPr>
          <p:cNvSpPr txBox="1"/>
          <p:nvPr/>
        </p:nvSpPr>
        <p:spPr>
          <a:xfrm>
            <a:off x="588113" y="631543"/>
            <a:ext cx="11390527" cy="3108543"/>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TYPES OF USER INTERFACES</a:t>
            </a:r>
            <a:endParaRPr lang="en-US" sz="2800" b="1"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Broadly speaking, user interfaces can be classified into the following three categories: </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Command language-based interfaces </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Menu-based interfaces </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Direct manipulation interfaces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48065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C7C59-A918-5025-8ADD-93EE15957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E77C8-256A-90FD-AECA-4D59ACFFD17B}"/>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E94B1C3-F741-8869-3B6C-7708EF1FE299}"/>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AF56D4A3-05D1-724C-061A-8D08481B9C8C}"/>
              </a:ext>
            </a:extLst>
          </p:cNvPr>
          <p:cNvSpPr txBox="1"/>
          <p:nvPr/>
        </p:nvSpPr>
        <p:spPr>
          <a:xfrm>
            <a:off x="588113" y="631543"/>
            <a:ext cx="11390527" cy="6124754"/>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TYPES OF USER INTERFACES</a:t>
            </a:r>
            <a:endParaRPr lang="en-US" sz="2800" b="1"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1. </a:t>
            </a:r>
            <a:r>
              <a:rPr lang="en-US" sz="2800" b="1" dirty="0">
                <a:latin typeface="Times New Roman" panose="02020603050405020304" pitchFamily="18" charset="0"/>
                <a:cs typeface="Times New Roman" panose="02020603050405020304" pitchFamily="18" charset="0"/>
              </a:rPr>
              <a:t>Command Language-based Interface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 command language-based interface—as the name itself suggests, is based on designing a command language which the user can use to issue the commands.</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command language-based interfaces </a:t>
            </a:r>
          </a:p>
          <a:p>
            <a:pPr algn="just"/>
            <a:r>
              <a:rPr lang="en-US" sz="2800" dirty="0">
                <a:latin typeface="Times New Roman" panose="02020603050405020304" pitchFamily="18" charset="0"/>
                <a:cs typeface="Times New Roman" panose="02020603050405020304" pitchFamily="18" charset="0"/>
              </a:rPr>
              <a:t>suffer from several drawbacks. Usually, </a:t>
            </a:r>
          </a:p>
          <a:p>
            <a:pPr algn="just"/>
            <a:r>
              <a:rPr lang="en-US" sz="2800" dirty="0">
                <a:latin typeface="Times New Roman" panose="02020603050405020304" pitchFamily="18" charset="0"/>
                <a:cs typeface="Times New Roman" panose="02020603050405020304" pitchFamily="18" charset="0"/>
              </a:rPr>
              <a:t>command language-based interfaces </a:t>
            </a:r>
          </a:p>
          <a:p>
            <a:pPr algn="just"/>
            <a:r>
              <a:rPr lang="en-US" sz="2800" dirty="0">
                <a:latin typeface="Times New Roman" panose="02020603050405020304" pitchFamily="18" charset="0"/>
                <a:cs typeface="Times New Roman" panose="02020603050405020304" pitchFamily="18" charset="0"/>
              </a:rPr>
              <a:t>are difficult to learn and require the </a:t>
            </a:r>
          </a:p>
          <a:p>
            <a:pPr algn="just"/>
            <a:r>
              <a:rPr lang="en-US" sz="2800" dirty="0">
                <a:latin typeface="Times New Roman" panose="02020603050405020304" pitchFamily="18" charset="0"/>
                <a:cs typeface="Times New Roman" panose="02020603050405020304" pitchFamily="18" charset="0"/>
              </a:rPr>
              <a:t>user to memorize the set of primitive </a:t>
            </a:r>
          </a:p>
          <a:p>
            <a:pPr algn="just"/>
            <a:r>
              <a:rPr lang="en-US" sz="2800" dirty="0">
                <a:latin typeface="Times New Roman" panose="02020603050405020304" pitchFamily="18" charset="0"/>
                <a:cs typeface="Times New Roman" panose="02020603050405020304" pitchFamily="18" charset="0"/>
              </a:rPr>
              <a:t>commands. Also, most users make errors</a:t>
            </a:r>
            <a:endParaRPr lang="en-IN" sz="2800" dirty="0">
              <a:latin typeface="Times New Roman" panose="02020603050405020304" pitchFamily="18" charset="0"/>
              <a:cs typeface="Times New Roman" panose="02020603050405020304" pitchFamily="18" charset="0"/>
            </a:endParaRPr>
          </a:p>
        </p:txBody>
      </p:sp>
      <p:pic>
        <p:nvPicPr>
          <p:cNvPr id="5122" name="Picture 2" descr="Command Line Interface: Pros and Cons - The Iron.io Blog">
            <a:extLst>
              <a:ext uri="{FF2B5EF4-FFF2-40B4-BE49-F238E27FC236}">
                <a16:creationId xmlns:a16="http://schemas.microsoft.com/office/drawing/2014/main" id="{CFD2FA6A-1489-B003-E5EA-D80A9FA12D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2240" y="3602736"/>
            <a:ext cx="5318759" cy="3040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17739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1922C-AF2C-09CC-04C2-A6B52E6B5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1A92B-B3F3-698B-3F51-CDC9304F18BB}"/>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26AD9A0-C20C-E6E8-74FA-AB5256D76152}"/>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D7F03881-D408-95F3-2600-7B04D8B3F48D}"/>
              </a:ext>
            </a:extLst>
          </p:cNvPr>
          <p:cNvSpPr txBox="1"/>
          <p:nvPr/>
        </p:nvSpPr>
        <p:spPr>
          <a:xfrm>
            <a:off x="588113" y="631543"/>
            <a:ext cx="11390527" cy="5693866"/>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TYPES OF USER INTERFACES</a:t>
            </a:r>
            <a:endParaRPr lang="en-US" sz="2800" b="1"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1. </a:t>
            </a:r>
            <a:r>
              <a:rPr lang="en-US" sz="2800" b="1" dirty="0">
                <a:latin typeface="Times New Roman" panose="02020603050405020304" pitchFamily="18" charset="0"/>
                <a:cs typeface="Times New Roman" panose="02020603050405020304" pitchFamily="18" charset="0"/>
              </a:rPr>
              <a:t>Command Language-based Interface </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Issues in designing a command language-based interface</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designer has to decide what </a:t>
            </a:r>
            <a:r>
              <a:rPr lang="en-US" sz="2800" b="1" dirty="0">
                <a:latin typeface="Times New Roman" panose="02020603050405020304" pitchFamily="18" charset="0"/>
                <a:cs typeface="Times New Roman" panose="02020603050405020304" pitchFamily="18" charset="0"/>
              </a:rPr>
              <a:t>mnemonics (command names) </a:t>
            </a:r>
            <a:r>
              <a:rPr lang="en-US" sz="2800" dirty="0">
                <a:latin typeface="Times New Roman" panose="02020603050405020304" pitchFamily="18" charset="0"/>
                <a:cs typeface="Times New Roman" panose="02020603050405020304" pitchFamily="18" charset="0"/>
              </a:rPr>
              <a:t>to use for the different commands. For example, the shortest mnemonic should be assigned to the most frequently used commands</a:t>
            </a:r>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designer has to decide whether the users will be allowed to redefine the command names to suit their own preferences.</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user define his own mnemonics</a:t>
            </a:r>
            <a:r>
              <a:rPr lang="en-US" sz="2800" b="1" dirty="0">
                <a:latin typeface="Times New Roman" panose="02020603050405020304" pitchFamily="18" charset="0"/>
                <a:cs typeface="Times New Roman" panose="02020603050405020304" pitchFamily="18" charset="0"/>
              </a:rPr>
              <a:t>)</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ability to combine commands is a powerful facility in the hands of experienced users, but quite unnecessary for inexperienced users.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73730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53500-02E1-761E-BE94-1744ED80A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58777-7E7D-26B3-A780-363AE4BB79AF}"/>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04111F5-1DD5-30B7-C435-AA9AB914387A}"/>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4322B8D8-FC12-B4C8-7FFC-1DB3074E1031}"/>
              </a:ext>
            </a:extLst>
          </p:cNvPr>
          <p:cNvSpPr txBox="1"/>
          <p:nvPr/>
        </p:nvSpPr>
        <p:spPr>
          <a:xfrm>
            <a:off x="588113" y="631543"/>
            <a:ext cx="11390527" cy="4401205"/>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TYPES OF USER INTERFACES</a:t>
            </a:r>
            <a:endParaRPr lang="en-US" sz="2800" b="1"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2. </a:t>
            </a:r>
            <a:r>
              <a:rPr lang="en-IN" sz="2800" b="1" dirty="0">
                <a:latin typeface="Times New Roman" panose="02020603050405020304" pitchFamily="18" charset="0"/>
                <a:cs typeface="Times New Roman" panose="02020603050405020304" pitchFamily="18" charset="0"/>
              </a:rPr>
              <a:t>Menu-based Interface</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An important advantage of a menu-based interface over a command language-based interface is that a menu-based interface does not require the users to remember the exact syntax of the commands.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 menu-based interface is based on recognition of the command names, rather than recollection.</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84908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6D7EA-89BF-C2C1-9789-2B7B5BF5F1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2845D5-3EB2-28EF-CE9B-18AD8B097C21}"/>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8F67D98-37D6-2C73-71A1-E0443CB6FBB3}"/>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6722DA92-A1F3-8D96-F69F-DD5C529A9E83}"/>
              </a:ext>
            </a:extLst>
          </p:cNvPr>
          <p:cNvSpPr txBox="1"/>
          <p:nvPr/>
        </p:nvSpPr>
        <p:spPr>
          <a:xfrm>
            <a:off x="588113" y="631543"/>
            <a:ext cx="11390527" cy="2246769"/>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TYPES OF USER INTERFACES</a:t>
            </a: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2. </a:t>
            </a:r>
            <a:r>
              <a:rPr lang="en-IN" sz="2800" b="1" dirty="0">
                <a:latin typeface="Times New Roman" panose="02020603050405020304" pitchFamily="18" charset="0"/>
                <a:cs typeface="Times New Roman" panose="02020603050405020304" pitchFamily="18" charset="0"/>
              </a:rPr>
              <a:t>Menu-based Interface</a:t>
            </a:r>
          </a:p>
          <a:p>
            <a:pPr algn="just"/>
            <a:endParaRPr lang="en-IN"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Scrolling menu 		Walking menu			Hierarchical menu</a:t>
            </a:r>
          </a:p>
          <a:p>
            <a:pPr algn="just"/>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30D3241-4E1E-7D38-8BC8-772F164C4F4A}"/>
              </a:ext>
            </a:extLst>
          </p:cNvPr>
          <p:cNvPicPr>
            <a:picLocks noChangeAspect="1"/>
          </p:cNvPicPr>
          <p:nvPr/>
        </p:nvPicPr>
        <p:blipFill>
          <a:blip r:embed="rId3"/>
          <a:stretch>
            <a:fillRect/>
          </a:stretch>
        </p:blipFill>
        <p:spPr>
          <a:xfrm>
            <a:off x="327811" y="2878312"/>
            <a:ext cx="4007056" cy="2419474"/>
          </a:xfrm>
          <a:prstGeom prst="rect">
            <a:avLst/>
          </a:prstGeom>
        </p:spPr>
      </p:pic>
      <p:pic>
        <p:nvPicPr>
          <p:cNvPr id="7" name="Picture 6">
            <a:extLst>
              <a:ext uri="{FF2B5EF4-FFF2-40B4-BE49-F238E27FC236}">
                <a16:creationId xmlns:a16="http://schemas.microsoft.com/office/drawing/2014/main" id="{F5E1AA9F-6E25-E6B0-C990-FDD8EB368314}"/>
              </a:ext>
            </a:extLst>
          </p:cNvPr>
          <p:cNvPicPr>
            <a:picLocks noChangeAspect="1"/>
          </p:cNvPicPr>
          <p:nvPr/>
        </p:nvPicPr>
        <p:blipFill>
          <a:blip r:embed="rId4"/>
          <a:stretch>
            <a:fillRect/>
          </a:stretch>
        </p:blipFill>
        <p:spPr>
          <a:xfrm>
            <a:off x="4279848" y="2747314"/>
            <a:ext cx="4007056" cy="2991004"/>
          </a:xfrm>
          <a:prstGeom prst="rect">
            <a:avLst/>
          </a:prstGeom>
        </p:spPr>
      </p:pic>
      <p:pic>
        <p:nvPicPr>
          <p:cNvPr id="7170" name="Picture 2" descr="Dynamic Hierarchical Menu Builder In JavaScript - Menu Editor | CSS Script">
            <a:extLst>
              <a:ext uri="{FF2B5EF4-FFF2-40B4-BE49-F238E27FC236}">
                <a16:creationId xmlns:a16="http://schemas.microsoft.com/office/drawing/2014/main" id="{2A6F3BD4-9A18-6330-E44B-BBF4AF0013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47206" y="2747314"/>
            <a:ext cx="3395341" cy="22467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4884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BDE8E-5FF2-F164-FFC0-F8A5C8245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0373E5-055D-F7B6-6CEA-9A93203DABD0}"/>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60C4575-736D-3486-C64F-23ABA11D59C3}"/>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57EB171D-ABC9-2108-EDA2-75C227DBD134}"/>
              </a:ext>
            </a:extLst>
          </p:cNvPr>
          <p:cNvSpPr txBox="1"/>
          <p:nvPr/>
        </p:nvSpPr>
        <p:spPr>
          <a:xfrm>
            <a:off x="588113" y="631543"/>
            <a:ext cx="11390527" cy="5693866"/>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TYPES OF USER INTERFACES</a:t>
            </a: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3. </a:t>
            </a:r>
            <a:r>
              <a:rPr lang="en-IN" sz="2800" b="1" dirty="0">
                <a:latin typeface="Times New Roman" panose="02020603050405020304" pitchFamily="18" charset="0"/>
                <a:cs typeface="Times New Roman" panose="02020603050405020304" pitchFamily="18" charset="0"/>
              </a:rPr>
              <a:t>Direct Manipulation Interfaces</a:t>
            </a:r>
          </a:p>
          <a:p>
            <a:pPr algn="just"/>
            <a:endParaRPr lang="en-IN"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Direct manipulation interfaces present the interface to the user in the form of visual models (i.e., icons or objects). For this reason, direct manipulation interfaces are sometimes called as </a:t>
            </a:r>
            <a:r>
              <a:rPr lang="en-US" sz="2800" b="1" dirty="0">
                <a:latin typeface="Times New Roman" panose="02020603050405020304" pitchFamily="18" charset="0"/>
                <a:cs typeface="Times New Roman" panose="02020603050405020304" pitchFamily="18" charset="0"/>
              </a:rPr>
              <a:t>iconic interfaces</a:t>
            </a:r>
            <a:r>
              <a:rPr lang="en-US" sz="2800" dirty="0">
                <a:latin typeface="Times New Roman" panose="02020603050405020304" pitchFamily="18" charset="0"/>
                <a:cs typeface="Times New Roman" panose="02020603050405020304" pitchFamily="18" charset="0"/>
              </a:rPr>
              <a:t>.</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For example, if one has to drag an icon representing the file to a trash box icon for deleting a file, then in order to delete all the files in the directory one has to perform this operation individually for all files —which could be very easily done by issuing a command like delete</a:t>
            </a:r>
            <a:endParaRPr lang="en-IN" sz="2800" dirty="0">
              <a:latin typeface="Times New Roman" panose="02020603050405020304" pitchFamily="18" charset="0"/>
              <a:cs typeface="Times New Roman" panose="02020603050405020304" pitchFamily="18" charset="0"/>
            </a:endParaRPr>
          </a:p>
          <a:p>
            <a:pPr algn="just"/>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0518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6D48C-574C-B56B-2867-A3876E84C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BE8637-FBE5-4E87-B0F5-09900C8036A0}"/>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1FC3A63-1F52-BAD5-6DB8-E5E5FF2A52D1}"/>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DEC927A8-112C-2406-27B1-F9DEFA527870}"/>
              </a:ext>
            </a:extLst>
          </p:cNvPr>
          <p:cNvSpPr txBox="1"/>
          <p:nvPr/>
        </p:nvSpPr>
        <p:spPr>
          <a:xfrm>
            <a:off x="588113" y="631543"/>
            <a:ext cx="11390527" cy="523220"/>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FUNDAMENTALS OF COMPONENT-BASED GUI DEVELOPMENT</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FD93C44-29C0-C2AC-D479-F176CEF137AC}"/>
              </a:ext>
            </a:extLst>
          </p:cNvPr>
          <p:cNvSpPr txBox="1"/>
          <p:nvPr/>
        </p:nvSpPr>
        <p:spPr>
          <a:xfrm>
            <a:off x="400736" y="1356652"/>
            <a:ext cx="11390527" cy="2677656"/>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current style of user interface development is component-based. It recognizes that every user interface can easily be built from a handfuls of predefined components such as menus, dialog boxes, forms, </a:t>
            </a:r>
            <a:r>
              <a:rPr lang="en-US" sz="2800" dirty="0" err="1">
                <a:latin typeface="Times New Roman" panose="02020603050405020304" pitchFamily="18" charset="0"/>
                <a:cs typeface="Times New Roman" panose="02020603050405020304" pitchFamily="18" charset="0"/>
              </a:rPr>
              <a:t>etc</a:t>
            </a:r>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An overview of the window management system, the component-based development style, and visual programming</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09809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23552-BBC1-6740-C454-2C134E882B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38D225-02FD-699E-48B0-E44ACEB801B6}"/>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305654D-4445-663D-62FB-2658B40250C5}"/>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8AEF8121-6A01-658D-36A5-133F2D916720}"/>
              </a:ext>
            </a:extLst>
          </p:cNvPr>
          <p:cNvSpPr txBox="1"/>
          <p:nvPr/>
        </p:nvSpPr>
        <p:spPr>
          <a:xfrm>
            <a:off x="801473" y="449476"/>
            <a:ext cx="11390527" cy="523220"/>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FUNDAMENTALS OF COMPONENT-BASED GUI DEVELOPMENT</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A692CFD-1DB7-6441-2D75-C64E04F5E484}"/>
              </a:ext>
            </a:extLst>
          </p:cNvPr>
          <p:cNvSpPr txBox="1"/>
          <p:nvPr/>
        </p:nvSpPr>
        <p:spPr>
          <a:xfrm>
            <a:off x="437522" y="711086"/>
            <a:ext cx="5158816" cy="6717223"/>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Window System</a:t>
            </a:r>
          </a:p>
          <a:p>
            <a:pPr algn="just"/>
            <a:r>
              <a:rPr lang="en-US" sz="2800" dirty="0">
                <a:latin typeface="Times New Roman" panose="02020603050405020304" pitchFamily="18" charset="0"/>
                <a:cs typeface="Times New Roman" panose="02020603050405020304" pitchFamily="18" charset="0"/>
              </a:rPr>
              <a:t>Most modern graphical user interfaces are developed using some window system. A window system can generate displays through a set of windows. </a:t>
            </a:r>
            <a:endParaRPr lang="en-IN" sz="2800" dirty="0">
              <a:latin typeface="Times New Roman" panose="02020603050405020304" pitchFamily="18" charset="0"/>
              <a:cs typeface="Times New Roman" panose="02020603050405020304" pitchFamily="18" charset="0"/>
            </a:endParaRPr>
          </a:p>
          <a:p>
            <a:pPr algn="just"/>
            <a:endParaRPr lang="en-IN" sz="7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Window: </a:t>
            </a:r>
            <a:r>
              <a:rPr lang="en-US" sz="2800" dirty="0">
                <a:latin typeface="Times New Roman" panose="02020603050405020304" pitchFamily="18" charset="0"/>
                <a:cs typeface="Times New Roman" panose="02020603050405020304" pitchFamily="18" charset="0"/>
              </a:rPr>
              <a:t>A window is a rectangular area on the screen. A window can be considered to be a virtual screen, in the sense that it provides an interface to the user for carrying out independent activities, e.g., one window can be used for editing a program and another for drawing pictures, etc.</a:t>
            </a:r>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6BFC6EF-7400-9403-DB80-94AB71724CB0}"/>
              </a:ext>
            </a:extLst>
          </p:cNvPr>
          <p:cNvPicPr>
            <a:picLocks noChangeAspect="1"/>
          </p:cNvPicPr>
          <p:nvPr/>
        </p:nvPicPr>
        <p:blipFill>
          <a:blip r:embed="rId3"/>
          <a:stretch>
            <a:fillRect/>
          </a:stretch>
        </p:blipFill>
        <p:spPr>
          <a:xfrm>
            <a:off x="5950601" y="1281273"/>
            <a:ext cx="5840662" cy="5413736"/>
          </a:xfrm>
          <a:prstGeom prst="rect">
            <a:avLst/>
          </a:prstGeom>
        </p:spPr>
      </p:pic>
    </p:spTree>
    <p:extLst>
      <p:ext uri="{BB962C8B-B14F-4D97-AF65-F5344CB8AC3E}">
        <p14:creationId xmlns:p14="http://schemas.microsoft.com/office/powerpoint/2010/main" val="40612460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E3BC4-B954-A278-D6AD-86264C680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443DB9-C3CE-1BCE-9EEC-053890B0AF1C}"/>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83E1733-C9A9-5D2F-C538-2EFF8328C4F6}"/>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645A0B6B-4DEB-3AE1-0658-C48785105DB9}"/>
              </a:ext>
            </a:extLst>
          </p:cNvPr>
          <p:cNvSpPr txBox="1"/>
          <p:nvPr/>
        </p:nvSpPr>
        <p:spPr>
          <a:xfrm>
            <a:off x="801473" y="449476"/>
            <a:ext cx="11390527" cy="523220"/>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FUNDAMENTALS OF COMPONENT-BASED GUI DEVELOPMENT</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D890DE4-875C-2D7D-CCA2-C3F803DB8F3B}"/>
              </a:ext>
            </a:extLst>
          </p:cNvPr>
          <p:cNvSpPr txBox="1"/>
          <p:nvPr/>
        </p:nvSpPr>
        <p:spPr>
          <a:xfrm>
            <a:off x="446665" y="971360"/>
            <a:ext cx="11390527" cy="5262979"/>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Window management system (WMS)</a:t>
            </a:r>
          </a:p>
          <a:p>
            <a:pPr algn="just"/>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Most graphical user interface development environments do this through a window management system (WMS).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window management system is primarily a resource manager. It keeps track of the screen area resource and allocates it to the different windows that seek to use the screen.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WMS can be considered as a user interface management system (UIMS) —which not only does resource management, but also provides the basic behavior to the windows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68352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A812D-64EF-6E70-824C-D1B180E3C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1B664-006F-D81A-3DFA-A62C6BA4DE7B}"/>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C132E5C-982C-0CC5-FACE-58C2EA9FDAE2}"/>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A6C905EA-A9CC-B2C7-B9DC-95E7F84D9601}"/>
              </a:ext>
            </a:extLst>
          </p:cNvPr>
          <p:cNvSpPr txBox="1"/>
          <p:nvPr/>
        </p:nvSpPr>
        <p:spPr>
          <a:xfrm>
            <a:off x="801473" y="449476"/>
            <a:ext cx="11390527" cy="523220"/>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FUNDAMENTALS OF COMPONENT-BASED GUI DEVELOPMENT</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BEDFFDD-2841-E9CC-5B27-F064755240D2}"/>
              </a:ext>
            </a:extLst>
          </p:cNvPr>
          <p:cNvSpPr txBox="1"/>
          <p:nvPr/>
        </p:nvSpPr>
        <p:spPr>
          <a:xfrm>
            <a:off x="446665" y="875261"/>
            <a:ext cx="6859391" cy="5940088"/>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Window management system (WMS)</a:t>
            </a:r>
          </a:p>
          <a:p>
            <a:pPr algn="just"/>
            <a:endParaRPr lang="en-IN" sz="2800" dirty="0">
              <a:latin typeface="Times New Roman" panose="02020603050405020304" pitchFamily="18" charset="0"/>
              <a:cs typeface="Times New Roman" panose="02020603050405020304" pitchFamily="18" charset="0"/>
            </a:endParaRPr>
          </a:p>
          <a:p>
            <a:pPr algn="just"/>
            <a:r>
              <a:rPr lang="en-US" sz="2700" dirty="0">
                <a:latin typeface="Times New Roman" panose="02020603050405020304" pitchFamily="18" charset="0"/>
                <a:cs typeface="Times New Roman" panose="02020603050405020304" pitchFamily="18" charset="0"/>
              </a:rPr>
              <a:t>A WMS consists of two parts </a:t>
            </a:r>
          </a:p>
          <a:p>
            <a:pPr marL="457200" indent="-457200" algn="just">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A </a:t>
            </a:r>
            <a:r>
              <a:rPr lang="en-US" sz="2700" b="1" dirty="0">
                <a:latin typeface="Times New Roman" panose="02020603050405020304" pitchFamily="18" charset="0"/>
                <a:cs typeface="Times New Roman" panose="02020603050405020304" pitchFamily="18" charset="0"/>
              </a:rPr>
              <a:t>window manager</a:t>
            </a:r>
            <a:r>
              <a:rPr lang="en-US" sz="2700" dirty="0">
                <a:latin typeface="Times New Roman" panose="02020603050405020304" pitchFamily="18" charset="0"/>
                <a:cs typeface="Times New Roman" panose="02020603050405020304" pitchFamily="18" charset="0"/>
              </a:rPr>
              <a:t>, and a </a:t>
            </a:r>
            <a:r>
              <a:rPr lang="en-US" sz="2700" b="1" dirty="0">
                <a:latin typeface="Times New Roman" panose="02020603050405020304" pitchFamily="18" charset="0"/>
                <a:cs typeface="Times New Roman" panose="02020603050405020304" pitchFamily="18" charset="0"/>
              </a:rPr>
              <a:t>window system. </a:t>
            </a:r>
          </a:p>
          <a:p>
            <a:pPr marL="457200" indent="-457200" algn="just">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The window manager is built on the top of the window system in the sense that it makes use of various services provided by the window system.</a:t>
            </a:r>
          </a:p>
          <a:p>
            <a:pPr marL="457200" indent="-457200" algn="just">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This figure shows that the end-user can either interact with the application itself or with the window manager (resize, move, etc.) and both the application and the window manger invoke services of the window manager.</a:t>
            </a:r>
            <a:endParaRPr lang="en-IN" sz="27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1B404B8-E088-1041-F7DA-C0375E81006A}"/>
              </a:ext>
            </a:extLst>
          </p:cNvPr>
          <p:cNvPicPr>
            <a:picLocks noChangeAspect="1"/>
          </p:cNvPicPr>
          <p:nvPr/>
        </p:nvPicPr>
        <p:blipFill>
          <a:blip r:embed="rId3"/>
          <a:stretch>
            <a:fillRect/>
          </a:stretch>
        </p:blipFill>
        <p:spPr>
          <a:xfrm>
            <a:off x="7306056" y="1324650"/>
            <a:ext cx="4885944" cy="5083874"/>
          </a:xfrm>
          <a:prstGeom prst="rect">
            <a:avLst/>
          </a:prstGeom>
        </p:spPr>
      </p:pic>
    </p:spTree>
    <p:extLst>
      <p:ext uri="{BB962C8B-B14F-4D97-AF65-F5344CB8AC3E}">
        <p14:creationId xmlns:p14="http://schemas.microsoft.com/office/powerpoint/2010/main" val="24579366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B9F97-1C8A-F395-1A62-C24AFFC41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C8F06-DC70-16D1-BB64-56AF2708A1E2}"/>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B74EEDE-3DA1-552F-12B8-C28BDD32A2FB}"/>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A470E250-05B4-EC05-B010-B80385AFFB6C}"/>
              </a:ext>
            </a:extLst>
          </p:cNvPr>
          <p:cNvSpPr txBox="1"/>
          <p:nvPr/>
        </p:nvSpPr>
        <p:spPr>
          <a:xfrm>
            <a:off x="801473" y="449476"/>
            <a:ext cx="11390527" cy="523220"/>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FUNDAMENTALS OF COMPONENT-BASED GUI DEVELOPMENT</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B8897D5-DC17-DA55-9E71-EA9D585F4E54}"/>
              </a:ext>
            </a:extLst>
          </p:cNvPr>
          <p:cNvSpPr txBox="1"/>
          <p:nvPr/>
        </p:nvSpPr>
        <p:spPr>
          <a:xfrm>
            <a:off x="446665" y="875261"/>
            <a:ext cx="11522831" cy="5678478"/>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Component-based development</a:t>
            </a:r>
          </a:p>
          <a:p>
            <a:pPr algn="just"/>
            <a:r>
              <a:rPr lang="en-US" sz="2800" dirty="0">
                <a:latin typeface="Times New Roman" panose="02020603050405020304" pitchFamily="18" charset="0"/>
                <a:cs typeface="Times New Roman" panose="02020603050405020304" pitchFamily="18" charset="0"/>
              </a:rPr>
              <a:t>A development style based on widgets is called component-based (or widget-based ) GUI development style. </a:t>
            </a:r>
          </a:p>
          <a:p>
            <a:pPr algn="just"/>
            <a:r>
              <a:rPr lang="en-IN" sz="2800" b="1" dirty="0">
                <a:latin typeface="Times New Roman" panose="02020603050405020304" pitchFamily="18" charset="0"/>
                <a:cs typeface="Times New Roman" panose="02020603050405020304" pitchFamily="18" charset="0"/>
              </a:rPr>
              <a:t>Types of Widgets</a:t>
            </a:r>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Label widget</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Container widget</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Pop-up menu</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Pull-down menu</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Dialog boxes</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Push button</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Radio buttons</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Combo boxes</a:t>
            </a:r>
          </a:p>
          <a:p>
            <a:pPr algn="just"/>
            <a:endParaRPr lang="en-IN"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79135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4D988-8195-C66B-D7BF-EC26B8112C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5EDC7B-9FCB-1C01-ED62-8FDD98ED7B35}"/>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39A214A-096C-7176-BABD-04A2798EA3F6}"/>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175737A3-8D85-7734-70C3-AD0F39687BE5}"/>
              </a:ext>
            </a:extLst>
          </p:cNvPr>
          <p:cNvSpPr txBox="1"/>
          <p:nvPr/>
        </p:nvSpPr>
        <p:spPr>
          <a:xfrm>
            <a:off x="801473" y="449476"/>
            <a:ext cx="11390527" cy="523220"/>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FUNDAMENTALS OF COMPONENT-BASED GUI DEVELOPMENT</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99D5EFC-499D-EA30-D954-551D57422C34}"/>
              </a:ext>
            </a:extLst>
          </p:cNvPr>
          <p:cNvSpPr txBox="1"/>
          <p:nvPr/>
        </p:nvSpPr>
        <p:spPr>
          <a:xfrm>
            <a:off x="446665" y="875261"/>
            <a:ext cx="11522831" cy="4832092"/>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Visual programming </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Visual programming is the drag and drop style of program development.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this style of user interface development, a number of visual objects (icons) representing the GUI components are provided by the programming environment.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application programmer can easily develop the user interface by dragging the required component types (e.g., menu, forms, etc.) from the displayed icons and placing them wherever required.</a:t>
            </a:r>
            <a:endParaRPr lang="en-IN"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72159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738EE-E359-213E-9837-24CD984ED3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1EB0F0-DAD2-E3CC-E31C-AC9978AF731F}"/>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6647C1C-5C03-8DE4-78B1-5D4D6A836B64}"/>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0BCCC862-E02C-D2BC-D622-75C096388ED3}"/>
              </a:ext>
            </a:extLst>
          </p:cNvPr>
          <p:cNvSpPr txBox="1"/>
          <p:nvPr/>
        </p:nvSpPr>
        <p:spPr>
          <a:xfrm>
            <a:off x="874625" y="537966"/>
            <a:ext cx="11390527"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A USER INTERFACE DESIGN METHODOLOGY</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8765184-DE37-42FF-12BC-A66F2362DB8A}"/>
              </a:ext>
            </a:extLst>
          </p:cNvPr>
          <p:cNvSpPr txBox="1"/>
          <p:nvPr/>
        </p:nvSpPr>
        <p:spPr>
          <a:xfrm>
            <a:off x="501529" y="1161380"/>
            <a:ext cx="11522831" cy="4816703"/>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At present, no step-by-step methodology is available which can be followed to come up with a good user interface.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What we present in this section is a set of recommendations which can use</a:t>
            </a:r>
          </a:p>
          <a:p>
            <a:pPr algn="just"/>
            <a:endParaRPr lang="en-US" sz="2800" dirty="0">
              <a:latin typeface="Times New Roman" panose="02020603050405020304" pitchFamily="18" charset="0"/>
              <a:cs typeface="Times New Roman" panose="02020603050405020304" pitchFamily="18" charset="0"/>
            </a:endParaRPr>
          </a:p>
          <a:p>
            <a:pPr marL="571500" indent="-571500" algn="just">
              <a:buFont typeface="+mj-lt"/>
              <a:buAutoNum type="romanLcPeriod"/>
            </a:pPr>
            <a:r>
              <a:rPr lang="en-US" sz="2800" b="1" dirty="0">
                <a:latin typeface="Times New Roman" panose="02020603050405020304" pitchFamily="18" charset="0"/>
                <a:cs typeface="Times New Roman" panose="02020603050405020304" pitchFamily="18" charset="0"/>
              </a:rPr>
              <a:t>Implications of Human Cognition Capabilities on User Interface Design</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Limited memory</a:t>
            </a:r>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Frequent task closure</a:t>
            </a:r>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Recognition rather than recall</a:t>
            </a:r>
          </a:p>
          <a:p>
            <a:pPr algn="just"/>
            <a:endParaRPr lang="en-IN" sz="27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90001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DA19-F631-3C3F-3189-6D029FC2F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E96767-FCE8-81D0-B7DF-399C0DFAA90E}"/>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CB05ED5-4AF0-A9CE-ADAB-FB36A6164AEA}"/>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00A4119F-7084-9182-CAF3-F9494476B885}"/>
              </a:ext>
            </a:extLst>
          </p:cNvPr>
          <p:cNvSpPr txBox="1"/>
          <p:nvPr/>
        </p:nvSpPr>
        <p:spPr>
          <a:xfrm>
            <a:off x="874625" y="537966"/>
            <a:ext cx="11390527"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A USER INTERFACE DESIGN METHODOLOGY</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850FCEE-7592-AB56-0005-EBB792780D59}"/>
              </a:ext>
            </a:extLst>
          </p:cNvPr>
          <p:cNvSpPr txBox="1"/>
          <p:nvPr/>
        </p:nvSpPr>
        <p:spPr>
          <a:xfrm>
            <a:off x="501529" y="1161380"/>
            <a:ext cx="11522831" cy="4816703"/>
          </a:xfrm>
          <a:prstGeom prst="rect">
            <a:avLst/>
          </a:prstGeom>
          <a:noFill/>
        </p:spPr>
        <p:txBody>
          <a:bodyPr wrap="square">
            <a:spAutoFit/>
          </a:bodyPr>
          <a:lstStyle/>
          <a:p>
            <a:pPr algn="just"/>
            <a:r>
              <a:rPr lang="en-IN" sz="2800" dirty="0">
                <a:latin typeface="Times New Roman" panose="02020603050405020304" pitchFamily="18" charset="0"/>
                <a:cs typeface="Times New Roman" panose="02020603050405020304" pitchFamily="18" charset="0"/>
              </a:rPr>
              <a:t>ii. </a:t>
            </a:r>
            <a:r>
              <a:rPr lang="en-IN" sz="2800" b="1" dirty="0">
                <a:latin typeface="Times New Roman" panose="02020603050405020304" pitchFamily="18" charset="0"/>
                <a:cs typeface="Times New Roman" panose="02020603050405020304" pitchFamily="18" charset="0"/>
              </a:rPr>
              <a:t>A GUI Design Methodology</a:t>
            </a:r>
          </a:p>
          <a:p>
            <a:pPr algn="just"/>
            <a:r>
              <a:rPr lang="en-US" sz="2800" dirty="0">
                <a:latin typeface="Times New Roman" panose="02020603050405020304" pitchFamily="18" charset="0"/>
                <a:cs typeface="Times New Roman" panose="02020603050405020304" pitchFamily="18" charset="0"/>
              </a:rPr>
              <a:t>Our user interface design methodology consists of the following important steps:</a:t>
            </a: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Examine the use case model of the software. Interview, discuss, and review the GUI issues with the end-users</a:t>
            </a: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Task and object modelling.</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Metaphor selection.</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Interaction design and rough layout.</a:t>
            </a: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Detailed presentation and graphics design.</a:t>
            </a: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GUI construction.</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Usability evaluation.</a:t>
            </a:r>
            <a:endParaRPr lang="en-IN" sz="27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64667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3B08D-84E5-75AF-4E4F-5661D4984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1998C-CF15-7778-C304-917D6F278713}"/>
              </a:ext>
            </a:extLst>
          </p:cNvPr>
          <p:cNvSpPr>
            <a:spLocks noGrp="1"/>
          </p:cNvSpPr>
          <p:nvPr>
            <p:ph type="ctrTitle"/>
          </p:nvPr>
        </p:nvSpPr>
        <p:spPr>
          <a:xfrm>
            <a:off x="2331339" y="-164592"/>
            <a:ext cx="8061198" cy="693611"/>
          </a:xfrm>
        </p:spPr>
        <p:txBody>
          <a:bodyPr>
            <a:normAutofit/>
          </a:bodyPr>
          <a:lstStyle/>
          <a:p>
            <a:r>
              <a:rPr lang="en-US" sz="3200" b="1" dirty="0">
                <a:latin typeface="Times New Roman" panose="02020603050405020304" pitchFamily="18" charset="0"/>
                <a:cs typeface="Times New Roman" panose="02020603050405020304" pitchFamily="18" charset="0"/>
              </a:rPr>
              <a:t>USER INTERFACE DESIGN</a:t>
            </a:r>
            <a:endParaRPr lang="en-IN"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78840AD-4AC9-22BD-7630-A6DECFDAC95E}"/>
              </a:ext>
            </a:extLst>
          </p:cNvPr>
          <p:cNvPicPr>
            <a:picLocks noChangeAspect="1"/>
          </p:cNvPicPr>
          <p:nvPr/>
        </p:nvPicPr>
        <p:blipFill>
          <a:blip r:embed="rId2"/>
          <a:stretch>
            <a:fillRect/>
          </a:stretch>
        </p:blipFill>
        <p:spPr>
          <a:xfrm>
            <a:off x="92946" y="97522"/>
            <a:ext cx="990334" cy="614374"/>
          </a:xfrm>
          <a:prstGeom prst="rect">
            <a:avLst/>
          </a:prstGeom>
        </p:spPr>
      </p:pic>
      <p:sp>
        <p:nvSpPr>
          <p:cNvPr id="8" name="TextBox 7">
            <a:extLst>
              <a:ext uri="{FF2B5EF4-FFF2-40B4-BE49-F238E27FC236}">
                <a16:creationId xmlns:a16="http://schemas.microsoft.com/office/drawing/2014/main" id="{BA308633-D97D-8796-9BA2-D66B74320A8A}"/>
              </a:ext>
            </a:extLst>
          </p:cNvPr>
          <p:cNvSpPr txBox="1"/>
          <p:nvPr/>
        </p:nvSpPr>
        <p:spPr>
          <a:xfrm>
            <a:off x="874625" y="537966"/>
            <a:ext cx="11390527"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User interface inspection</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6946336-8A7C-3B43-AAB0-9E19C9349471}"/>
              </a:ext>
            </a:extLst>
          </p:cNvPr>
          <p:cNvSpPr txBox="1"/>
          <p:nvPr/>
        </p:nvSpPr>
        <p:spPr>
          <a:xfrm>
            <a:off x="501529" y="1161380"/>
            <a:ext cx="11522831" cy="4832092"/>
          </a:xfrm>
          <a:prstGeom prst="rect">
            <a:avLst/>
          </a:prstGeom>
          <a:noFill/>
        </p:spPr>
        <p:txBody>
          <a:bodyPr wrap="square">
            <a:spAutoFit/>
          </a:bodyPr>
          <a:lstStyle/>
          <a:p>
            <a:pPr algn="just"/>
            <a:r>
              <a:rPr lang="en-IN" sz="2800" dirty="0">
                <a:latin typeface="Times New Roman" panose="02020603050405020304" pitchFamily="18" charset="0"/>
                <a:cs typeface="Times New Roman" panose="02020603050405020304" pitchFamily="18" charset="0"/>
              </a:rPr>
              <a:t>The following check list  has to be inspected</a:t>
            </a:r>
          </a:p>
          <a:p>
            <a:pPr algn="just"/>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Visibility of the system status</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Match between the system and the real world</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Undoing mistakes</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Consistency</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Recognition rather than recall</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Support for multiple skill levels</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Aesthetic and minimalist design</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Help and error messages</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Error prevention</a:t>
            </a:r>
            <a:endParaRPr lang="en-IN" sz="27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531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20921</TotalTime>
  <Words>4912</Words>
  <Application>Microsoft Office PowerPoint</Application>
  <PresentationFormat>Widescreen</PresentationFormat>
  <Paragraphs>437</Paragraphs>
  <Slides>75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75</vt:i4>
      </vt:variant>
    </vt:vector>
  </HeadingPairs>
  <TitlesOfParts>
    <vt:vector size="81" baseType="lpstr">
      <vt:lpstr>Arial</vt:lpstr>
      <vt:lpstr>Calibri</vt:lpstr>
      <vt:lpstr>Calibri Light</vt:lpstr>
      <vt:lpstr>Times New Roman</vt:lpstr>
      <vt:lpstr>Wingdings</vt:lpstr>
      <vt:lpstr>Office Theme</vt:lpstr>
      <vt:lpstr>Unit 3</vt:lpstr>
      <vt:lpstr>Overview of the design process</vt:lpstr>
      <vt:lpstr>Overview of the design process</vt:lpstr>
      <vt:lpstr>Overview of the design process</vt:lpstr>
      <vt:lpstr>Overview of the design process</vt:lpstr>
      <vt:lpstr>HOW TO CHARACTERISE A GOOD SOFTWARE DESIGN?</vt:lpstr>
      <vt:lpstr>HOW TO CHARACTERISE A GOOD SOFTWARE DESIGN? : Understandability of a Design: A Major Concern</vt:lpstr>
      <vt:lpstr>HOW TO CHARACTERISE A GOOD SOFTWARE DESIGN? : Modularity </vt:lpstr>
      <vt:lpstr>HOW TO CHARACTERISE A GOOD SOFTWARE DESIGN? : Modularity </vt:lpstr>
      <vt:lpstr>COHESION AND COUPLING</vt:lpstr>
      <vt:lpstr>COHESION AND COUPLING</vt:lpstr>
      <vt:lpstr>COHESION AND COUPLING</vt:lpstr>
      <vt:lpstr>COHESION AND COUPLING</vt:lpstr>
      <vt:lpstr>COHESION AND COUPLING</vt:lpstr>
      <vt:lpstr>COHESION AND COUPLING</vt:lpstr>
      <vt:lpstr>LAYERED ARRANGEMENT OF MODULES</vt:lpstr>
      <vt:lpstr>LAYERED ARRANGEMENT OF MODULES</vt:lpstr>
      <vt:lpstr>LAYERED ARRANGEMENT OF MODULES</vt:lpstr>
      <vt:lpstr>APPROACHES TO SOFTWARE DESIGN</vt:lpstr>
      <vt:lpstr>APPROACHES TO SOFTWARE DESIGN</vt:lpstr>
      <vt:lpstr>Automated fire-alarm system—customer requirements</vt:lpstr>
      <vt:lpstr>Automated fire-alarm system—customer requirements</vt:lpstr>
      <vt:lpstr>Agility and the Cost of Change</vt:lpstr>
      <vt:lpstr>Agility Process</vt:lpstr>
      <vt:lpstr>Agility Process</vt:lpstr>
      <vt:lpstr>Agility Process</vt:lpstr>
      <vt:lpstr>Agility Process</vt:lpstr>
      <vt:lpstr>Agility Process</vt:lpstr>
      <vt:lpstr>Extreme Programming (XP)</vt:lpstr>
      <vt:lpstr>OTHER AGILE PROCESS MODELS</vt:lpstr>
      <vt:lpstr>SCRUM</vt:lpstr>
      <vt:lpstr> A TOOL SET FOR THE AGILE PROCESS</vt:lpstr>
      <vt:lpstr>FUNCTION-ORIENTED SOFTWARE DESIGN</vt:lpstr>
      <vt:lpstr>FUNCTION-ORIENTED SOFTWARE DESIGN</vt:lpstr>
      <vt:lpstr>FUNCTION-ORIENTED SOFTWARE DESIGN</vt:lpstr>
      <vt:lpstr>FUNCTION-ORIENTED SOFTWARE DESIGN</vt:lpstr>
      <vt:lpstr>FUNCTION-ORIENTED SOFTWARE DESIGN</vt:lpstr>
      <vt:lpstr>FUNCTION-ORIENTED SOFTWARE DESIGN</vt:lpstr>
      <vt:lpstr>FUNCTION-ORIENTED SOFTWARE DESIGN</vt:lpstr>
      <vt:lpstr>FUNCTION-ORIENTED SOFTWARE DESIGN</vt:lpstr>
      <vt:lpstr>FUNCTION-ORIENTED SOFTWARE DESIGN</vt:lpstr>
      <vt:lpstr>FUNCTION-ORIENTED SOFTWARE DESIGN</vt:lpstr>
      <vt:lpstr>FUNCTION-ORIENTED SOFTWARE DESIGN</vt:lpstr>
      <vt:lpstr>FUNCTION-ORIENTED SOFTWARE DESIGN</vt:lpstr>
      <vt:lpstr>FUNCTION-ORIENTED SOFTWARE DESIGN</vt:lpstr>
      <vt:lpstr>FUNCTION-ORIENTED SOFTWARE DESIGN</vt:lpstr>
      <vt:lpstr>FUNCTION-ORIENTED SOFTWARE DESIGN</vt:lpstr>
      <vt:lpstr>FUNCTION-ORIENTED SOFTWARE DESIGN</vt:lpstr>
      <vt:lpstr>FUNCTION-ORIENTED SOFTWARE DESIGN</vt:lpstr>
      <vt:lpstr>FUNCTION-ORIENTED SOFTWARE DESIGN</vt:lpstr>
      <vt:lpstr>FUNCTION-ORIENTED SOFTWARE DESIGN</vt:lpstr>
      <vt:lpstr>FUNCTION-ORIENTED SOFTWARE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lpstr>USER INTERFACE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Sujana Challapalli</dc:creator>
  <cp:lastModifiedBy>Sujana Challapalli</cp:lastModifiedBy>
  <cp:revision>1</cp:revision>
  <dcterms:created xsi:type="dcterms:W3CDTF">2025-02-16T23:17:56Z</dcterms:created>
  <dcterms:modified xsi:type="dcterms:W3CDTF">2025-03-25T23:04:46Z</dcterms:modified>
</cp:coreProperties>
</file>